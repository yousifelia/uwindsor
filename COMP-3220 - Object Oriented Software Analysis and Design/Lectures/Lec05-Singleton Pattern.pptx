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86" r:id="rId3"/>
    <p:sldId id="387" r:id="rId4"/>
    <p:sldId id="388" r:id="rId5"/>
    <p:sldId id="389" r:id="rId6"/>
    <p:sldId id="390" r:id="rId7"/>
    <p:sldId id="392" r:id="rId8"/>
    <p:sldId id="408" r:id="rId9"/>
    <p:sldId id="395" r:id="rId10"/>
    <p:sldId id="405" r:id="rId11"/>
    <p:sldId id="394" r:id="rId12"/>
    <p:sldId id="409" r:id="rId13"/>
    <p:sldId id="398" r:id="rId14"/>
    <p:sldId id="399" r:id="rId15"/>
    <p:sldId id="400" r:id="rId16"/>
    <p:sldId id="401" r:id="rId17"/>
    <p:sldId id="40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18" autoAdjust="0"/>
    <p:restoredTop sz="96301" autoAdjust="0"/>
  </p:normalViewPr>
  <p:slideViewPr>
    <p:cSldViewPr>
      <p:cViewPr varScale="1">
        <p:scale>
          <a:sx n="130" d="100"/>
          <a:sy n="130" d="100"/>
        </p:scale>
        <p:origin x="200" y="20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FEA6B250-1C62-F949-80D6-3C8DBD41C19B}"/>
    <pc:docChg chg="custSel modSld">
      <pc:chgData name="Saeed Samet" userId="cfbf7cda-a3f0-4a18-b58e-e4747a47ab2e" providerId="ADAL" clId="{FEA6B250-1C62-F949-80D6-3C8DBD41C19B}" dt="2026-06-09T00:44:07.892" v="0" actId="7634"/>
      <pc:docMkLst>
        <pc:docMk/>
      </pc:docMkLst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2380904961" sldId="386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2380904961" sldId="386"/>
            <ac:inkMk id="2" creationId="{CCCE65F1-FAC1-6B5D-55D3-4DF238B1D25D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2525347171" sldId="387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2525347171" sldId="387"/>
            <ac:inkMk id="2" creationId="{52BBD742-29B4-6810-1BD5-656FC7449E91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3031708280" sldId="388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3031708280" sldId="388"/>
            <ac:inkMk id="2" creationId="{1E86C9DC-13C1-B04D-6AF3-8A512C335EB3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3496524519" sldId="389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3496524519" sldId="389"/>
            <ac:inkMk id="2" creationId="{D15E19D1-7C28-90FF-86D8-6F30A13122DD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2792312706" sldId="390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2792312706" sldId="390"/>
            <ac:inkMk id="2" creationId="{24987A55-AF0C-F5CC-68A0-E0FCE87DF938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3556705066" sldId="392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3556705066" sldId="392"/>
            <ac:inkMk id="2" creationId="{A70FAA89-C2B2-2125-1A93-6F58AC736B18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502840254" sldId="394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502840254" sldId="394"/>
            <ac:inkMk id="2" creationId="{91CF5967-C32A-A581-7B18-17708DADB8B2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3499524946" sldId="395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3499524946" sldId="395"/>
            <ac:inkMk id="2" creationId="{F10FE372-27DC-CDFB-4793-2310D00E7DC9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972540910" sldId="398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972540910" sldId="398"/>
            <ac:inkMk id="2" creationId="{EE30776F-91D6-6EF3-1B2F-8A57C7B54BB8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3644287507" sldId="399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3644287507" sldId="399"/>
            <ac:inkMk id="2" creationId="{6FCB1FB1-1118-84B4-A0CE-705FB0A537DC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866246212" sldId="401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866246212" sldId="401"/>
            <ac:inkMk id="2" creationId="{51555013-EF5A-152B-05E5-712AFFB04567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1679744288" sldId="405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1679744288" sldId="405"/>
            <ac:inkMk id="2" creationId="{33139F73-103E-08AC-6049-291DE014BF0E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3671775250" sldId="406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3671775250" sldId="406"/>
            <ac:inkMk id="3" creationId="{6A99C0FB-ABA1-ED65-F29E-1F0756041940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256957638" sldId="408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256957638" sldId="408"/>
            <ac:inkMk id="2" creationId="{F374166A-10F2-BE2F-C50C-ACBD76B8479F}"/>
          </ac:inkMkLst>
        </pc:inkChg>
      </pc:sldChg>
      <pc:sldChg chg="addSp">
        <pc:chgData name="Saeed Samet" userId="cfbf7cda-a3f0-4a18-b58e-e4747a47ab2e" providerId="ADAL" clId="{FEA6B250-1C62-F949-80D6-3C8DBD41C19B}" dt="2026-06-09T00:44:07.892" v="0" actId="7634"/>
        <pc:sldMkLst>
          <pc:docMk/>
          <pc:sldMk cId="2973970670" sldId="409"/>
        </pc:sldMkLst>
        <pc:inkChg chg="add">
          <ac:chgData name="Saeed Samet" userId="cfbf7cda-a3f0-4a18-b58e-e4747a47ab2e" providerId="ADAL" clId="{FEA6B250-1C62-F949-80D6-3C8DBD41C19B}" dt="2026-06-09T00:44:07.892" v="0" actId="7634"/>
          <ac:inkMkLst>
            <pc:docMk/>
            <pc:sldMk cId="2973970670" sldId="409"/>
            <ac:inkMk id="2" creationId="{44D3DA7B-8528-0029-4FE0-1B0EFCAF2DBC}"/>
          </ac:inkMkLst>
        </pc:inkChg>
      </pc:sldChg>
    </pc:docChg>
  </pc:docChgLst>
  <pc:docChgLst>
    <pc:chgData name="Saeed Samet" userId="cfbf7cda-a3f0-4a18-b58e-e4747a47ab2e" providerId="ADAL" clId="{1DAAA582-D431-51E1-B726-79BB57AE61A7}"/>
    <pc:docChg chg="undo custSel modSld">
      <pc:chgData name="Saeed Samet" userId="cfbf7cda-a3f0-4a18-b58e-e4747a47ab2e" providerId="ADAL" clId="{1DAAA582-D431-51E1-B726-79BB57AE61A7}" dt="2026-06-09T18:29:34.865" v="76" actId="478"/>
      <pc:docMkLst>
        <pc:docMk/>
      </pc:docMkLst>
      <pc:sldChg chg="modSp mod">
        <pc:chgData name="Saeed Samet" userId="cfbf7cda-a3f0-4a18-b58e-e4747a47ab2e" providerId="ADAL" clId="{1DAAA582-D431-51E1-B726-79BB57AE61A7}" dt="2026-06-07T20:21:18.464" v="18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6-07T20:21:18.464" v="18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delSp modSp mod">
        <pc:chgData name="Saeed Samet" userId="cfbf7cda-a3f0-4a18-b58e-e4747a47ab2e" providerId="ADAL" clId="{1DAAA582-D431-51E1-B726-79BB57AE61A7}" dt="2026-06-09T18:28:43.232" v="41" actId="478"/>
        <pc:sldMkLst>
          <pc:docMk/>
          <pc:sldMk cId="2380904961" sldId="386"/>
        </pc:sldMkLst>
        <pc:spChg chg="mod">
          <ac:chgData name="Saeed Samet" userId="cfbf7cda-a3f0-4a18-b58e-e4747a47ab2e" providerId="ADAL" clId="{1DAAA582-D431-51E1-B726-79BB57AE61A7}" dt="2026-06-07T21:29:23.266" v="36" actId="403"/>
          <ac:spMkLst>
            <pc:docMk/>
            <pc:sldMk cId="2380904961" sldId="386"/>
            <ac:spMk id="3" creationId="{62DD4351-0B14-53D0-D550-51BDA5AB3049}"/>
          </ac:spMkLst>
        </pc:spChg>
        <pc:inkChg chg="del">
          <ac:chgData name="Saeed Samet" userId="cfbf7cda-a3f0-4a18-b58e-e4747a47ab2e" providerId="ADAL" clId="{1DAAA582-D431-51E1-B726-79BB57AE61A7}" dt="2026-06-09T18:28:43.232" v="41" actId="478"/>
          <ac:inkMkLst>
            <pc:docMk/>
            <pc:sldMk cId="2380904961" sldId="386"/>
            <ac:inkMk id="2" creationId="{CCCE65F1-FAC1-6B5D-55D3-4DF238B1D25D}"/>
          </ac:inkMkLst>
        </pc:inkChg>
      </pc:sldChg>
      <pc:sldChg chg="delSp modSp mod">
        <pc:chgData name="Saeed Samet" userId="cfbf7cda-a3f0-4a18-b58e-e4747a47ab2e" providerId="ADAL" clId="{1DAAA582-D431-51E1-B726-79BB57AE61A7}" dt="2026-06-09T18:28:46.229" v="42" actId="478"/>
        <pc:sldMkLst>
          <pc:docMk/>
          <pc:sldMk cId="2525347171" sldId="387"/>
        </pc:sldMkLst>
        <pc:spChg chg="mod">
          <ac:chgData name="Saeed Samet" userId="cfbf7cda-a3f0-4a18-b58e-e4747a47ab2e" providerId="ADAL" clId="{1DAAA582-D431-51E1-B726-79BB57AE61A7}" dt="2026-06-07T01:17:26.199" v="7" actId="20577"/>
          <ac:spMkLst>
            <pc:docMk/>
            <pc:sldMk cId="2525347171" sldId="387"/>
            <ac:spMk id="3" creationId="{C482D191-874B-E44B-B9EC-95EB3C7AE0EC}"/>
          </ac:spMkLst>
        </pc:spChg>
        <pc:picChg chg="mod">
          <ac:chgData name="Saeed Samet" userId="cfbf7cda-a3f0-4a18-b58e-e4747a47ab2e" providerId="ADAL" clId="{1DAAA582-D431-51E1-B726-79BB57AE61A7}" dt="2026-06-07T21:29:47.651" v="37" actId="1076"/>
          <ac:picMkLst>
            <pc:docMk/>
            <pc:sldMk cId="2525347171" sldId="387"/>
            <ac:picMk id="4" creationId="{E4DE1722-55AD-C50A-1A70-2914DFBDDC6A}"/>
          </ac:picMkLst>
        </pc:picChg>
        <pc:inkChg chg="del">
          <ac:chgData name="Saeed Samet" userId="cfbf7cda-a3f0-4a18-b58e-e4747a47ab2e" providerId="ADAL" clId="{1DAAA582-D431-51E1-B726-79BB57AE61A7}" dt="2026-06-09T18:28:46.229" v="42" actId="478"/>
          <ac:inkMkLst>
            <pc:docMk/>
            <pc:sldMk cId="2525347171" sldId="387"/>
            <ac:inkMk id="2" creationId="{52BBD742-29B4-6810-1BD5-656FC7449E91}"/>
          </ac:inkMkLst>
        </pc:inkChg>
      </pc:sldChg>
      <pc:sldChg chg="delSp mod">
        <pc:chgData name="Saeed Samet" userId="cfbf7cda-a3f0-4a18-b58e-e4747a47ab2e" providerId="ADAL" clId="{1DAAA582-D431-51E1-B726-79BB57AE61A7}" dt="2026-06-09T18:28:48.587" v="43" actId="478"/>
        <pc:sldMkLst>
          <pc:docMk/>
          <pc:sldMk cId="3031708280" sldId="388"/>
        </pc:sldMkLst>
        <pc:inkChg chg="del">
          <ac:chgData name="Saeed Samet" userId="cfbf7cda-a3f0-4a18-b58e-e4747a47ab2e" providerId="ADAL" clId="{1DAAA582-D431-51E1-B726-79BB57AE61A7}" dt="2026-06-09T18:28:48.587" v="43" actId="478"/>
          <ac:inkMkLst>
            <pc:docMk/>
            <pc:sldMk cId="3031708280" sldId="388"/>
            <ac:inkMk id="2" creationId="{1E86C9DC-13C1-B04D-6AF3-8A512C335EB3}"/>
          </ac:inkMkLst>
        </pc:inkChg>
      </pc:sldChg>
      <pc:sldChg chg="delSp modSp mod">
        <pc:chgData name="Saeed Samet" userId="cfbf7cda-a3f0-4a18-b58e-e4747a47ab2e" providerId="ADAL" clId="{1DAAA582-D431-51E1-B726-79BB57AE61A7}" dt="2026-06-09T18:28:51.354" v="44" actId="478"/>
        <pc:sldMkLst>
          <pc:docMk/>
          <pc:sldMk cId="3496524519" sldId="389"/>
        </pc:sldMkLst>
        <pc:spChg chg="mod">
          <ac:chgData name="Saeed Samet" userId="cfbf7cda-a3f0-4a18-b58e-e4747a47ab2e" providerId="ADAL" clId="{1DAAA582-D431-51E1-B726-79BB57AE61A7}" dt="2026-06-07T21:31:12.309" v="38" actId="20577"/>
          <ac:spMkLst>
            <pc:docMk/>
            <pc:sldMk cId="3496524519" sldId="389"/>
            <ac:spMk id="3" creationId="{A201EC37-1F8B-857B-DCA2-D6C5CAF47995}"/>
          </ac:spMkLst>
        </pc:spChg>
        <pc:inkChg chg="del">
          <ac:chgData name="Saeed Samet" userId="cfbf7cda-a3f0-4a18-b58e-e4747a47ab2e" providerId="ADAL" clId="{1DAAA582-D431-51E1-B726-79BB57AE61A7}" dt="2026-06-09T18:28:51.354" v="44" actId="478"/>
          <ac:inkMkLst>
            <pc:docMk/>
            <pc:sldMk cId="3496524519" sldId="389"/>
            <ac:inkMk id="2" creationId="{D15E19D1-7C28-90FF-86D8-6F30A13122DD}"/>
          </ac:inkMkLst>
        </pc:inkChg>
      </pc:sldChg>
      <pc:sldChg chg="delSp mod">
        <pc:chgData name="Saeed Samet" userId="cfbf7cda-a3f0-4a18-b58e-e4747a47ab2e" providerId="ADAL" clId="{1DAAA582-D431-51E1-B726-79BB57AE61A7}" dt="2026-06-09T18:28:38.350" v="40" actId="478"/>
        <pc:sldMkLst>
          <pc:docMk/>
          <pc:sldMk cId="2792312706" sldId="390"/>
        </pc:sldMkLst>
        <pc:inkChg chg="del">
          <ac:chgData name="Saeed Samet" userId="cfbf7cda-a3f0-4a18-b58e-e4747a47ab2e" providerId="ADAL" clId="{1DAAA582-D431-51E1-B726-79BB57AE61A7}" dt="2026-06-09T18:28:38.350" v="40" actId="478"/>
          <ac:inkMkLst>
            <pc:docMk/>
            <pc:sldMk cId="2792312706" sldId="390"/>
            <ac:inkMk id="2" creationId="{24987A55-AF0C-F5CC-68A0-E0FCE87DF938}"/>
          </ac:inkMkLst>
        </pc:inkChg>
      </pc:sldChg>
      <pc:sldChg chg="delSp modSp mod">
        <pc:chgData name="Saeed Samet" userId="cfbf7cda-a3f0-4a18-b58e-e4747a47ab2e" providerId="ADAL" clId="{1DAAA582-D431-51E1-B726-79BB57AE61A7}" dt="2026-06-09T18:29:00.872" v="67" actId="20577"/>
        <pc:sldMkLst>
          <pc:docMk/>
          <pc:sldMk cId="3556705066" sldId="392"/>
        </pc:sldMkLst>
        <pc:spChg chg="mod">
          <ac:chgData name="Saeed Samet" userId="cfbf7cda-a3f0-4a18-b58e-e4747a47ab2e" providerId="ADAL" clId="{1DAAA582-D431-51E1-B726-79BB57AE61A7}" dt="2026-06-09T18:29:00.872" v="67" actId="20577"/>
          <ac:spMkLst>
            <pc:docMk/>
            <pc:sldMk cId="3556705066" sldId="392"/>
            <ac:spMk id="7" creationId="{CB039D79-0A13-6CB3-5D29-EB10B3CD856C}"/>
          </ac:spMkLst>
        </pc:spChg>
        <pc:inkChg chg="del">
          <ac:chgData name="Saeed Samet" userId="cfbf7cda-a3f0-4a18-b58e-e4747a47ab2e" providerId="ADAL" clId="{1DAAA582-D431-51E1-B726-79BB57AE61A7}" dt="2026-06-09T18:28:35.664" v="39" actId="478"/>
          <ac:inkMkLst>
            <pc:docMk/>
            <pc:sldMk cId="3556705066" sldId="392"/>
            <ac:inkMk id="2" creationId="{A70FAA89-C2B2-2125-1A93-6F58AC736B18}"/>
          </ac:inkMkLst>
        </pc:inkChg>
      </pc:sldChg>
      <pc:sldChg chg="delSp mod">
        <pc:chgData name="Saeed Samet" userId="cfbf7cda-a3f0-4a18-b58e-e4747a47ab2e" providerId="ADAL" clId="{1DAAA582-D431-51E1-B726-79BB57AE61A7}" dt="2026-06-09T18:29:15.325" v="71" actId="478"/>
        <pc:sldMkLst>
          <pc:docMk/>
          <pc:sldMk cId="502840254" sldId="394"/>
        </pc:sldMkLst>
        <pc:inkChg chg="del">
          <ac:chgData name="Saeed Samet" userId="cfbf7cda-a3f0-4a18-b58e-e4747a47ab2e" providerId="ADAL" clId="{1DAAA582-D431-51E1-B726-79BB57AE61A7}" dt="2026-06-09T18:29:15.325" v="71" actId="478"/>
          <ac:inkMkLst>
            <pc:docMk/>
            <pc:sldMk cId="502840254" sldId="394"/>
            <ac:inkMk id="2" creationId="{91CF5967-C32A-A581-7B18-17708DADB8B2}"/>
          </ac:inkMkLst>
        </pc:inkChg>
      </pc:sldChg>
      <pc:sldChg chg="delSp mod">
        <pc:chgData name="Saeed Samet" userId="cfbf7cda-a3f0-4a18-b58e-e4747a47ab2e" providerId="ADAL" clId="{1DAAA582-D431-51E1-B726-79BB57AE61A7}" dt="2026-06-09T18:29:09.067" v="69" actId="478"/>
        <pc:sldMkLst>
          <pc:docMk/>
          <pc:sldMk cId="3499524946" sldId="395"/>
        </pc:sldMkLst>
        <pc:inkChg chg="del">
          <ac:chgData name="Saeed Samet" userId="cfbf7cda-a3f0-4a18-b58e-e4747a47ab2e" providerId="ADAL" clId="{1DAAA582-D431-51E1-B726-79BB57AE61A7}" dt="2026-06-09T18:29:09.067" v="69" actId="478"/>
          <ac:inkMkLst>
            <pc:docMk/>
            <pc:sldMk cId="3499524946" sldId="395"/>
            <ac:inkMk id="2" creationId="{F10FE372-27DC-CDFB-4793-2310D00E7DC9}"/>
          </ac:inkMkLst>
        </pc:inkChg>
      </pc:sldChg>
      <pc:sldChg chg="delSp mod">
        <pc:chgData name="Saeed Samet" userId="cfbf7cda-a3f0-4a18-b58e-e4747a47ab2e" providerId="ADAL" clId="{1DAAA582-D431-51E1-B726-79BB57AE61A7}" dt="2026-06-09T18:29:23.333" v="73" actId="478"/>
        <pc:sldMkLst>
          <pc:docMk/>
          <pc:sldMk cId="972540910" sldId="398"/>
        </pc:sldMkLst>
        <pc:inkChg chg="del">
          <ac:chgData name="Saeed Samet" userId="cfbf7cda-a3f0-4a18-b58e-e4747a47ab2e" providerId="ADAL" clId="{1DAAA582-D431-51E1-B726-79BB57AE61A7}" dt="2026-06-09T18:29:23.333" v="73" actId="478"/>
          <ac:inkMkLst>
            <pc:docMk/>
            <pc:sldMk cId="972540910" sldId="398"/>
            <ac:inkMk id="2" creationId="{EE30776F-91D6-6EF3-1B2F-8A57C7B54BB8}"/>
          </ac:inkMkLst>
        </pc:inkChg>
      </pc:sldChg>
      <pc:sldChg chg="delSp mod">
        <pc:chgData name="Saeed Samet" userId="cfbf7cda-a3f0-4a18-b58e-e4747a47ab2e" providerId="ADAL" clId="{1DAAA582-D431-51E1-B726-79BB57AE61A7}" dt="2026-06-09T18:29:26.061" v="74" actId="478"/>
        <pc:sldMkLst>
          <pc:docMk/>
          <pc:sldMk cId="3644287507" sldId="399"/>
        </pc:sldMkLst>
        <pc:inkChg chg="del">
          <ac:chgData name="Saeed Samet" userId="cfbf7cda-a3f0-4a18-b58e-e4747a47ab2e" providerId="ADAL" clId="{1DAAA582-D431-51E1-B726-79BB57AE61A7}" dt="2026-06-09T18:29:26.061" v="74" actId="478"/>
          <ac:inkMkLst>
            <pc:docMk/>
            <pc:sldMk cId="3644287507" sldId="399"/>
            <ac:inkMk id="2" creationId="{6FCB1FB1-1118-84B4-A0CE-705FB0A537DC}"/>
          </ac:inkMkLst>
        </pc:inkChg>
      </pc:sldChg>
      <pc:sldChg chg="delSp mod">
        <pc:chgData name="Saeed Samet" userId="cfbf7cda-a3f0-4a18-b58e-e4747a47ab2e" providerId="ADAL" clId="{1DAAA582-D431-51E1-B726-79BB57AE61A7}" dt="2026-06-09T18:29:31.594" v="75" actId="478"/>
        <pc:sldMkLst>
          <pc:docMk/>
          <pc:sldMk cId="866246212" sldId="401"/>
        </pc:sldMkLst>
        <pc:inkChg chg="del">
          <ac:chgData name="Saeed Samet" userId="cfbf7cda-a3f0-4a18-b58e-e4747a47ab2e" providerId="ADAL" clId="{1DAAA582-D431-51E1-B726-79BB57AE61A7}" dt="2026-06-09T18:29:31.594" v="75" actId="478"/>
          <ac:inkMkLst>
            <pc:docMk/>
            <pc:sldMk cId="866246212" sldId="401"/>
            <ac:inkMk id="2" creationId="{51555013-EF5A-152B-05E5-712AFFB04567}"/>
          </ac:inkMkLst>
        </pc:inkChg>
      </pc:sldChg>
      <pc:sldChg chg="delSp mod">
        <pc:chgData name="Saeed Samet" userId="cfbf7cda-a3f0-4a18-b58e-e4747a47ab2e" providerId="ADAL" clId="{1DAAA582-D431-51E1-B726-79BB57AE61A7}" dt="2026-06-09T18:29:11.894" v="70" actId="478"/>
        <pc:sldMkLst>
          <pc:docMk/>
          <pc:sldMk cId="1679744288" sldId="405"/>
        </pc:sldMkLst>
        <pc:inkChg chg="del">
          <ac:chgData name="Saeed Samet" userId="cfbf7cda-a3f0-4a18-b58e-e4747a47ab2e" providerId="ADAL" clId="{1DAAA582-D431-51E1-B726-79BB57AE61A7}" dt="2026-06-09T18:29:11.894" v="70" actId="478"/>
          <ac:inkMkLst>
            <pc:docMk/>
            <pc:sldMk cId="1679744288" sldId="405"/>
            <ac:inkMk id="2" creationId="{33139F73-103E-08AC-6049-291DE014BF0E}"/>
          </ac:inkMkLst>
        </pc:inkChg>
      </pc:sldChg>
      <pc:sldChg chg="delSp mod">
        <pc:chgData name="Saeed Samet" userId="cfbf7cda-a3f0-4a18-b58e-e4747a47ab2e" providerId="ADAL" clId="{1DAAA582-D431-51E1-B726-79BB57AE61A7}" dt="2026-06-09T18:29:34.865" v="76" actId="478"/>
        <pc:sldMkLst>
          <pc:docMk/>
          <pc:sldMk cId="3671775250" sldId="406"/>
        </pc:sldMkLst>
        <pc:inkChg chg="del">
          <ac:chgData name="Saeed Samet" userId="cfbf7cda-a3f0-4a18-b58e-e4747a47ab2e" providerId="ADAL" clId="{1DAAA582-D431-51E1-B726-79BB57AE61A7}" dt="2026-06-09T18:29:34.865" v="76" actId="478"/>
          <ac:inkMkLst>
            <pc:docMk/>
            <pc:sldMk cId="3671775250" sldId="406"/>
            <ac:inkMk id="3" creationId="{6A99C0FB-ABA1-ED65-F29E-1F0756041940}"/>
          </ac:inkMkLst>
        </pc:inkChg>
      </pc:sldChg>
      <pc:sldChg chg="delSp mod">
        <pc:chgData name="Saeed Samet" userId="cfbf7cda-a3f0-4a18-b58e-e4747a47ab2e" providerId="ADAL" clId="{1DAAA582-D431-51E1-B726-79BB57AE61A7}" dt="2026-06-09T18:29:06.150" v="68" actId="478"/>
        <pc:sldMkLst>
          <pc:docMk/>
          <pc:sldMk cId="256957638" sldId="408"/>
        </pc:sldMkLst>
        <pc:inkChg chg="del">
          <ac:chgData name="Saeed Samet" userId="cfbf7cda-a3f0-4a18-b58e-e4747a47ab2e" providerId="ADAL" clId="{1DAAA582-D431-51E1-B726-79BB57AE61A7}" dt="2026-06-09T18:29:06.150" v="68" actId="478"/>
          <ac:inkMkLst>
            <pc:docMk/>
            <pc:sldMk cId="256957638" sldId="408"/>
            <ac:inkMk id="2" creationId="{F374166A-10F2-BE2F-C50C-ACBD76B8479F}"/>
          </ac:inkMkLst>
        </pc:inkChg>
      </pc:sldChg>
      <pc:sldChg chg="delSp mod">
        <pc:chgData name="Saeed Samet" userId="cfbf7cda-a3f0-4a18-b58e-e4747a47ab2e" providerId="ADAL" clId="{1DAAA582-D431-51E1-B726-79BB57AE61A7}" dt="2026-06-09T18:29:18.165" v="72" actId="478"/>
        <pc:sldMkLst>
          <pc:docMk/>
          <pc:sldMk cId="2973970670" sldId="409"/>
        </pc:sldMkLst>
        <pc:inkChg chg="del">
          <ac:chgData name="Saeed Samet" userId="cfbf7cda-a3f0-4a18-b58e-e4747a47ab2e" providerId="ADAL" clId="{1DAAA582-D431-51E1-B726-79BB57AE61A7}" dt="2026-06-09T18:29:18.165" v="72" actId="478"/>
          <ac:inkMkLst>
            <pc:docMk/>
            <pc:sldMk cId="2973970670" sldId="409"/>
            <ac:inkMk id="2" creationId="{44D3DA7B-8528-0029-4FE0-1B0EFCAF2DBC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>
                <a:cs typeface="Times New Roman" panose="02020603050405020304" pitchFamily="18" charset="0"/>
              </a:rPr>
              <a:t>Lecture 5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>
                <a:latin typeface="+mn-lt"/>
                <a:cs typeface="Times New Roman" panose="02020603050405020304" pitchFamily="18" charset="0"/>
              </a:rPr>
            </a:br>
            <a:r>
              <a:rPr lang="en-US" sz="3200" b="1">
                <a:latin typeface="+mn-lt"/>
                <a:cs typeface="Times New Roman" panose="02020603050405020304" pitchFamily="18" charset="0"/>
              </a:rPr>
              <a:t>Singleton </a:t>
            </a:r>
            <a:r>
              <a:rPr lang="en-US" sz="3200" b="1" dirty="0">
                <a:latin typeface="+mn-lt"/>
                <a:cs typeface="Times New Roman" panose="02020603050405020304" pitchFamily="18" charset="0"/>
              </a:rPr>
              <a:t>Pattern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2BDF-4FCA-DDBF-9713-BAAD8019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D4351-0B14-53D0-D550-51BDA5AB3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</a:t>
            </a:r>
            <a:r>
              <a:rPr lang="en-CA" sz="2800" b="1" dirty="0"/>
              <a:t>Singleton Pattern</a:t>
            </a:r>
            <a:r>
              <a:rPr lang="en-CA" sz="2800" dirty="0"/>
              <a:t> ensures that: </a:t>
            </a:r>
          </a:p>
          <a:p>
            <a:pPr marL="0" indent="0">
              <a:buNone/>
            </a:pPr>
            <a:endParaRPr lang="en-CA" sz="2800" dirty="0"/>
          </a:p>
          <a:p>
            <a:pPr lvl="1"/>
            <a:r>
              <a:rPr lang="en-CA" sz="2400" dirty="0"/>
              <a:t>A class has only one instance and provides a global point of access to that instance.</a:t>
            </a:r>
          </a:p>
          <a:p>
            <a:pPr marL="0" indent="0">
              <a:buNone/>
            </a:pPr>
            <a:endParaRPr lang="en-CA" sz="2800" dirty="0"/>
          </a:p>
          <a:p>
            <a:pPr lvl="1"/>
            <a:r>
              <a:rPr lang="en-CA" sz="2400" dirty="0"/>
              <a:t>In other words:</a:t>
            </a:r>
          </a:p>
          <a:p>
            <a:pPr lvl="1"/>
            <a:endParaRPr lang="en-CA" sz="2400" dirty="0"/>
          </a:p>
          <a:p>
            <a:pPr marL="0" indent="0" algn="ctr">
              <a:buNone/>
            </a:pPr>
            <a:r>
              <a:rPr lang="en-CA" sz="3600" b="1" dirty="0"/>
              <a:t>only one object of the class can exist throughout the application.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7405E-DFA0-A0AD-7E93-8060683C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83D959-693A-02FE-F670-37359EE9148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5815EF-41A0-7931-74AF-484619EF231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79288-40C7-58EF-38D1-0A6ADA567899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53DF3D6D-9514-7D1D-36ED-3B20481D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904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F3EC-3533-59EF-BA2F-52AA5588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D191-874B-E44B-B9EC-95EB3C7AE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000" dirty="0"/>
              <a:t>Suppose you are developing an application that uses a printer.</a:t>
            </a:r>
          </a:p>
          <a:p>
            <a:pPr marL="0" indent="360363">
              <a:buNone/>
            </a:pPr>
            <a:r>
              <a:rPr lang="en-CA" sz="2000" dirty="0"/>
              <a:t>Without restrictions:</a:t>
            </a:r>
          </a:p>
          <a:p>
            <a:pPr marL="457200" lvl="1" indent="0">
              <a:buNone/>
            </a:pPr>
            <a:endParaRPr lang="en-CA" sz="1400" dirty="0"/>
          </a:p>
          <a:p>
            <a:pPr marL="457200" lvl="1" indent="0">
              <a:buNone/>
            </a:pPr>
            <a:endParaRPr lang="en-CA" sz="1800" dirty="0"/>
          </a:p>
          <a:p>
            <a:pPr marL="0" indent="360363">
              <a:buNone/>
            </a:pPr>
            <a:r>
              <a:rPr lang="en-CA" sz="2000" dirty="0"/>
              <a:t>Multiple printer manager objects may exist.</a:t>
            </a:r>
          </a:p>
          <a:p>
            <a:pPr marL="0" indent="360363">
              <a:buNone/>
            </a:pPr>
            <a:r>
              <a:rPr lang="en-CA" sz="2000" dirty="0"/>
              <a:t>Problems:</a:t>
            </a:r>
          </a:p>
          <a:p>
            <a:pPr lvl="1"/>
            <a:r>
              <a:rPr lang="en-CA" sz="2400" dirty="0"/>
              <a:t>Inconsistent printer settings</a:t>
            </a:r>
          </a:p>
          <a:p>
            <a:pPr lvl="1"/>
            <a:r>
              <a:rPr lang="en-CA" sz="2400" dirty="0"/>
              <a:t>Resource conflicts</a:t>
            </a:r>
          </a:p>
          <a:p>
            <a:pPr lvl="1"/>
            <a:r>
              <a:rPr lang="en-CA" sz="2400" dirty="0"/>
              <a:t>Wasted memory</a:t>
            </a:r>
          </a:p>
          <a:p>
            <a:pPr lvl="1"/>
            <a:r>
              <a:rPr lang="en-CA" sz="2400" dirty="0"/>
              <a:t>Difficult synchronization</a:t>
            </a:r>
          </a:p>
          <a:p>
            <a:pPr marL="0" indent="360363">
              <a:buNone/>
            </a:pPr>
            <a:r>
              <a:rPr lang="en-CA" sz="2000" dirty="0"/>
              <a:t>We want:</a:t>
            </a:r>
          </a:p>
          <a:p>
            <a:pPr marL="0" indent="360363">
              <a:buNone/>
            </a:pPr>
            <a:endParaRPr lang="en-CA" sz="2000" dirty="0"/>
          </a:p>
          <a:p>
            <a:pPr marL="0" indent="360363">
              <a:buNone/>
            </a:pPr>
            <a:r>
              <a:rPr lang="en-CA" sz="2000" dirty="0"/>
              <a:t>where: p1 == p2</a:t>
            </a:r>
          </a:p>
          <a:p>
            <a:pPr marL="0" indent="360363">
              <a:buNone/>
            </a:pPr>
            <a:r>
              <a:rPr lang="en-CA" sz="2000" dirty="0"/>
              <a:t>is always true.</a:t>
            </a:r>
          </a:p>
          <a:p>
            <a:pPr marL="0" indent="360363" algn="ctr">
              <a:buNone/>
            </a:pPr>
            <a:r>
              <a:rPr lang="en-CA" sz="2000" b="1" dirty="0"/>
              <a:t>Singleton guarantees that only one instance exists.</a:t>
            </a:r>
          </a:p>
          <a:p>
            <a:pPr marL="0" indent="360363">
              <a:buNone/>
            </a:pPr>
            <a:endParaRPr lang="en-CA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EFC3D-B9B3-3937-014E-3DCEBD58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2757B-676F-38D7-E387-EDABFFC748D2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9469EC-6C78-AD2D-C0E4-3049E3101AF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BA179-94DE-8467-A211-B3F1FB52A71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EB8D419-5F2C-EA2C-287C-74B1F3D65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DE1722-55AD-C50A-1A70-2914DFBDD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333500"/>
            <a:ext cx="2959100" cy="800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62DA85-890A-F29A-1FE0-3F8920EE7A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724400"/>
            <a:ext cx="37084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4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E4F0-589E-ABA0-1FB9-31A570CB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61A45-EBB0-3872-A99F-7DBE003DC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77500" lnSpcReduction="20000"/>
          </a:bodyPr>
          <a:lstStyle/>
          <a:p>
            <a:r>
              <a:rPr lang="en-CA" b="1" dirty="0"/>
              <a:t>Ensures a Single Instance</a:t>
            </a:r>
          </a:p>
          <a:p>
            <a:pPr marL="0" indent="401638">
              <a:buNone/>
            </a:pPr>
            <a:r>
              <a:rPr lang="en-CA" dirty="0"/>
              <a:t>Some objects should exist only once.</a:t>
            </a:r>
          </a:p>
          <a:p>
            <a:pPr marL="0" indent="401638">
              <a:buNone/>
            </a:pPr>
            <a:r>
              <a:rPr lang="en-CA" dirty="0"/>
              <a:t>Examples:</a:t>
            </a:r>
          </a:p>
          <a:p>
            <a:pPr lvl="1"/>
            <a:r>
              <a:rPr lang="en-CA" dirty="0"/>
              <a:t>Printer manager</a:t>
            </a:r>
          </a:p>
          <a:p>
            <a:pPr lvl="1"/>
            <a:r>
              <a:rPr lang="en-CA" dirty="0"/>
              <a:t>Configuration manager</a:t>
            </a:r>
          </a:p>
          <a:p>
            <a:pPr lvl="1"/>
            <a:r>
              <a:rPr lang="en-CA" dirty="0"/>
              <a:t>Logging service</a:t>
            </a:r>
          </a:p>
          <a:p>
            <a:pPr lvl="1"/>
            <a:r>
              <a:rPr lang="en-CA" dirty="0"/>
              <a:t>Database connection manager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Provides Global Access</a:t>
            </a:r>
          </a:p>
          <a:p>
            <a:pPr marL="0" indent="401638">
              <a:buNone/>
            </a:pPr>
            <a:r>
              <a:rPr lang="en-CA" sz="3100" dirty="0"/>
              <a:t>Any part of the application can access the same instance.</a:t>
            </a:r>
          </a:p>
          <a:p>
            <a:pPr marL="0" indent="401638">
              <a:buNone/>
            </a:pPr>
            <a:endParaRPr lang="en-CA" sz="3100" dirty="0"/>
          </a:p>
          <a:p>
            <a:r>
              <a:rPr lang="en-CA" b="1" dirty="0"/>
              <a:t>Controls Shared Resources</a:t>
            </a:r>
          </a:p>
          <a:p>
            <a:pPr marL="0" indent="401638">
              <a:buNone/>
            </a:pPr>
            <a:r>
              <a:rPr lang="en-CA" sz="3100" dirty="0"/>
              <a:t>Prevents multiple objects from competing for the same resource.</a:t>
            </a:r>
            <a:br>
              <a:rPr lang="en-CA" sz="3100" dirty="0"/>
            </a:br>
            <a:endParaRPr lang="en-CA" sz="3100" dirty="0"/>
          </a:p>
          <a:p>
            <a:r>
              <a:rPr lang="en-CA" b="1" dirty="0"/>
              <a:t>Reduces Memory Usage</a:t>
            </a:r>
          </a:p>
          <a:p>
            <a:pPr marL="0" indent="401638">
              <a:buNone/>
            </a:pPr>
            <a:r>
              <a:rPr lang="en-CA" sz="3100" dirty="0"/>
              <a:t>Only one object is created.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C209D-70D3-FDDF-00F9-5B2A4AE1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0EB139-A750-0BC5-1ACB-EF01C0D0827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7FD5B1-A5E4-0DDA-C9BA-B840DFAD417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82222-14CE-27BC-27B8-660258BD0C5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FFB62E9-6EA6-4E40-7835-E69D0ECFF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708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E891-8729-065E-5550-41608FA6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EC37-1F8B-857B-DCA2-D6C5CAF47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b="1" dirty="0"/>
              <a:t>President of a Country</a:t>
            </a:r>
          </a:p>
          <a:p>
            <a:pPr marL="0" indent="360363">
              <a:buNone/>
            </a:pPr>
            <a:r>
              <a:rPr lang="en-CA" sz="2800" dirty="0"/>
              <a:t>A country typically has:</a:t>
            </a:r>
          </a:p>
          <a:p>
            <a:pPr marL="0" indent="360363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One President</a:t>
            </a:r>
          </a:p>
          <a:p>
            <a:pPr marL="0" indent="360363">
              <a:buNone/>
            </a:pPr>
            <a:r>
              <a:rPr lang="en-CA" sz="2800" dirty="0"/>
              <a:t>Everyone refers to the same president.</a:t>
            </a:r>
          </a:p>
          <a:p>
            <a:pPr marL="0" indent="360363">
              <a:buNone/>
            </a:pPr>
            <a:r>
              <a:rPr lang="en-CA" sz="2800" dirty="0"/>
              <a:t>You do not create:</a:t>
            </a:r>
          </a:p>
          <a:p>
            <a:pPr marL="0" indent="360363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President #1</a:t>
            </a:r>
          </a:p>
          <a:p>
            <a:pPr marL="0" indent="360363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President #2</a:t>
            </a:r>
          </a:p>
          <a:p>
            <a:pPr marL="0" indent="360363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President #3</a:t>
            </a:r>
          </a:p>
          <a:p>
            <a:pPr marL="0" indent="360363">
              <a:buNone/>
            </a:pPr>
            <a:r>
              <a:rPr lang="en-CA" sz="2800"/>
              <a:t>	every </a:t>
            </a:r>
            <a:r>
              <a:rPr lang="en-CA" sz="2800" dirty="0"/>
              <a:t>time someone needs access.</a:t>
            </a:r>
          </a:p>
          <a:p>
            <a:pPr marL="0" indent="360363">
              <a:buNone/>
            </a:pPr>
            <a:r>
              <a:rPr lang="en-CA" sz="2800" dirty="0"/>
              <a:t>Instead:</a:t>
            </a:r>
          </a:p>
          <a:p>
            <a:pPr marL="0" indent="360363">
              <a:buNone/>
            </a:pP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getPresident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CA" sz="2800" dirty="0"/>
              <a:t>	returns the same person.</a:t>
            </a:r>
          </a:p>
          <a:p>
            <a:pPr marL="0" indent="0">
              <a:buNone/>
            </a:pPr>
            <a:endParaRPr lang="en-CA" sz="2800" dirty="0"/>
          </a:p>
          <a:p>
            <a:pPr marL="0" indent="360363">
              <a:buNone/>
            </a:pPr>
            <a:endParaRPr lang="en-CA" sz="28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6E565-F50F-CE7F-4CC8-A55568D1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ACC476-DAC0-501B-48C3-54824AC857C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331E0A-D296-DC97-4AD6-93EF5FB8374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D4884-5A62-B927-FD34-82DCB6B8CABF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222A60A-6200-008B-1D92-527ADE354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524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FBFD-11E8-3926-A269-042DD14AB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76F8-D5D0-D5BA-0480-74FAC73D9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Participants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CA" b="1" dirty="0"/>
              <a:t>Singleton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Holds the single instance.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Prevents external instantiation.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Provides access through a static method.</a:t>
            </a:r>
          </a:p>
          <a:p>
            <a:pPr marL="914400" lvl="2" indent="0">
              <a:buNone/>
            </a:pPr>
            <a:endParaRPr lang="en-CA" dirty="0"/>
          </a:p>
          <a:p>
            <a:pPr lvl="1"/>
            <a:r>
              <a:rPr lang="en-CA" b="1" dirty="0"/>
              <a:t>Client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Requests the instance.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/>
              <a:t>Uses the singleton object.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7AB9E-FCA9-A025-0136-C0B4B87B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4FCFA-B8C8-BABA-9047-BA109A40BA1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551188-ED65-8758-D5BB-592D1B9C56A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/>
              <a:t>Singleton </a:t>
            </a:r>
            <a:r>
              <a:rPr lang="en-US" sz="2800" b="1" dirty="0"/>
              <a:t>Pattern 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B6A47-6BC3-8B98-2EE3-1E792A5ABC4B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CFC22A11-D7B3-1FE4-CECC-8324240DB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31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8A1F-6761-4541-7A90-B246D8FE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9C5B4-DC8A-21E2-53A8-600D2B92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F74D1B-9CD8-AB30-5302-78296F040BF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B039D79-0A13-6CB3-5D29-EB10B3CD856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Singleton Pattern – Class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A6299-93C5-178F-59B4-69A7CE7FB32A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CA867AF-28DA-6553-0941-C6DB6C286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CAF6EC-9B06-4225-02C0-B7C79DD99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993476"/>
            <a:ext cx="3810000" cy="537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0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D90D2-BB74-00FE-FA3D-D47FAC7F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9988B-D882-3BB4-EB47-5CDCD1DF3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dirty="0"/>
              <a:t>Suppose an application needs a single logger.</a:t>
            </a:r>
          </a:p>
          <a:p>
            <a:pPr lvl="1"/>
            <a:r>
              <a:rPr lang="en-CA" b="1" dirty="0"/>
              <a:t>Without Singleton</a:t>
            </a:r>
          </a:p>
          <a:p>
            <a:pPr lvl="1"/>
            <a:endParaRPr lang="en-CA" b="1" dirty="0"/>
          </a:p>
          <a:p>
            <a:pPr lvl="1"/>
            <a:endParaRPr lang="en-CA" b="1" dirty="0"/>
          </a:p>
          <a:p>
            <a:pPr marL="457200" lvl="1" indent="0">
              <a:buNone/>
            </a:pPr>
            <a:r>
              <a:rPr lang="en-CA" dirty="0"/>
              <a:t>	Multiple loggers may write inconsistently.</a:t>
            </a:r>
          </a:p>
          <a:p>
            <a:pPr lvl="1"/>
            <a:r>
              <a:rPr lang="en-CA" b="1" dirty="0"/>
              <a:t>With Singleton</a:t>
            </a:r>
          </a:p>
          <a:p>
            <a:pPr marL="457200" lvl="1" indent="0">
              <a:buNone/>
            </a:pPr>
            <a:r>
              <a:rPr lang="en-CA" dirty="0"/>
              <a:t>	All classes share: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6129E-3E2D-5A11-D0EB-124EF1FB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85EAA2-4385-C2FF-7DEC-AB778DB655A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ABC16C-556A-BC19-12AF-84DEBCDFDB3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/>
              <a:t>Example: Logger</a:t>
            </a:r>
            <a:endParaRPr lang="en-US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74453-998D-CE78-73E2-BB8B23A01E29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2C320E41-4330-C037-3A94-C434307A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101BDE-CECB-BA92-3ABF-DC5C337B4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200"/>
            <a:ext cx="3548380" cy="838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1EAF6E-2D43-86C8-1302-C33C7FF7B8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4648200"/>
            <a:ext cx="276265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CC21-5BE4-CD3E-63B3-7E5C4E6E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40B28-AE52-8806-6138-33303690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82E8EE-975A-E4D8-774D-C355F5FC2B3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16D7CB-D940-1DFF-FA0D-42013551D38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AA0D4-9783-76E3-30F6-754E34181BA4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E7CC236E-D5FB-FFBA-F900-43B2C138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2E77C9-0C78-A31C-F15E-5238DFF0F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1" y="828020"/>
            <a:ext cx="4489022" cy="56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24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8FA5-20D0-290A-CCA7-6F295E71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155F1-19A4-2CD5-773D-C2ADC5B6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82935F-75E8-E5B9-CB3B-53DF885F1B1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29AE17-0F93-E6A3-7602-996D2418FEE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4C9A5-1B9E-992F-F279-61B0B130E880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D895672B-C096-74B3-1619-935001BB6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38E222-B359-752F-73E7-F9FDFF27E0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2" y="990600"/>
            <a:ext cx="4965700" cy="4660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AC01F2-F23D-8602-8D2B-A36622ADE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851477"/>
            <a:ext cx="3035300" cy="21717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8736C2-52AD-05A7-D2E7-077E4CF2CB0B}"/>
              </a:ext>
            </a:extLst>
          </p:cNvPr>
          <p:cNvSpPr txBox="1"/>
          <p:nvPr/>
        </p:nvSpPr>
        <p:spPr>
          <a:xfrm>
            <a:off x="5271655" y="4410037"/>
            <a:ext cx="30353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dirty="0"/>
              <a:t>Notice:</a:t>
            </a:r>
          </a:p>
          <a:p>
            <a:pPr>
              <a:buNone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Logger created</a:t>
            </a:r>
          </a:p>
          <a:p>
            <a:r>
              <a:rPr lang="en-CA" dirty="0"/>
              <a:t>appears only once.</a:t>
            </a:r>
          </a:p>
          <a:p>
            <a:r>
              <a:rPr lang="en-CA" dirty="0"/>
              <a:t>Only one object was created.</a:t>
            </a:r>
          </a:p>
          <a:p>
            <a:pPr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974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821F-5D86-C44C-2471-D170BAC9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1AF1-1F2F-7F35-9D16-EC6F7F3C5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20000"/>
          </a:bodyPr>
          <a:lstStyle/>
          <a:p>
            <a:r>
              <a:rPr lang="en-CA" sz="2800" b="1" dirty="0"/>
              <a:t>Step 1</a:t>
            </a:r>
          </a:p>
          <a:p>
            <a:pPr lvl="1"/>
            <a:r>
              <a:rPr lang="en-CA" sz="2400" dirty="0"/>
              <a:t>The first call:</a:t>
            </a:r>
          </a:p>
          <a:p>
            <a:pPr marL="457200" lvl="1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Logger.getInstance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sz="2400" dirty="0"/>
              <a:t>finds:</a:t>
            </a:r>
          </a:p>
          <a:p>
            <a:pPr marL="457200" lvl="1" indent="0">
              <a:buNone/>
            </a:pPr>
            <a:r>
              <a:rPr lang="en-CA" sz="2400" dirty="0"/>
              <a:t>	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instance == null</a:t>
            </a:r>
          </a:p>
          <a:p>
            <a:r>
              <a:rPr lang="en-CA" sz="2800" b="1" dirty="0"/>
              <a:t>Step 2</a:t>
            </a:r>
          </a:p>
          <a:p>
            <a:pPr lvl="1"/>
            <a:r>
              <a:rPr lang="en-CA" sz="2400" dirty="0"/>
              <a:t>A new object is created:</a:t>
            </a:r>
          </a:p>
          <a:p>
            <a:pPr marL="457200" lvl="1" indent="0">
              <a:buNone/>
            </a:pPr>
            <a:r>
              <a:rPr lang="en-CA" dirty="0"/>
              <a:t>	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instance = new Logger();</a:t>
            </a:r>
          </a:p>
          <a:p>
            <a:r>
              <a:rPr lang="en-CA" sz="2800" b="1" dirty="0"/>
              <a:t>Step 3</a:t>
            </a:r>
          </a:p>
          <a:p>
            <a:pPr lvl="1"/>
            <a:r>
              <a:rPr lang="en-CA" sz="2400" dirty="0"/>
              <a:t>The instance is stored.</a:t>
            </a:r>
            <a:endParaRPr lang="en-CA" dirty="0"/>
          </a:p>
          <a:p>
            <a:r>
              <a:rPr lang="en-CA" sz="2800" b="1" dirty="0"/>
              <a:t>Step 4</a:t>
            </a:r>
          </a:p>
          <a:p>
            <a:pPr lvl="1"/>
            <a:r>
              <a:rPr lang="en-CA" sz="2400" dirty="0"/>
              <a:t>Future calls:</a:t>
            </a:r>
          </a:p>
          <a:p>
            <a:pPr marL="457200" lvl="1" indent="0">
              <a:buNone/>
            </a:pPr>
            <a:r>
              <a:rPr lang="en-CA" sz="2400" dirty="0"/>
              <a:t>	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Logger.getInstance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457200" lvl="1" indent="0">
              <a:buNone/>
            </a:pPr>
            <a:r>
              <a:rPr lang="en-CA" dirty="0"/>
              <a:t>return the existing object.</a:t>
            </a:r>
          </a:p>
          <a:p>
            <a:pPr marL="457200" lvl="1" indent="0">
              <a:buNone/>
            </a:pPr>
            <a:r>
              <a:rPr lang="en-CA" dirty="0"/>
              <a:t>No new objects are created.</a:t>
            </a:r>
          </a:p>
          <a:p>
            <a:pPr marL="457200" lvl="1" indent="0">
              <a:buNone/>
            </a:pPr>
            <a:endParaRPr lang="en-CA" sz="2400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9ECFC-3822-1E23-50CC-C7342884E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77656C-8C77-F469-52A9-E4FF32A5C25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D55377-7D25-82B7-F975-0A09FF4AF91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It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065F3-C7FC-50AA-0700-E03D3B6B8AE8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63723B8B-7720-D7F4-F1FA-5D6ECC32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84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8293-B14F-9921-C6C0-2EC0D246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378DD-A1DA-A11E-BAD1-91F18D40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D556F6-036C-E4C6-B25B-B0F3837CA9E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A6AABA-CF50-7044-2B0D-EB8ACC0BA2C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A8139-5B2D-D9C0-D354-B396E047A2E3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E2A9EB8-3406-DDFE-EF94-E903CCBDC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4D5CFE-37BA-BB68-9039-822A91837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426" y="1587931"/>
            <a:ext cx="4163147" cy="5238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87E25F-716F-A35D-FD81-39C49219740C}"/>
              </a:ext>
            </a:extLst>
          </p:cNvPr>
          <p:cNvSpPr txBox="1"/>
          <p:nvPr/>
        </p:nvSpPr>
        <p:spPr>
          <a:xfrm>
            <a:off x="110836" y="1068579"/>
            <a:ext cx="5908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How about Thread-Safe Singleton?</a:t>
            </a:r>
          </a:p>
        </p:txBody>
      </p:sp>
    </p:spTree>
    <p:extLst>
      <p:ext uri="{BB962C8B-B14F-4D97-AF65-F5344CB8AC3E}">
        <p14:creationId xmlns:p14="http://schemas.microsoft.com/office/powerpoint/2010/main" val="297397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DD47-99E5-803F-CCC1-4AA47595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9062-7356-02F1-B013-D4CDAB029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400" b="1" dirty="0"/>
              <a:t>Controlled Access</a:t>
            </a:r>
          </a:p>
          <a:p>
            <a:pPr lvl="1"/>
            <a:r>
              <a:rPr lang="en-CA" sz="2000" dirty="0"/>
              <a:t>Only one instance exists.</a:t>
            </a:r>
          </a:p>
          <a:p>
            <a:r>
              <a:rPr lang="en-CA" sz="2400" b="1" dirty="0"/>
              <a:t>Global Availability</a:t>
            </a:r>
          </a:p>
          <a:p>
            <a:pPr lvl="1"/>
            <a:r>
              <a:rPr lang="en-CA" sz="2000" dirty="0"/>
              <a:t>Accessible from anywhere.</a:t>
            </a:r>
            <a:endParaRPr lang="en-CA" sz="2400" dirty="0"/>
          </a:p>
          <a:p>
            <a:r>
              <a:rPr lang="en-CA" sz="2400" b="1" dirty="0"/>
              <a:t>Saves Memory</a:t>
            </a:r>
          </a:p>
          <a:p>
            <a:pPr lvl="1"/>
            <a:r>
              <a:rPr lang="en-CA" sz="2000" dirty="0"/>
              <a:t>Only one object is created.</a:t>
            </a:r>
            <a:endParaRPr lang="en-CA" sz="2400" dirty="0"/>
          </a:p>
          <a:p>
            <a:r>
              <a:rPr lang="en-CA" sz="2400" b="1" dirty="0"/>
              <a:t>Consistent State</a:t>
            </a:r>
          </a:p>
          <a:p>
            <a:pPr lvl="1"/>
            <a:r>
              <a:rPr lang="en-CA" sz="2000" dirty="0"/>
              <a:t>All clients share the same data.</a:t>
            </a:r>
            <a:endParaRPr lang="en-CA" sz="2400" dirty="0"/>
          </a:p>
          <a:p>
            <a:r>
              <a:rPr lang="en-CA" sz="2400" b="1" dirty="0"/>
              <a:t>Useful for Shared Resources</a:t>
            </a:r>
          </a:p>
          <a:p>
            <a:pPr marL="457200" lvl="1" indent="0">
              <a:buNone/>
            </a:pPr>
            <a:r>
              <a:rPr lang="en-CA" sz="2000" dirty="0"/>
              <a:t>Examples:</a:t>
            </a:r>
          </a:p>
          <a:p>
            <a:pPr lvl="2">
              <a:buFont typeface="Wingdings" pitchFamily="2" charset="2"/>
              <a:buChar char="Ø"/>
            </a:pPr>
            <a:r>
              <a:rPr lang="en-CA" sz="1600" dirty="0"/>
              <a:t>Logging</a:t>
            </a:r>
          </a:p>
          <a:p>
            <a:pPr lvl="2">
              <a:buFont typeface="Wingdings" pitchFamily="2" charset="2"/>
              <a:buChar char="Ø"/>
            </a:pPr>
            <a:r>
              <a:rPr lang="en-CA" sz="1600" dirty="0"/>
              <a:t>Configuration</a:t>
            </a:r>
          </a:p>
          <a:p>
            <a:pPr lvl="2">
              <a:buFont typeface="Wingdings" pitchFamily="2" charset="2"/>
              <a:buChar char="Ø"/>
            </a:pPr>
            <a:r>
              <a:rPr lang="en-CA" sz="1600" dirty="0"/>
              <a:t>Caching</a:t>
            </a:r>
          </a:p>
          <a:p>
            <a:pPr lvl="2">
              <a:buFont typeface="Wingdings" pitchFamily="2" charset="2"/>
              <a:buChar char="Ø"/>
            </a:pPr>
            <a:r>
              <a:rPr lang="en-CA" sz="1600" dirty="0"/>
              <a:t>Printing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FE7810-9B5B-4D14-6968-9DB5D1EA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4152EA-A6AA-3E4B-5B3D-3A607480E070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A29025-9BFC-EBBF-FD14-B62ED42F93C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4BAB6-1FBC-B1D9-118D-AAAACE5776B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25E59F05-45B1-DAD1-628E-BCEDF7416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540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1530-2C67-67A2-3BE2-ED1B30A5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5728A-6C81-9762-9E55-8E15331C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lnSpcReduction="10000"/>
          </a:bodyPr>
          <a:lstStyle/>
          <a:p>
            <a:r>
              <a:rPr lang="en-CA" sz="2800" b="1" dirty="0"/>
              <a:t>Global State</a:t>
            </a:r>
          </a:p>
          <a:p>
            <a:pPr lvl="1"/>
            <a:r>
              <a:rPr lang="en-CA" sz="2400" dirty="0"/>
              <a:t>Singletons behave similarly to global variables.</a:t>
            </a:r>
          </a:p>
          <a:p>
            <a:pPr lvl="1"/>
            <a:r>
              <a:rPr lang="en-CA" sz="2400" dirty="0"/>
              <a:t>This can increase coupling.</a:t>
            </a:r>
            <a:endParaRPr lang="en-CA" sz="2800" dirty="0"/>
          </a:p>
          <a:p>
            <a:r>
              <a:rPr lang="en-CA" sz="2800" b="1" dirty="0"/>
              <a:t>Difficult Testing</a:t>
            </a:r>
          </a:p>
          <a:p>
            <a:pPr lvl="1"/>
            <a:r>
              <a:rPr lang="en-CA" sz="2400" dirty="0"/>
              <a:t>Mocking and unit testing can become harder.</a:t>
            </a:r>
            <a:endParaRPr lang="en-CA" sz="2800" dirty="0"/>
          </a:p>
          <a:p>
            <a:r>
              <a:rPr lang="en-CA" sz="2800" b="1" dirty="0"/>
              <a:t>Hidden Dependencies</a:t>
            </a:r>
          </a:p>
          <a:p>
            <a:pPr lvl="1"/>
            <a:r>
              <a:rPr lang="en-CA" sz="2400" dirty="0"/>
              <a:t>Classes may rely on the singleton without explicit dependencies.</a:t>
            </a:r>
            <a:endParaRPr lang="en-CA" sz="2800" dirty="0"/>
          </a:p>
          <a:p>
            <a:r>
              <a:rPr lang="en-CA" sz="2800" b="1" dirty="0"/>
              <a:t>Concurrency Issues</a:t>
            </a:r>
          </a:p>
          <a:p>
            <a:pPr lvl="1"/>
            <a:r>
              <a:rPr lang="en-CA" sz="2400" dirty="0"/>
              <a:t>Incorrect implementations may create multiple instances in multithreaded systems.</a:t>
            </a:r>
            <a:endParaRPr lang="en-CA" sz="2800" dirty="0"/>
          </a:p>
          <a:p>
            <a:r>
              <a:rPr lang="en-CA" sz="2800" b="1" dirty="0"/>
              <a:t>Violates Single Responsibility Principle</a:t>
            </a:r>
          </a:p>
          <a:p>
            <a:pPr lvl="1"/>
            <a:r>
              <a:rPr lang="en-CA" sz="2400" dirty="0"/>
              <a:t>The class manages both:</a:t>
            </a:r>
          </a:p>
          <a:p>
            <a:pPr lvl="2">
              <a:buFont typeface="Wingdings" pitchFamily="2" charset="2"/>
              <a:buChar char="Ø"/>
            </a:pPr>
            <a:r>
              <a:rPr lang="en-CA" sz="2000" dirty="0"/>
              <a:t>Business functionality</a:t>
            </a:r>
          </a:p>
          <a:p>
            <a:pPr lvl="2">
              <a:buFont typeface="Wingdings" pitchFamily="2" charset="2"/>
              <a:buChar char="Ø"/>
            </a:pPr>
            <a:r>
              <a:rPr lang="en-CA" sz="2000" dirty="0"/>
              <a:t>Instance creation and lifecycle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41E7A-6F5D-6361-B5A0-55C90102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493D21-DEA7-E170-F91C-F379F7BC465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9FF1AEA-1FA8-D4CD-B378-F24CA4A28CA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Disadvantages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023A6-54EF-2523-41DB-C4DD49385658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6B45C0C-B08E-7490-F833-4487CD5E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8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77BC-6131-916A-7BB5-BB09407A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0FED-A913-356A-473B-141699D2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Use Singleton when:</a:t>
            </a:r>
          </a:p>
          <a:p>
            <a:pPr lvl="1"/>
            <a:r>
              <a:rPr lang="en-CA" sz="2400" dirty="0"/>
              <a:t>Exactly one instance is required</a:t>
            </a:r>
          </a:p>
          <a:p>
            <a:pPr lvl="1"/>
            <a:r>
              <a:rPr lang="en-CA" sz="2400" dirty="0"/>
              <a:t>Examples: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 err="1"/>
              <a:t>ConfigurationManager</a:t>
            </a:r>
            <a:endParaRPr lang="en-CA" dirty="0"/>
          </a:p>
          <a:p>
            <a:pPr lvl="2">
              <a:buFont typeface="Wingdings" pitchFamily="2" charset="2"/>
              <a:buChar char="Ø"/>
            </a:pPr>
            <a:r>
              <a:rPr lang="en-CA" dirty="0"/>
              <a:t>Logger</a:t>
            </a:r>
          </a:p>
          <a:p>
            <a:pPr lvl="2">
              <a:buFont typeface="Wingdings" pitchFamily="2" charset="2"/>
              <a:buChar char="Ø"/>
            </a:pPr>
            <a:r>
              <a:rPr lang="en-CA" dirty="0" err="1"/>
              <a:t>PrinterManager</a:t>
            </a:r>
            <a:endParaRPr lang="en-CA" dirty="0"/>
          </a:p>
          <a:p>
            <a:r>
              <a:rPr lang="en-CA" sz="2800" dirty="0"/>
              <a:t>Shared access is needed</a:t>
            </a:r>
          </a:p>
          <a:p>
            <a:pPr lvl="1"/>
            <a:r>
              <a:rPr lang="en-CA" sz="2400" dirty="0"/>
              <a:t>Many classes must use the same object.</a:t>
            </a:r>
          </a:p>
          <a:p>
            <a:r>
              <a:rPr lang="en-CA" sz="2800" dirty="0"/>
              <a:t>Centralized control is required</a:t>
            </a:r>
          </a:p>
          <a:p>
            <a:pPr lvl="1"/>
            <a:r>
              <a:rPr lang="en-CA" sz="2400" dirty="0"/>
              <a:t>One object coordinates a resource.</a:t>
            </a:r>
          </a:p>
          <a:p>
            <a:r>
              <a:rPr lang="en-CA" sz="2800" dirty="0"/>
              <a:t>Global state is acceptable</a:t>
            </a:r>
          </a:p>
          <a:p>
            <a:pPr lvl="1">
              <a:lnSpc>
                <a:spcPct val="90000"/>
              </a:lnSpc>
            </a:pPr>
            <a:r>
              <a:rPr lang="en-CA" sz="2400" dirty="0"/>
              <a:t>The application needs a single point of coordination.</a:t>
            </a:r>
          </a:p>
          <a:p>
            <a:pPr marL="914400" lvl="2" indent="0">
              <a:buNone/>
            </a:pPr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1A0BC-5857-563B-3609-49BDD9C7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5026B7-B097-BB7B-CF4C-CAF1BC0513B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D9ED38-9F01-CB15-B7F7-9F4087749FC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to Use Singleton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CA8E4D-86F3-3589-84D7-E6C51CB19BD9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90832CD6-1414-A98E-F25F-559C3DECA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661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0C7F-2C6D-E706-A491-2F3FFBFE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15CA-B40E-F026-8A7F-3927AEACE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CA" sz="2800" dirty="0"/>
              <a:t>The Singleton Pattern answers the question:</a:t>
            </a:r>
          </a:p>
          <a:p>
            <a:endParaRPr lang="en-CA" sz="2800" dirty="0"/>
          </a:p>
          <a:p>
            <a:pPr marL="0" indent="0" algn="ctr">
              <a:buNone/>
            </a:pPr>
            <a:r>
              <a:rPr lang="en-CA" sz="2800" b="1" dirty="0"/>
              <a:t>“How can we guarantee that only one object of a class exists and that everyone uses the same object?”</a:t>
            </a:r>
            <a:endParaRPr lang="en-CA" sz="2800" dirty="0"/>
          </a:p>
          <a:p>
            <a:endParaRPr lang="en-CA" sz="2800" dirty="0"/>
          </a:p>
          <a:p>
            <a:r>
              <a:rPr lang="en-CA" sz="2800" dirty="0"/>
              <a:t>It does this by:</a:t>
            </a:r>
          </a:p>
          <a:p>
            <a:pPr lvl="1"/>
            <a:r>
              <a:rPr lang="en-CA" sz="2400" dirty="0"/>
              <a:t>Making the constructor private.</a:t>
            </a:r>
          </a:p>
          <a:p>
            <a:pPr lvl="1"/>
            <a:r>
              <a:rPr lang="en-CA" sz="2400" dirty="0"/>
              <a:t>Storing a single static instance.</a:t>
            </a:r>
          </a:p>
          <a:p>
            <a:pPr lvl="1"/>
            <a:r>
              <a:rPr lang="en-CA" sz="2400" dirty="0"/>
              <a:t>Providing a public method (typically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getInstance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400" dirty="0"/>
              <a:t>) to access that instance.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E958E-F90A-300E-B2B1-9C2E109D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FBAD37-ECB8-CB14-7A77-9F26D757FFB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2F1BF9-7D97-FB5A-1813-C3EF38BA11B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Key Insight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09720-5F7C-2B7F-08BC-E179E4C56CB2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B9BC28B1-A8E1-CF86-CF0D-D8AE50F2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246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4522-8832-99DF-ADA8-E6A2E995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AB529-F3B5-3D52-828F-8116F71A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373482-69FB-D977-AB4E-5D151E337338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BA4F9C-1E48-3018-E0C4-0DA3D3EF9F6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F1418-3E65-33A0-A3AD-F07803A95906}"/>
              </a:ext>
            </a:extLst>
          </p:cNvPr>
          <p:cNvSpPr txBox="1"/>
          <p:nvPr/>
        </p:nvSpPr>
        <p:spPr>
          <a:xfrm>
            <a:off x="0" y="-10297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cs typeface="Times New Roman" panose="02020603050405020304" pitchFamily="18" charset="0"/>
              </a:rPr>
              <a:t>Big Data Analytics and Database Design</a:t>
            </a:r>
          </a:p>
        </p:txBody>
      </p:sp>
      <p:pic>
        <p:nvPicPr>
          <p:cNvPr id="11" name="Picture 2" descr="http://cou.on.ca/wp-content/uploads/2015/04/University-of-Windsor.png">
            <a:extLst>
              <a:ext uri="{FF2B5EF4-FFF2-40B4-BE49-F238E27FC236}">
                <a16:creationId xmlns:a16="http://schemas.microsoft.com/office/drawing/2014/main" id="{16113ECB-9D8A-69FC-BD3F-4E2974870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0"/>
            <a:ext cx="762000" cy="28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EB78FD-7CDA-B6AE-4229-F60F2FA74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859781"/>
              </p:ext>
            </p:extLst>
          </p:nvPr>
        </p:nvGraphicFramePr>
        <p:xfrm>
          <a:off x="457200" y="851477"/>
          <a:ext cx="8229600" cy="41148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98063539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63844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Aspect</a:t>
                      </a:r>
                      <a:endParaRPr lang="en-CA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Singleton Pattern</a:t>
                      </a:r>
                      <a:endParaRPr lang="en-CA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3151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Category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Creational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1651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Purpose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Ensure one instance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35900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Main Technique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Private constructor + static instance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8876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Object Creation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Controlled internally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97847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Number of Instances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Exactly one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96678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Common Examples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Logger, Configuration Manager, Printer Manager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2259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Main Advantage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Consistent shared access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501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</a:rPr>
                        <a:t>Main Disadvantage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effectLst/>
                        </a:rPr>
                        <a:t>Global state and testing challenges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990523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69CDABB-1330-6168-998D-42B216323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0" y="5078557"/>
            <a:ext cx="2235200" cy="16637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1775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22256</TotalTime>
  <Words>773</Words>
  <Application>Microsoft Macintosh PowerPoint</Application>
  <PresentationFormat>On-screen Show (4:3)</PresentationFormat>
  <Paragraphs>207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Office Theme</vt:lpstr>
      <vt:lpstr>Object-Oriented Software Analysis &amp; Design (COMP-3220)  Lecture 5  Singleton Pattern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3401</cp:revision>
  <dcterms:created xsi:type="dcterms:W3CDTF">2006-08-16T00:00:00Z</dcterms:created>
  <dcterms:modified xsi:type="dcterms:W3CDTF">2026-06-09T18:29:39Z</dcterms:modified>
</cp:coreProperties>
</file>