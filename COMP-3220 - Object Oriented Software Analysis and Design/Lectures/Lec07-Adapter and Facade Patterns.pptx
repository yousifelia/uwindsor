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375" r:id="rId3"/>
    <p:sldId id="361" r:id="rId4"/>
    <p:sldId id="392" r:id="rId5"/>
    <p:sldId id="393" r:id="rId6"/>
    <p:sldId id="363" r:id="rId7"/>
    <p:sldId id="365" r:id="rId8"/>
    <p:sldId id="364" r:id="rId9"/>
    <p:sldId id="367" r:id="rId10"/>
    <p:sldId id="368" r:id="rId11"/>
    <p:sldId id="362" r:id="rId12"/>
    <p:sldId id="369" r:id="rId13"/>
    <p:sldId id="370" r:id="rId14"/>
    <p:sldId id="371" r:id="rId15"/>
    <p:sldId id="372" r:id="rId16"/>
    <p:sldId id="373" r:id="rId17"/>
    <p:sldId id="374" r:id="rId18"/>
    <p:sldId id="394" r:id="rId19"/>
    <p:sldId id="376" r:id="rId20"/>
    <p:sldId id="377" r:id="rId21"/>
    <p:sldId id="395" r:id="rId22"/>
    <p:sldId id="378" r:id="rId23"/>
    <p:sldId id="379" r:id="rId24"/>
    <p:sldId id="380" r:id="rId25"/>
    <p:sldId id="381" r:id="rId26"/>
    <p:sldId id="382" r:id="rId27"/>
    <p:sldId id="383" r:id="rId28"/>
    <p:sldId id="384" r:id="rId29"/>
    <p:sldId id="385" r:id="rId30"/>
    <p:sldId id="386" r:id="rId31"/>
    <p:sldId id="387" r:id="rId32"/>
    <p:sldId id="388" r:id="rId33"/>
    <p:sldId id="389" r:id="rId34"/>
    <p:sldId id="390" r:id="rId35"/>
    <p:sldId id="396" r:id="rId36"/>
    <p:sldId id="391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008000"/>
    <a:srgbClr val="D60093"/>
    <a:srgbClr val="FF339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319DD0-BA92-E448-9F89-32CDCBDEBAB7}" v="69" dt="2026-06-24T14:58:23.2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14" autoAdjust="0"/>
    <p:restoredTop sz="96301" autoAdjust="0"/>
  </p:normalViewPr>
  <p:slideViewPr>
    <p:cSldViewPr>
      <p:cViewPr varScale="1">
        <p:scale>
          <a:sx n="123" d="100"/>
          <a:sy n="123" d="100"/>
        </p:scale>
        <p:origin x="1576" y="1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eed Samet" userId="cfbf7cda-a3f0-4a18-b58e-e4747a47ab2e" providerId="ADAL" clId="{1DAAA582-D431-51E1-B726-79BB57AE61A7}"/>
    <pc:docChg chg="undo custSel addSld delSld modSld sldOrd">
      <pc:chgData name="Saeed Samet" userId="cfbf7cda-a3f0-4a18-b58e-e4747a47ab2e" providerId="ADAL" clId="{1DAAA582-D431-51E1-B726-79BB57AE61A7}" dt="2026-06-24T14:58:23.903" v="2085" actId="478"/>
      <pc:docMkLst>
        <pc:docMk/>
      </pc:docMkLst>
      <pc:sldChg chg="modSp mod">
        <pc:chgData name="Saeed Samet" userId="cfbf7cda-a3f0-4a18-b58e-e4747a47ab2e" providerId="ADAL" clId="{1DAAA582-D431-51E1-B726-79BB57AE61A7}" dt="2026-05-28T13:17:54.240" v="971" actId="20577"/>
        <pc:sldMkLst>
          <pc:docMk/>
          <pc:sldMk cId="2931880077" sldId="256"/>
        </pc:sldMkLst>
        <pc:spChg chg="mod">
          <ac:chgData name="Saeed Samet" userId="cfbf7cda-a3f0-4a18-b58e-e4747a47ab2e" providerId="ADAL" clId="{1DAAA582-D431-51E1-B726-79BB57AE61A7}" dt="2026-05-28T13:17:54.240" v="971" actId="20577"/>
          <ac:spMkLst>
            <pc:docMk/>
            <pc:sldMk cId="2931880077" sldId="256"/>
            <ac:spMk id="2" creationId="{00000000-0000-0000-0000-000000000000}"/>
          </ac:spMkLst>
        </pc:spChg>
      </pc:sldChg>
      <pc:sldChg chg="delSp modSp mod">
        <pc:chgData name="Saeed Samet" userId="cfbf7cda-a3f0-4a18-b58e-e4747a47ab2e" providerId="ADAL" clId="{1DAAA582-D431-51E1-B726-79BB57AE61A7}" dt="2026-06-24T14:57:15.967" v="2021" actId="478"/>
        <pc:sldMkLst>
          <pc:docMk/>
          <pc:sldMk cId="223137185" sldId="361"/>
        </pc:sldMkLst>
        <pc:spChg chg="mod">
          <ac:chgData name="Saeed Samet" userId="cfbf7cda-a3f0-4a18-b58e-e4747a47ab2e" providerId="ADAL" clId="{1DAAA582-D431-51E1-B726-79BB57AE61A7}" dt="2026-06-23T18:14:58.685" v="1884" actId="14"/>
          <ac:spMkLst>
            <pc:docMk/>
            <pc:sldMk cId="223137185" sldId="361"/>
            <ac:spMk id="3" creationId="{00000000-0000-0000-0000-000000000000}"/>
          </ac:spMkLst>
        </pc:spChg>
        <pc:spChg chg="mod">
          <ac:chgData name="Saeed Samet" userId="cfbf7cda-a3f0-4a18-b58e-e4747a47ab2e" providerId="ADAL" clId="{1DAAA582-D431-51E1-B726-79BB57AE61A7}" dt="2026-06-23T18:15:02.972" v="1885" actId="20577"/>
          <ac:spMkLst>
            <pc:docMk/>
            <pc:sldMk cId="223137185" sldId="361"/>
            <ac:spMk id="7" creationId="{00000000-0000-0000-0000-000000000000}"/>
          </ac:spMkLst>
        </pc:spChg>
        <pc:spChg chg="del">
          <ac:chgData name="Saeed Samet" userId="cfbf7cda-a3f0-4a18-b58e-e4747a47ab2e" providerId="ADAL" clId="{1DAAA582-D431-51E1-B726-79BB57AE61A7}" dt="2026-06-24T14:57:15.967" v="2021" actId="478"/>
          <ac:spMkLst>
            <pc:docMk/>
            <pc:sldMk cId="223137185" sldId="361"/>
            <ac:spMk id="10" creationId="{00000000-0000-0000-0000-000000000000}"/>
          </ac:spMkLst>
        </pc:spChg>
        <pc:picChg chg="del">
          <ac:chgData name="Saeed Samet" userId="cfbf7cda-a3f0-4a18-b58e-e4747a47ab2e" providerId="ADAL" clId="{1DAAA582-D431-51E1-B726-79BB57AE61A7}" dt="2026-06-24T14:57:15.228" v="2020" actId="478"/>
          <ac:picMkLst>
            <pc:docMk/>
            <pc:sldMk cId="223137185" sldId="361"/>
            <ac:picMk id="11" creationId="{00000000-0000-0000-0000-000000000000}"/>
          </ac:picMkLst>
        </pc:picChg>
      </pc:sldChg>
      <pc:sldChg chg="addSp delSp modSp mod">
        <pc:chgData name="Saeed Samet" userId="cfbf7cda-a3f0-4a18-b58e-e4747a47ab2e" providerId="ADAL" clId="{1DAAA582-D431-51E1-B726-79BB57AE61A7}" dt="2026-06-24T14:57:32.622" v="2037" actId="478"/>
        <pc:sldMkLst>
          <pc:docMk/>
          <pc:sldMk cId="1097590877" sldId="362"/>
        </pc:sldMkLst>
        <pc:spChg chg="mod">
          <ac:chgData name="Saeed Samet" userId="cfbf7cda-a3f0-4a18-b58e-e4747a47ab2e" providerId="ADAL" clId="{1DAAA582-D431-51E1-B726-79BB57AE61A7}" dt="2026-05-28T19:50:43.947" v="1828"/>
          <ac:spMkLst>
            <pc:docMk/>
            <pc:sldMk cId="1097590877" sldId="362"/>
            <ac:spMk id="7" creationId="{E6F107F8-F16C-8834-B581-2BE6B412DFEB}"/>
          </ac:spMkLst>
        </pc:spChg>
        <pc:spChg chg="del">
          <ac:chgData name="Saeed Samet" userId="cfbf7cda-a3f0-4a18-b58e-e4747a47ab2e" providerId="ADAL" clId="{1DAAA582-D431-51E1-B726-79BB57AE61A7}" dt="2026-06-24T14:57:32.622" v="2037" actId="478"/>
          <ac:spMkLst>
            <pc:docMk/>
            <pc:sldMk cId="1097590877" sldId="362"/>
            <ac:spMk id="10" creationId="{62DD3F2A-0FA3-5166-EA73-111C2F5EBC3F}"/>
          </ac:spMkLst>
        </pc:spChg>
        <pc:spChg chg="mod">
          <ac:chgData name="Saeed Samet" userId="cfbf7cda-a3f0-4a18-b58e-e4747a47ab2e" providerId="ADAL" clId="{1DAAA582-D431-51E1-B726-79BB57AE61A7}" dt="2026-05-28T14:07:31.820" v="1145" actId="27636"/>
          <ac:spMkLst>
            <pc:docMk/>
            <pc:sldMk cId="1097590877" sldId="362"/>
            <ac:spMk id="12" creationId="{11F29BF5-1DF2-CD27-28CB-588CFF3C8986}"/>
          </ac:spMkLst>
        </pc:spChg>
        <pc:picChg chg="add mod">
          <ac:chgData name="Saeed Samet" userId="cfbf7cda-a3f0-4a18-b58e-e4747a47ab2e" providerId="ADAL" clId="{1DAAA582-D431-51E1-B726-79BB57AE61A7}" dt="2026-06-23T18:27:14.536" v="1913" actId="1076"/>
          <ac:picMkLst>
            <pc:docMk/>
            <pc:sldMk cId="1097590877" sldId="362"/>
            <ac:picMk id="4" creationId="{F0E4CD70-A23F-3F1B-51EB-C2743B04B1A7}"/>
          </ac:picMkLst>
        </pc:picChg>
        <pc:picChg chg="del">
          <ac:chgData name="Saeed Samet" userId="cfbf7cda-a3f0-4a18-b58e-e4747a47ab2e" providerId="ADAL" clId="{1DAAA582-D431-51E1-B726-79BB57AE61A7}" dt="2026-06-24T14:57:31.966" v="2036" actId="478"/>
          <ac:picMkLst>
            <pc:docMk/>
            <pc:sldMk cId="1097590877" sldId="362"/>
            <ac:picMk id="11" creationId="{A4A3381B-F077-DDEB-283B-2D58B710C1E6}"/>
          </ac:picMkLst>
        </pc:picChg>
        <pc:picChg chg="del mod">
          <ac:chgData name="Saeed Samet" userId="cfbf7cda-a3f0-4a18-b58e-e4747a47ab2e" providerId="ADAL" clId="{1DAAA582-D431-51E1-B726-79BB57AE61A7}" dt="2026-06-23T18:27:01.333" v="1910" actId="478"/>
          <ac:picMkLst>
            <pc:docMk/>
            <pc:sldMk cId="1097590877" sldId="362"/>
            <ac:picMk id="14" creationId="{B8A1CF86-DB85-0C08-150E-76D9CED8D93C}"/>
          </ac:picMkLst>
        </pc:picChg>
      </pc:sldChg>
      <pc:sldChg chg="addSp delSp modSp add mod ord">
        <pc:chgData name="Saeed Samet" userId="cfbf7cda-a3f0-4a18-b58e-e4747a47ab2e" providerId="ADAL" clId="{1DAAA582-D431-51E1-B726-79BB57AE61A7}" dt="2026-06-24T14:57:22.506" v="2027" actId="478"/>
        <pc:sldMkLst>
          <pc:docMk/>
          <pc:sldMk cId="3523902345" sldId="363"/>
        </pc:sldMkLst>
        <pc:spChg chg="mod">
          <ac:chgData name="Saeed Samet" userId="cfbf7cda-a3f0-4a18-b58e-e4747a47ab2e" providerId="ADAL" clId="{1DAAA582-D431-51E1-B726-79BB57AE61A7}" dt="2026-05-28T13:47:06.369" v="1053" actId="15"/>
          <ac:spMkLst>
            <pc:docMk/>
            <pc:sldMk cId="3523902345" sldId="363"/>
            <ac:spMk id="3" creationId="{398B1035-79A4-E7F6-A4A7-BADCC9EC7350}"/>
          </ac:spMkLst>
        </pc:spChg>
        <pc:spChg chg="mod">
          <ac:chgData name="Saeed Samet" userId="cfbf7cda-a3f0-4a18-b58e-e4747a47ab2e" providerId="ADAL" clId="{1DAAA582-D431-51E1-B726-79BB57AE61A7}" dt="2026-05-28T13:46:43.105" v="1046" actId="20577"/>
          <ac:spMkLst>
            <pc:docMk/>
            <pc:sldMk cId="3523902345" sldId="363"/>
            <ac:spMk id="7" creationId="{97D5F917-FD4B-24E0-7F47-D662932DE941}"/>
          </ac:spMkLst>
        </pc:spChg>
        <pc:spChg chg="del">
          <ac:chgData name="Saeed Samet" userId="cfbf7cda-a3f0-4a18-b58e-e4747a47ab2e" providerId="ADAL" clId="{1DAAA582-D431-51E1-B726-79BB57AE61A7}" dt="2026-06-24T14:57:22.506" v="2027" actId="478"/>
          <ac:spMkLst>
            <pc:docMk/>
            <pc:sldMk cId="3523902345" sldId="363"/>
            <ac:spMk id="10" creationId="{08797DC5-2E64-354E-CFF7-33A8C46FAD2E}"/>
          </ac:spMkLst>
        </pc:spChg>
        <pc:picChg chg="add mod">
          <ac:chgData name="Saeed Samet" userId="cfbf7cda-a3f0-4a18-b58e-e4747a47ab2e" providerId="ADAL" clId="{1DAAA582-D431-51E1-B726-79BB57AE61A7}" dt="2026-05-28T13:48:04.155" v="1057" actId="1076"/>
          <ac:picMkLst>
            <pc:docMk/>
            <pc:sldMk cId="3523902345" sldId="363"/>
            <ac:picMk id="4" creationId="{9C9F9DBB-5C13-EC07-F702-9C22E9FAD0B9}"/>
          </ac:picMkLst>
        </pc:picChg>
        <pc:picChg chg="del">
          <ac:chgData name="Saeed Samet" userId="cfbf7cda-a3f0-4a18-b58e-e4747a47ab2e" providerId="ADAL" clId="{1DAAA582-D431-51E1-B726-79BB57AE61A7}" dt="2026-06-24T14:57:21.860" v="2026" actId="478"/>
          <ac:picMkLst>
            <pc:docMk/>
            <pc:sldMk cId="3523902345" sldId="363"/>
            <ac:picMk id="11" creationId="{3FD24B33-B04F-B0B7-B76C-E864E424B352}"/>
          </ac:picMkLst>
        </pc:picChg>
      </pc:sldChg>
      <pc:sldChg chg="delSp modSp add mod ord">
        <pc:chgData name="Saeed Samet" userId="cfbf7cda-a3f0-4a18-b58e-e4747a47ab2e" providerId="ADAL" clId="{1DAAA582-D431-51E1-B726-79BB57AE61A7}" dt="2026-06-24T14:57:26.538" v="2031" actId="478"/>
        <pc:sldMkLst>
          <pc:docMk/>
          <pc:sldMk cId="2019240581" sldId="364"/>
        </pc:sldMkLst>
        <pc:spChg chg="mod">
          <ac:chgData name="Saeed Samet" userId="cfbf7cda-a3f0-4a18-b58e-e4747a47ab2e" providerId="ADAL" clId="{1DAAA582-D431-51E1-B726-79BB57AE61A7}" dt="2026-05-28T13:58:32.142" v="1124" actId="108"/>
          <ac:spMkLst>
            <pc:docMk/>
            <pc:sldMk cId="2019240581" sldId="364"/>
            <ac:spMk id="3" creationId="{E40DB969-3BD8-1B13-7CAD-6247AF08E327}"/>
          </ac:spMkLst>
        </pc:spChg>
        <pc:spChg chg="mod">
          <ac:chgData name="Saeed Samet" userId="cfbf7cda-a3f0-4a18-b58e-e4747a47ab2e" providerId="ADAL" clId="{1DAAA582-D431-51E1-B726-79BB57AE61A7}" dt="2026-05-28T13:56:51.397" v="1066" actId="20577"/>
          <ac:spMkLst>
            <pc:docMk/>
            <pc:sldMk cId="2019240581" sldId="364"/>
            <ac:spMk id="7" creationId="{2FE63138-B97F-4D64-A2BD-3C77DDAB0972}"/>
          </ac:spMkLst>
        </pc:spChg>
        <pc:spChg chg="del">
          <ac:chgData name="Saeed Samet" userId="cfbf7cda-a3f0-4a18-b58e-e4747a47ab2e" providerId="ADAL" clId="{1DAAA582-D431-51E1-B726-79BB57AE61A7}" dt="2026-06-24T14:57:26.538" v="2031" actId="478"/>
          <ac:spMkLst>
            <pc:docMk/>
            <pc:sldMk cId="2019240581" sldId="364"/>
            <ac:spMk id="10" creationId="{9737F832-CAD1-6ABC-9046-A6EAE13A49C4}"/>
          </ac:spMkLst>
        </pc:spChg>
        <pc:picChg chg="del">
          <ac:chgData name="Saeed Samet" userId="cfbf7cda-a3f0-4a18-b58e-e4747a47ab2e" providerId="ADAL" clId="{1DAAA582-D431-51E1-B726-79BB57AE61A7}" dt="2026-06-24T14:57:25.868" v="2030" actId="478"/>
          <ac:picMkLst>
            <pc:docMk/>
            <pc:sldMk cId="2019240581" sldId="364"/>
            <ac:picMk id="11" creationId="{1930CD61-B51C-26B4-B560-B801D6A84D2E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7:24.599" v="2029" actId="478"/>
        <pc:sldMkLst>
          <pc:docMk/>
          <pc:sldMk cId="100773180" sldId="365"/>
        </pc:sldMkLst>
        <pc:spChg chg="del">
          <ac:chgData name="Saeed Samet" userId="cfbf7cda-a3f0-4a18-b58e-e4747a47ab2e" providerId="ADAL" clId="{1DAAA582-D431-51E1-B726-79BB57AE61A7}" dt="2026-06-24T14:57:24.599" v="2029" actId="478"/>
          <ac:spMkLst>
            <pc:docMk/>
            <pc:sldMk cId="100773180" sldId="365"/>
            <ac:spMk id="10" creationId="{AAC80783-E13A-B4DA-6E59-90C7B5F9B3CD}"/>
          </ac:spMkLst>
        </pc:spChg>
        <pc:picChg chg="mod">
          <ac:chgData name="Saeed Samet" userId="cfbf7cda-a3f0-4a18-b58e-e4747a47ab2e" providerId="ADAL" clId="{1DAAA582-D431-51E1-B726-79BB57AE61A7}" dt="2026-05-28T14:00:52.136" v="1136" actId="1076"/>
          <ac:picMkLst>
            <pc:docMk/>
            <pc:sldMk cId="100773180" sldId="365"/>
            <ac:picMk id="4" creationId="{7E198DC0-EF51-FF43-5D76-0DA1C0C98B7B}"/>
          </ac:picMkLst>
        </pc:picChg>
        <pc:picChg chg="add mod">
          <ac:chgData name="Saeed Samet" userId="cfbf7cda-a3f0-4a18-b58e-e4747a47ab2e" providerId="ADAL" clId="{1DAAA582-D431-51E1-B726-79BB57AE61A7}" dt="2026-05-28T14:00:44.634" v="1134" actId="1076"/>
          <ac:picMkLst>
            <pc:docMk/>
            <pc:sldMk cId="100773180" sldId="365"/>
            <ac:picMk id="5" creationId="{5FF2203B-589E-4286-2769-E9CDFDBE8149}"/>
          </ac:picMkLst>
        </pc:picChg>
        <pc:picChg chg="del">
          <ac:chgData name="Saeed Samet" userId="cfbf7cda-a3f0-4a18-b58e-e4747a47ab2e" providerId="ADAL" clId="{1DAAA582-D431-51E1-B726-79BB57AE61A7}" dt="2026-06-24T14:57:23.963" v="2028" actId="478"/>
          <ac:picMkLst>
            <pc:docMk/>
            <pc:sldMk cId="100773180" sldId="365"/>
            <ac:picMk id="11" creationId="{D1F0D213-DF19-9BFE-EBFA-2667670FC0C2}"/>
          </ac:picMkLst>
        </pc:picChg>
        <pc:cxnChg chg="add mod">
          <ac:chgData name="Saeed Samet" userId="cfbf7cda-a3f0-4a18-b58e-e4747a47ab2e" providerId="ADAL" clId="{1DAAA582-D431-51E1-B726-79BB57AE61A7}" dt="2026-05-28T14:06:55.320" v="1142" actId="1582"/>
          <ac:cxnSpMkLst>
            <pc:docMk/>
            <pc:sldMk cId="100773180" sldId="365"/>
            <ac:cxnSpMk id="12" creationId="{D6145628-B2D5-F08B-5947-05B6D7BB9BB2}"/>
          </ac:cxnSpMkLst>
        </pc:cxnChg>
      </pc:sldChg>
      <pc:sldChg chg="delSp modSp add mod">
        <pc:chgData name="Saeed Samet" userId="cfbf7cda-a3f0-4a18-b58e-e4747a47ab2e" providerId="ADAL" clId="{1DAAA582-D431-51E1-B726-79BB57AE61A7}" dt="2026-06-24T14:57:28.558" v="2033" actId="478"/>
        <pc:sldMkLst>
          <pc:docMk/>
          <pc:sldMk cId="1641611093" sldId="367"/>
        </pc:sldMkLst>
        <pc:spChg chg="mod">
          <ac:chgData name="Saeed Samet" userId="cfbf7cda-a3f0-4a18-b58e-e4747a47ab2e" providerId="ADAL" clId="{1DAAA582-D431-51E1-B726-79BB57AE61A7}" dt="2026-05-28T14:09:28.803" v="1193" actId="20577"/>
          <ac:spMkLst>
            <pc:docMk/>
            <pc:sldMk cId="1641611093" sldId="367"/>
            <ac:spMk id="7" creationId="{9A27B9D0-9FA8-4ABF-1160-8EFDB276BC95}"/>
          </ac:spMkLst>
        </pc:spChg>
        <pc:spChg chg="del">
          <ac:chgData name="Saeed Samet" userId="cfbf7cda-a3f0-4a18-b58e-e4747a47ab2e" providerId="ADAL" clId="{1DAAA582-D431-51E1-B726-79BB57AE61A7}" dt="2026-06-24T14:57:28.558" v="2033" actId="478"/>
          <ac:spMkLst>
            <pc:docMk/>
            <pc:sldMk cId="1641611093" sldId="367"/>
            <ac:spMk id="10" creationId="{409157BB-3395-EE0E-6AC4-183124020935}"/>
          </ac:spMkLst>
        </pc:spChg>
        <pc:picChg chg="mod">
          <ac:chgData name="Saeed Samet" userId="cfbf7cda-a3f0-4a18-b58e-e4747a47ab2e" providerId="ADAL" clId="{1DAAA582-D431-51E1-B726-79BB57AE61A7}" dt="2026-05-28T14:09:12.537" v="1157" actId="1076"/>
          <ac:picMkLst>
            <pc:docMk/>
            <pc:sldMk cId="1641611093" sldId="367"/>
            <ac:picMk id="5" creationId="{A8236853-5A51-338E-51C7-E25EFFB691E4}"/>
          </ac:picMkLst>
        </pc:picChg>
        <pc:picChg chg="del">
          <ac:chgData name="Saeed Samet" userId="cfbf7cda-a3f0-4a18-b58e-e4747a47ab2e" providerId="ADAL" clId="{1DAAA582-D431-51E1-B726-79BB57AE61A7}" dt="2026-06-24T14:57:27.929" v="2032" actId="478"/>
          <ac:picMkLst>
            <pc:docMk/>
            <pc:sldMk cId="1641611093" sldId="367"/>
            <ac:picMk id="11" creationId="{B0FD4918-2574-4B0E-9DDA-F3D8216D7CB8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7:30.580" v="2035" actId="478"/>
        <pc:sldMkLst>
          <pc:docMk/>
          <pc:sldMk cId="238699324" sldId="368"/>
        </pc:sldMkLst>
        <pc:spChg chg="mod">
          <ac:chgData name="Saeed Samet" userId="cfbf7cda-a3f0-4a18-b58e-e4747a47ab2e" providerId="ADAL" clId="{1DAAA582-D431-51E1-B726-79BB57AE61A7}" dt="2026-05-28T14:12:37.400" v="1227" actId="20577"/>
          <ac:spMkLst>
            <pc:docMk/>
            <pc:sldMk cId="238699324" sldId="368"/>
            <ac:spMk id="3" creationId="{B4A24AD4-85F6-43B5-1CB7-0E68D9E9CB30}"/>
          </ac:spMkLst>
        </pc:spChg>
        <pc:spChg chg="mod">
          <ac:chgData name="Saeed Samet" userId="cfbf7cda-a3f0-4a18-b58e-e4747a47ab2e" providerId="ADAL" clId="{1DAAA582-D431-51E1-B726-79BB57AE61A7}" dt="2026-05-28T14:10:19.550" v="1200" actId="20577"/>
          <ac:spMkLst>
            <pc:docMk/>
            <pc:sldMk cId="238699324" sldId="368"/>
            <ac:spMk id="7" creationId="{E0A94BE3-1EF7-A6E3-4CF5-96D725E28AA3}"/>
          </ac:spMkLst>
        </pc:spChg>
        <pc:spChg chg="del">
          <ac:chgData name="Saeed Samet" userId="cfbf7cda-a3f0-4a18-b58e-e4747a47ab2e" providerId="ADAL" clId="{1DAAA582-D431-51E1-B726-79BB57AE61A7}" dt="2026-06-24T14:57:30.580" v="2035" actId="478"/>
          <ac:spMkLst>
            <pc:docMk/>
            <pc:sldMk cId="238699324" sldId="368"/>
            <ac:spMk id="10" creationId="{ECB02D68-0768-6868-3C7B-24F49BD1A3A4}"/>
          </ac:spMkLst>
        </pc:spChg>
        <pc:picChg chg="add mod">
          <ac:chgData name="Saeed Samet" userId="cfbf7cda-a3f0-4a18-b58e-e4747a47ab2e" providerId="ADAL" clId="{1DAAA582-D431-51E1-B726-79BB57AE61A7}" dt="2026-05-28T14:12:55.517" v="1230" actId="1076"/>
          <ac:picMkLst>
            <pc:docMk/>
            <pc:sldMk cId="238699324" sldId="368"/>
            <ac:picMk id="4" creationId="{D5B5A2FD-B3B7-CCBD-F44B-AD62180176D0}"/>
          </ac:picMkLst>
        </pc:picChg>
        <pc:picChg chg="del">
          <ac:chgData name="Saeed Samet" userId="cfbf7cda-a3f0-4a18-b58e-e4747a47ab2e" providerId="ADAL" clId="{1DAAA582-D431-51E1-B726-79BB57AE61A7}" dt="2026-06-24T14:57:29.938" v="2034" actId="478"/>
          <ac:picMkLst>
            <pc:docMk/>
            <pc:sldMk cId="238699324" sldId="368"/>
            <ac:picMk id="11" creationId="{A5925374-9FDE-A33F-AA13-93F62A5A73ED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7:34.663" v="2039" actId="478"/>
        <pc:sldMkLst>
          <pc:docMk/>
          <pc:sldMk cId="1918700562" sldId="369"/>
        </pc:sldMkLst>
        <pc:spChg chg="mod">
          <ac:chgData name="Saeed Samet" userId="cfbf7cda-a3f0-4a18-b58e-e4747a47ab2e" providerId="ADAL" clId="{1DAAA582-D431-51E1-B726-79BB57AE61A7}" dt="2026-05-28T14:16:49.988" v="1241" actId="20577"/>
          <ac:spMkLst>
            <pc:docMk/>
            <pc:sldMk cId="1918700562" sldId="369"/>
            <ac:spMk id="7" creationId="{C90F6715-0F24-B36A-FFD0-883114BE6B75}"/>
          </ac:spMkLst>
        </pc:spChg>
        <pc:spChg chg="del">
          <ac:chgData name="Saeed Samet" userId="cfbf7cda-a3f0-4a18-b58e-e4747a47ab2e" providerId="ADAL" clId="{1DAAA582-D431-51E1-B726-79BB57AE61A7}" dt="2026-06-24T14:57:34.663" v="2039" actId="478"/>
          <ac:spMkLst>
            <pc:docMk/>
            <pc:sldMk cId="1918700562" sldId="369"/>
            <ac:spMk id="10" creationId="{419AF555-DE1F-0A7B-0AE6-21D156A01BF5}"/>
          </ac:spMkLst>
        </pc:spChg>
        <pc:picChg chg="add mod">
          <ac:chgData name="Saeed Samet" userId="cfbf7cda-a3f0-4a18-b58e-e4747a47ab2e" providerId="ADAL" clId="{1DAAA582-D431-51E1-B726-79BB57AE61A7}" dt="2026-05-28T14:18:08.398" v="1248" actId="14100"/>
          <ac:picMkLst>
            <pc:docMk/>
            <pc:sldMk cId="1918700562" sldId="369"/>
            <ac:picMk id="3" creationId="{C2EDD3BA-EB50-AEE8-D9D9-1AF99526444D}"/>
          </ac:picMkLst>
        </pc:picChg>
        <pc:picChg chg="add mod">
          <ac:chgData name="Saeed Samet" userId="cfbf7cda-a3f0-4a18-b58e-e4747a47ab2e" providerId="ADAL" clId="{1DAAA582-D431-51E1-B726-79BB57AE61A7}" dt="2026-05-28T14:18:30.966" v="1252" actId="1076"/>
          <ac:picMkLst>
            <pc:docMk/>
            <pc:sldMk cId="1918700562" sldId="369"/>
            <ac:picMk id="8" creationId="{A8E61894-22A1-57DD-D92E-E8D47D90B5D6}"/>
          </ac:picMkLst>
        </pc:picChg>
        <pc:picChg chg="del">
          <ac:chgData name="Saeed Samet" userId="cfbf7cda-a3f0-4a18-b58e-e4747a47ab2e" providerId="ADAL" clId="{1DAAA582-D431-51E1-B726-79BB57AE61A7}" dt="2026-06-24T14:57:34.006" v="2038" actId="478"/>
          <ac:picMkLst>
            <pc:docMk/>
            <pc:sldMk cId="1918700562" sldId="369"/>
            <ac:picMk id="11" creationId="{348588FF-2290-AE3B-0710-64CCEECC5B99}"/>
          </ac:picMkLst>
        </pc:picChg>
        <pc:picChg chg="add mod">
          <ac:chgData name="Saeed Samet" userId="cfbf7cda-a3f0-4a18-b58e-e4747a47ab2e" providerId="ADAL" clId="{1DAAA582-D431-51E1-B726-79BB57AE61A7}" dt="2026-05-28T14:18:37.975" v="1253" actId="1076"/>
          <ac:picMkLst>
            <pc:docMk/>
            <pc:sldMk cId="1918700562" sldId="369"/>
            <ac:picMk id="13" creationId="{E214B133-90C6-CD5F-0816-3FA374F85D15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7:36.817" v="2041" actId="478"/>
        <pc:sldMkLst>
          <pc:docMk/>
          <pc:sldMk cId="4236709627" sldId="370"/>
        </pc:sldMkLst>
        <pc:spChg chg="del">
          <ac:chgData name="Saeed Samet" userId="cfbf7cda-a3f0-4a18-b58e-e4747a47ab2e" providerId="ADAL" clId="{1DAAA582-D431-51E1-B726-79BB57AE61A7}" dt="2026-06-24T14:57:36.817" v="2041" actId="478"/>
          <ac:spMkLst>
            <pc:docMk/>
            <pc:sldMk cId="4236709627" sldId="370"/>
            <ac:spMk id="10" creationId="{2FE83CB9-128B-31B6-BDBA-C7825C1F272D}"/>
          </ac:spMkLst>
        </pc:spChg>
        <pc:picChg chg="add mod">
          <ac:chgData name="Saeed Samet" userId="cfbf7cda-a3f0-4a18-b58e-e4747a47ab2e" providerId="ADAL" clId="{1DAAA582-D431-51E1-B726-79BB57AE61A7}" dt="2026-05-28T14:19:08.861" v="1259" actId="1076"/>
          <ac:picMkLst>
            <pc:docMk/>
            <pc:sldMk cId="4236709627" sldId="370"/>
            <ac:picMk id="4" creationId="{629815A8-7F5E-AD49-41DA-3A37FA0AB906}"/>
          </ac:picMkLst>
        </pc:picChg>
        <pc:picChg chg="del">
          <ac:chgData name="Saeed Samet" userId="cfbf7cda-a3f0-4a18-b58e-e4747a47ab2e" providerId="ADAL" clId="{1DAAA582-D431-51E1-B726-79BB57AE61A7}" dt="2026-06-24T14:57:36.092" v="2040" actId="478"/>
          <ac:picMkLst>
            <pc:docMk/>
            <pc:sldMk cId="4236709627" sldId="370"/>
            <ac:picMk id="11" creationId="{53ED5A2A-222A-2AFE-0CB6-6DAD5BED3677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7:39.109" v="2043" actId="478"/>
        <pc:sldMkLst>
          <pc:docMk/>
          <pc:sldMk cId="502972443" sldId="371"/>
        </pc:sldMkLst>
        <pc:spChg chg="del">
          <ac:chgData name="Saeed Samet" userId="cfbf7cda-a3f0-4a18-b58e-e4747a47ab2e" providerId="ADAL" clId="{1DAAA582-D431-51E1-B726-79BB57AE61A7}" dt="2026-06-24T14:57:39.109" v="2043" actId="478"/>
          <ac:spMkLst>
            <pc:docMk/>
            <pc:sldMk cId="502972443" sldId="371"/>
            <ac:spMk id="10" creationId="{AB0AC925-6FDE-9C53-7335-692490ABD6BD}"/>
          </ac:spMkLst>
        </pc:spChg>
        <pc:picChg chg="mod">
          <ac:chgData name="Saeed Samet" userId="cfbf7cda-a3f0-4a18-b58e-e4747a47ab2e" providerId="ADAL" clId="{1DAAA582-D431-51E1-B726-79BB57AE61A7}" dt="2026-05-28T14:22:36.474" v="1263" actId="14100"/>
          <ac:picMkLst>
            <pc:docMk/>
            <pc:sldMk cId="502972443" sldId="371"/>
            <ac:picMk id="4" creationId="{1A8144F9-73C5-C84E-5E68-D9F0FBF6880F}"/>
          </ac:picMkLst>
        </pc:picChg>
        <pc:picChg chg="del">
          <ac:chgData name="Saeed Samet" userId="cfbf7cda-a3f0-4a18-b58e-e4747a47ab2e" providerId="ADAL" clId="{1DAAA582-D431-51E1-B726-79BB57AE61A7}" dt="2026-06-24T14:57:38.322" v="2042" actId="478"/>
          <ac:picMkLst>
            <pc:docMk/>
            <pc:sldMk cId="502972443" sldId="371"/>
            <ac:picMk id="11" creationId="{85952CA9-6B3A-3640-9D7E-8300B9A6CA39}"/>
          </ac:picMkLst>
        </pc:picChg>
      </pc:sldChg>
      <pc:sldChg chg="delSp modSp add mod ord">
        <pc:chgData name="Saeed Samet" userId="cfbf7cda-a3f0-4a18-b58e-e4747a47ab2e" providerId="ADAL" clId="{1DAAA582-D431-51E1-B726-79BB57AE61A7}" dt="2026-06-24T14:57:41.021" v="2045" actId="478"/>
        <pc:sldMkLst>
          <pc:docMk/>
          <pc:sldMk cId="702707141" sldId="372"/>
        </pc:sldMkLst>
        <pc:spChg chg="del">
          <ac:chgData name="Saeed Samet" userId="cfbf7cda-a3f0-4a18-b58e-e4747a47ab2e" providerId="ADAL" clId="{1DAAA582-D431-51E1-B726-79BB57AE61A7}" dt="2026-06-24T14:57:41.021" v="2045" actId="478"/>
          <ac:spMkLst>
            <pc:docMk/>
            <pc:sldMk cId="702707141" sldId="372"/>
            <ac:spMk id="10" creationId="{8F31220F-4323-9A48-1D96-034F4E03DF1F}"/>
          </ac:spMkLst>
        </pc:spChg>
        <pc:picChg chg="mod">
          <ac:chgData name="Saeed Samet" userId="cfbf7cda-a3f0-4a18-b58e-e4747a47ab2e" providerId="ADAL" clId="{1DAAA582-D431-51E1-B726-79BB57AE61A7}" dt="2026-05-28T14:23:02.510" v="1267" actId="14100"/>
          <ac:picMkLst>
            <pc:docMk/>
            <pc:sldMk cId="702707141" sldId="372"/>
            <ac:picMk id="4" creationId="{18FA9CD3-8DDB-D551-7870-552A98562009}"/>
          </ac:picMkLst>
        </pc:picChg>
        <pc:picChg chg="del">
          <ac:chgData name="Saeed Samet" userId="cfbf7cda-a3f0-4a18-b58e-e4747a47ab2e" providerId="ADAL" clId="{1DAAA582-D431-51E1-B726-79BB57AE61A7}" dt="2026-06-24T14:57:40.313" v="2044" actId="478"/>
          <ac:picMkLst>
            <pc:docMk/>
            <pc:sldMk cId="702707141" sldId="372"/>
            <ac:picMk id="11" creationId="{067F0D93-B663-DCE6-F75B-5704D517BCF2}"/>
          </ac:picMkLst>
        </pc:picChg>
      </pc:sldChg>
      <pc:sldChg chg="addSp delSp modSp add mod ord">
        <pc:chgData name="Saeed Samet" userId="cfbf7cda-a3f0-4a18-b58e-e4747a47ab2e" providerId="ADAL" clId="{1DAAA582-D431-51E1-B726-79BB57AE61A7}" dt="2026-06-24T14:57:43.158" v="2047" actId="478"/>
        <pc:sldMkLst>
          <pc:docMk/>
          <pc:sldMk cId="3117969200" sldId="373"/>
        </pc:sldMkLst>
        <pc:spChg chg="del">
          <ac:chgData name="Saeed Samet" userId="cfbf7cda-a3f0-4a18-b58e-e4747a47ab2e" providerId="ADAL" clId="{1DAAA582-D431-51E1-B726-79BB57AE61A7}" dt="2026-06-24T14:57:43.158" v="2047" actId="478"/>
          <ac:spMkLst>
            <pc:docMk/>
            <pc:sldMk cId="3117969200" sldId="373"/>
            <ac:spMk id="10" creationId="{131D7F7D-18EC-A3C7-501D-7FE5EE7D4617}"/>
          </ac:spMkLst>
        </pc:spChg>
        <pc:picChg chg="add mod">
          <ac:chgData name="Saeed Samet" userId="cfbf7cda-a3f0-4a18-b58e-e4747a47ab2e" providerId="ADAL" clId="{1DAAA582-D431-51E1-B726-79BB57AE61A7}" dt="2026-05-28T14:23:49.223" v="1275" actId="1076"/>
          <ac:picMkLst>
            <pc:docMk/>
            <pc:sldMk cId="3117969200" sldId="373"/>
            <ac:picMk id="3" creationId="{E52E0042-DA21-4B41-4CC4-7B5C7D54B857}"/>
          </ac:picMkLst>
        </pc:picChg>
        <pc:picChg chg="mod">
          <ac:chgData name="Saeed Samet" userId="cfbf7cda-a3f0-4a18-b58e-e4747a47ab2e" providerId="ADAL" clId="{1DAAA582-D431-51E1-B726-79BB57AE61A7}" dt="2026-05-28T14:23:29.128" v="1271" actId="14100"/>
          <ac:picMkLst>
            <pc:docMk/>
            <pc:sldMk cId="3117969200" sldId="373"/>
            <ac:picMk id="4" creationId="{C6B28F25-A6B7-BC59-6677-564FBC6BC6DC}"/>
          </ac:picMkLst>
        </pc:picChg>
        <pc:picChg chg="del">
          <ac:chgData name="Saeed Samet" userId="cfbf7cda-a3f0-4a18-b58e-e4747a47ab2e" providerId="ADAL" clId="{1DAAA582-D431-51E1-B726-79BB57AE61A7}" dt="2026-06-24T14:57:42.516" v="2046" actId="478"/>
          <ac:picMkLst>
            <pc:docMk/>
            <pc:sldMk cId="3117969200" sldId="373"/>
            <ac:picMk id="11" creationId="{37963E50-75B8-C7B2-E8B0-9D6B8C0FC47F}"/>
          </ac:picMkLst>
        </pc:picChg>
      </pc:sldChg>
      <pc:sldChg chg="delSp modSp add mod ord">
        <pc:chgData name="Saeed Samet" userId="cfbf7cda-a3f0-4a18-b58e-e4747a47ab2e" providerId="ADAL" clId="{1DAAA582-D431-51E1-B726-79BB57AE61A7}" dt="2026-06-24T14:57:45.289" v="2049" actId="478"/>
        <pc:sldMkLst>
          <pc:docMk/>
          <pc:sldMk cId="1259420481" sldId="374"/>
        </pc:sldMkLst>
        <pc:spChg chg="mod">
          <ac:chgData name="Saeed Samet" userId="cfbf7cda-a3f0-4a18-b58e-e4747a47ab2e" providerId="ADAL" clId="{1DAAA582-D431-51E1-B726-79BB57AE61A7}" dt="2026-06-23T18:41:24.126" v="1918" actId="403"/>
          <ac:spMkLst>
            <pc:docMk/>
            <pc:sldMk cId="1259420481" sldId="374"/>
            <ac:spMk id="3" creationId="{DAEB03C5-FD83-FF7A-65BD-2EE7A56E2606}"/>
          </ac:spMkLst>
        </pc:spChg>
        <pc:spChg chg="mod">
          <ac:chgData name="Saeed Samet" userId="cfbf7cda-a3f0-4a18-b58e-e4747a47ab2e" providerId="ADAL" clId="{1DAAA582-D431-51E1-B726-79BB57AE61A7}" dt="2026-05-28T14:33:04.153" v="1387" actId="108"/>
          <ac:spMkLst>
            <pc:docMk/>
            <pc:sldMk cId="1259420481" sldId="374"/>
            <ac:spMk id="7" creationId="{EAC2E4C5-5BFF-0943-7121-4C94A4FF263C}"/>
          </ac:spMkLst>
        </pc:spChg>
        <pc:spChg chg="del">
          <ac:chgData name="Saeed Samet" userId="cfbf7cda-a3f0-4a18-b58e-e4747a47ab2e" providerId="ADAL" clId="{1DAAA582-D431-51E1-B726-79BB57AE61A7}" dt="2026-06-24T14:57:45.289" v="2049" actId="478"/>
          <ac:spMkLst>
            <pc:docMk/>
            <pc:sldMk cId="1259420481" sldId="374"/>
            <ac:spMk id="10" creationId="{E65D1D76-A8F9-A944-FC51-E43077FA5CD3}"/>
          </ac:spMkLst>
        </pc:spChg>
        <pc:picChg chg="del">
          <ac:chgData name="Saeed Samet" userId="cfbf7cda-a3f0-4a18-b58e-e4747a47ab2e" providerId="ADAL" clId="{1DAAA582-D431-51E1-B726-79BB57AE61A7}" dt="2026-06-24T14:57:44.641" v="2048" actId="478"/>
          <ac:picMkLst>
            <pc:docMk/>
            <pc:sldMk cId="1259420481" sldId="374"/>
            <ac:picMk id="11" creationId="{8ABA9A87-E32A-55BA-894B-FB1CF18B9D63}"/>
          </ac:picMkLst>
        </pc:picChg>
      </pc:sldChg>
      <pc:sldChg chg="delSp modSp new mod ord">
        <pc:chgData name="Saeed Samet" userId="cfbf7cda-a3f0-4a18-b58e-e4747a47ab2e" providerId="ADAL" clId="{1DAAA582-D431-51E1-B726-79BB57AE61A7}" dt="2026-05-28T14:43:08.986" v="1413" actId="113"/>
        <pc:sldMkLst>
          <pc:docMk/>
          <pc:sldMk cId="1593637971" sldId="375"/>
        </pc:sldMkLst>
        <pc:spChg chg="mod">
          <ac:chgData name="Saeed Samet" userId="cfbf7cda-a3f0-4a18-b58e-e4747a47ab2e" providerId="ADAL" clId="{1DAAA582-D431-51E1-B726-79BB57AE61A7}" dt="2026-05-28T14:43:08.986" v="1413" actId="113"/>
          <ac:spMkLst>
            <pc:docMk/>
            <pc:sldMk cId="1593637971" sldId="375"/>
            <ac:spMk id="3" creationId="{605D283B-8D8F-04AA-C27F-4882F2B3CAC6}"/>
          </ac:spMkLst>
        </pc:spChg>
      </pc:sldChg>
      <pc:sldChg chg="modSp add mod">
        <pc:chgData name="Saeed Samet" userId="cfbf7cda-a3f0-4a18-b58e-e4747a47ab2e" providerId="ADAL" clId="{1DAAA582-D431-51E1-B726-79BB57AE61A7}" dt="2026-05-28T14:43:22.568" v="1420" actId="20577"/>
        <pc:sldMkLst>
          <pc:docMk/>
          <pc:sldMk cId="3858750975" sldId="376"/>
        </pc:sldMkLst>
        <pc:spChg chg="mod">
          <ac:chgData name="Saeed Samet" userId="cfbf7cda-a3f0-4a18-b58e-e4747a47ab2e" providerId="ADAL" clId="{1DAAA582-D431-51E1-B726-79BB57AE61A7}" dt="2026-05-28T14:43:22.568" v="1420" actId="20577"/>
          <ac:spMkLst>
            <pc:docMk/>
            <pc:sldMk cId="3858750975" sldId="376"/>
            <ac:spMk id="3" creationId="{D4A05C50-D261-A019-2AE0-3A5E8D6EEBC9}"/>
          </ac:spMkLst>
        </pc:spChg>
      </pc:sldChg>
      <pc:sldChg chg="delSp modSp add mod">
        <pc:chgData name="Saeed Samet" userId="cfbf7cda-a3f0-4a18-b58e-e4747a47ab2e" providerId="ADAL" clId="{1DAAA582-D431-51E1-B726-79BB57AE61A7}" dt="2026-06-24T14:57:50.650" v="2053" actId="478"/>
        <pc:sldMkLst>
          <pc:docMk/>
          <pc:sldMk cId="2897172101" sldId="377"/>
        </pc:sldMkLst>
        <pc:spChg chg="mod">
          <ac:chgData name="Saeed Samet" userId="cfbf7cda-a3f0-4a18-b58e-e4747a47ab2e" providerId="ADAL" clId="{1DAAA582-D431-51E1-B726-79BB57AE61A7}" dt="2026-06-23T18:43:20.423" v="1951" actId="403"/>
          <ac:spMkLst>
            <pc:docMk/>
            <pc:sldMk cId="2897172101" sldId="377"/>
            <ac:spMk id="3" creationId="{3CAB87C4-4EBB-75FA-5722-53478AF988AE}"/>
          </ac:spMkLst>
        </pc:spChg>
        <pc:spChg chg="mod">
          <ac:chgData name="Saeed Samet" userId="cfbf7cda-a3f0-4a18-b58e-e4747a47ab2e" providerId="ADAL" clId="{1DAAA582-D431-51E1-B726-79BB57AE61A7}" dt="2026-06-23T18:43:25.447" v="1952" actId="20577"/>
          <ac:spMkLst>
            <pc:docMk/>
            <pc:sldMk cId="2897172101" sldId="377"/>
            <ac:spMk id="7" creationId="{5DA6E884-606B-0F0F-181A-19AD111603A9}"/>
          </ac:spMkLst>
        </pc:spChg>
        <pc:spChg chg="del">
          <ac:chgData name="Saeed Samet" userId="cfbf7cda-a3f0-4a18-b58e-e4747a47ab2e" providerId="ADAL" clId="{1DAAA582-D431-51E1-B726-79BB57AE61A7}" dt="2026-06-24T14:57:50.650" v="2053" actId="478"/>
          <ac:spMkLst>
            <pc:docMk/>
            <pc:sldMk cId="2897172101" sldId="377"/>
            <ac:spMk id="10" creationId="{3FA8528E-3EB4-63D9-DEBF-ED5ECAA1CB39}"/>
          </ac:spMkLst>
        </pc:spChg>
        <pc:picChg chg="del">
          <ac:chgData name="Saeed Samet" userId="cfbf7cda-a3f0-4a18-b58e-e4747a47ab2e" providerId="ADAL" clId="{1DAAA582-D431-51E1-B726-79BB57AE61A7}" dt="2026-06-24T14:57:49.913" v="2052" actId="478"/>
          <ac:picMkLst>
            <pc:docMk/>
            <pc:sldMk cId="2897172101" sldId="377"/>
            <ac:picMk id="11" creationId="{990C4C2A-8544-C704-C50E-0A8D135E568D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7:54.773" v="2057" actId="478"/>
        <pc:sldMkLst>
          <pc:docMk/>
          <pc:sldMk cId="800977489" sldId="378"/>
        </pc:sldMkLst>
        <pc:spChg chg="mod">
          <ac:chgData name="Saeed Samet" userId="cfbf7cda-a3f0-4a18-b58e-e4747a47ab2e" providerId="ADAL" clId="{1DAAA582-D431-51E1-B726-79BB57AE61A7}" dt="2026-06-23T18:47:12.085" v="1983" actId="403"/>
          <ac:spMkLst>
            <pc:docMk/>
            <pc:sldMk cId="800977489" sldId="378"/>
            <ac:spMk id="3" creationId="{B5FF986A-331C-E801-6F72-598060FA4316}"/>
          </ac:spMkLst>
        </pc:spChg>
        <pc:spChg chg="mod">
          <ac:chgData name="Saeed Samet" userId="cfbf7cda-a3f0-4a18-b58e-e4747a47ab2e" providerId="ADAL" clId="{1DAAA582-D431-51E1-B726-79BB57AE61A7}" dt="2026-06-23T18:47:18.217" v="1985" actId="20577"/>
          <ac:spMkLst>
            <pc:docMk/>
            <pc:sldMk cId="800977489" sldId="378"/>
            <ac:spMk id="7" creationId="{79969E58-E103-7EE9-5EED-F1C1F0B6F21A}"/>
          </ac:spMkLst>
        </pc:spChg>
        <pc:spChg chg="del">
          <ac:chgData name="Saeed Samet" userId="cfbf7cda-a3f0-4a18-b58e-e4747a47ab2e" providerId="ADAL" clId="{1DAAA582-D431-51E1-B726-79BB57AE61A7}" dt="2026-06-24T14:57:54.773" v="2057" actId="478"/>
          <ac:spMkLst>
            <pc:docMk/>
            <pc:sldMk cId="800977489" sldId="378"/>
            <ac:spMk id="10" creationId="{AFDA1C4C-8176-32D1-B77F-BD0AB942B608}"/>
          </ac:spMkLst>
        </pc:spChg>
        <pc:picChg chg="del">
          <ac:chgData name="Saeed Samet" userId="cfbf7cda-a3f0-4a18-b58e-e4747a47ab2e" providerId="ADAL" clId="{1DAAA582-D431-51E1-B726-79BB57AE61A7}" dt="2026-06-24T14:57:54.125" v="2056" actId="478"/>
          <ac:picMkLst>
            <pc:docMk/>
            <pc:sldMk cId="800977489" sldId="378"/>
            <ac:picMk id="11" creationId="{FAF5191F-CF36-3BAC-6AD6-1C9354054CF2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7:56.886" v="2059" actId="478"/>
        <pc:sldMkLst>
          <pc:docMk/>
          <pc:sldMk cId="4020124767" sldId="379"/>
        </pc:sldMkLst>
        <pc:spChg chg="mod">
          <ac:chgData name="Saeed Samet" userId="cfbf7cda-a3f0-4a18-b58e-e4747a47ab2e" providerId="ADAL" clId="{1DAAA582-D431-51E1-B726-79BB57AE61A7}" dt="2026-06-23T18:48:50.779" v="1986" actId="403"/>
          <ac:spMkLst>
            <pc:docMk/>
            <pc:sldMk cId="4020124767" sldId="379"/>
            <ac:spMk id="3" creationId="{12C5B3DE-0E65-EBF3-1393-6C35CD6F41FF}"/>
          </ac:spMkLst>
        </pc:spChg>
        <pc:spChg chg="del">
          <ac:chgData name="Saeed Samet" userId="cfbf7cda-a3f0-4a18-b58e-e4747a47ab2e" providerId="ADAL" clId="{1DAAA582-D431-51E1-B726-79BB57AE61A7}" dt="2026-06-24T14:57:56.886" v="2059" actId="478"/>
          <ac:spMkLst>
            <pc:docMk/>
            <pc:sldMk cId="4020124767" sldId="379"/>
            <ac:spMk id="10" creationId="{29DF7F3A-049C-4131-3419-81B6E73F7672}"/>
          </ac:spMkLst>
        </pc:spChg>
        <pc:picChg chg="del">
          <ac:chgData name="Saeed Samet" userId="cfbf7cda-a3f0-4a18-b58e-e4747a47ab2e" providerId="ADAL" clId="{1DAAA582-D431-51E1-B726-79BB57AE61A7}" dt="2026-06-24T14:57:56.217" v="2058" actId="478"/>
          <ac:picMkLst>
            <pc:docMk/>
            <pc:sldMk cId="4020124767" sldId="379"/>
            <ac:picMk id="11" creationId="{F68BAAED-40F1-D09B-518C-4653AEF26D6C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7:58.932" v="2061" actId="478"/>
        <pc:sldMkLst>
          <pc:docMk/>
          <pc:sldMk cId="3525513919" sldId="380"/>
        </pc:sldMkLst>
        <pc:spChg chg="mod">
          <ac:chgData name="Saeed Samet" userId="cfbf7cda-a3f0-4a18-b58e-e4747a47ab2e" providerId="ADAL" clId="{1DAAA582-D431-51E1-B726-79BB57AE61A7}" dt="2026-05-28T15:11:39.386" v="1631"/>
          <ac:spMkLst>
            <pc:docMk/>
            <pc:sldMk cId="3525513919" sldId="380"/>
            <ac:spMk id="7" creationId="{5588F5CB-ED50-FC37-B9A0-787B450C6651}"/>
          </ac:spMkLst>
        </pc:spChg>
        <pc:spChg chg="del">
          <ac:chgData name="Saeed Samet" userId="cfbf7cda-a3f0-4a18-b58e-e4747a47ab2e" providerId="ADAL" clId="{1DAAA582-D431-51E1-B726-79BB57AE61A7}" dt="2026-06-24T14:57:58.932" v="2061" actId="478"/>
          <ac:spMkLst>
            <pc:docMk/>
            <pc:sldMk cId="3525513919" sldId="380"/>
            <ac:spMk id="10" creationId="{A40A6408-C5D7-9CA4-F1B1-87065768898C}"/>
          </ac:spMkLst>
        </pc:spChg>
        <pc:picChg chg="add mod">
          <ac:chgData name="Saeed Samet" userId="cfbf7cda-a3f0-4a18-b58e-e4747a47ab2e" providerId="ADAL" clId="{1DAAA582-D431-51E1-B726-79BB57AE61A7}" dt="2026-05-28T15:11:52.777" v="1634" actId="1076"/>
          <ac:picMkLst>
            <pc:docMk/>
            <pc:sldMk cId="3525513919" sldId="380"/>
            <ac:picMk id="4" creationId="{273B1E34-D7B7-AE8E-DD3D-09C0C9E0BE68}"/>
          </ac:picMkLst>
        </pc:picChg>
        <pc:picChg chg="del">
          <ac:chgData name="Saeed Samet" userId="cfbf7cda-a3f0-4a18-b58e-e4747a47ab2e" providerId="ADAL" clId="{1DAAA582-D431-51E1-B726-79BB57AE61A7}" dt="2026-06-24T14:57:58.278" v="2060" actId="478"/>
          <ac:picMkLst>
            <pc:docMk/>
            <pc:sldMk cId="3525513919" sldId="380"/>
            <ac:picMk id="11" creationId="{71547831-C441-4D9F-4A6F-F628731AB4D8}"/>
          </ac:picMkLst>
        </pc:picChg>
      </pc:sldChg>
      <pc:sldChg chg="delSp add mod">
        <pc:chgData name="Saeed Samet" userId="cfbf7cda-a3f0-4a18-b58e-e4747a47ab2e" providerId="ADAL" clId="{1DAAA582-D431-51E1-B726-79BB57AE61A7}" dt="2026-06-24T14:58:01.010" v="2063" actId="478"/>
        <pc:sldMkLst>
          <pc:docMk/>
          <pc:sldMk cId="1025858303" sldId="381"/>
        </pc:sldMkLst>
        <pc:spChg chg="del">
          <ac:chgData name="Saeed Samet" userId="cfbf7cda-a3f0-4a18-b58e-e4747a47ab2e" providerId="ADAL" clId="{1DAAA582-D431-51E1-B726-79BB57AE61A7}" dt="2026-06-24T14:58:01.010" v="2063" actId="478"/>
          <ac:spMkLst>
            <pc:docMk/>
            <pc:sldMk cId="1025858303" sldId="381"/>
            <ac:spMk id="10" creationId="{9D21D743-D9E4-6ADC-86B9-5287E5C6DEF8}"/>
          </ac:spMkLst>
        </pc:spChg>
        <pc:picChg chg="del">
          <ac:chgData name="Saeed Samet" userId="cfbf7cda-a3f0-4a18-b58e-e4747a47ab2e" providerId="ADAL" clId="{1DAAA582-D431-51E1-B726-79BB57AE61A7}" dt="2026-06-24T14:58:00.336" v="2062" actId="478"/>
          <ac:picMkLst>
            <pc:docMk/>
            <pc:sldMk cId="1025858303" sldId="381"/>
            <ac:picMk id="11" creationId="{A347DD3D-4545-C213-C5DC-EBF7766B3490}"/>
          </ac:picMkLst>
        </pc:picChg>
      </pc:sldChg>
      <pc:sldChg chg="delSp modSp add mod ord">
        <pc:chgData name="Saeed Samet" userId="cfbf7cda-a3f0-4a18-b58e-e4747a47ab2e" providerId="ADAL" clId="{1DAAA582-D431-51E1-B726-79BB57AE61A7}" dt="2026-06-24T14:58:03.072" v="2065" actId="478"/>
        <pc:sldMkLst>
          <pc:docMk/>
          <pc:sldMk cId="3609999600" sldId="382"/>
        </pc:sldMkLst>
        <pc:spChg chg="mod">
          <ac:chgData name="Saeed Samet" userId="cfbf7cda-a3f0-4a18-b58e-e4747a47ab2e" providerId="ADAL" clId="{1DAAA582-D431-51E1-B726-79BB57AE61A7}" dt="2026-05-28T15:14:39.234" v="1641" actId="20577"/>
          <ac:spMkLst>
            <pc:docMk/>
            <pc:sldMk cId="3609999600" sldId="382"/>
            <ac:spMk id="7" creationId="{40B5EF3F-7E9D-9D6B-1818-9FB3A9F3D735}"/>
          </ac:spMkLst>
        </pc:spChg>
        <pc:spChg chg="del">
          <ac:chgData name="Saeed Samet" userId="cfbf7cda-a3f0-4a18-b58e-e4747a47ab2e" providerId="ADAL" clId="{1DAAA582-D431-51E1-B726-79BB57AE61A7}" dt="2026-06-24T14:58:03.072" v="2065" actId="478"/>
          <ac:spMkLst>
            <pc:docMk/>
            <pc:sldMk cId="3609999600" sldId="382"/>
            <ac:spMk id="10" creationId="{55727890-FDEC-ABEE-D32D-21530DAA794A}"/>
          </ac:spMkLst>
        </pc:spChg>
        <pc:picChg chg="mod">
          <ac:chgData name="Saeed Samet" userId="cfbf7cda-a3f0-4a18-b58e-e4747a47ab2e" providerId="ADAL" clId="{1DAAA582-D431-51E1-B726-79BB57AE61A7}" dt="2026-05-28T15:14:57.993" v="1645" actId="1076"/>
          <ac:picMkLst>
            <pc:docMk/>
            <pc:sldMk cId="3609999600" sldId="382"/>
            <ac:picMk id="5" creationId="{72E77320-2960-9D3F-CEA4-92D139E09808}"/>
          </ac:picMkLst>
        </pc:picChg>
        <pc:picChg chg="del">
          <ac:chgData name="Saeed Samet" userId="cfbf7cda-a3f0-4a18-b58e-e4747a47ab2e" providerId="ADAL" clId="{1DAAA582-D431-51E1-B726-79BB57AE61A7}" dt="2026-06-24T14:58:02.417" v="2064" actId="478"/>
          <ac:picMkLst>
            <pc:docMk/>
            <pc:sldMk cId="3609999600" sldId="382"/>
            <ac:picMk id="11" creationId="{BCE39573-37C6-5825-597A-A4F58CD61E26}"/>
          </ac:picMkLst>
        </pc:picChg>
      </pc:sldChg>
      <pc:sldChg chg="addSp delSp modSp add mod ord">
        <pc:chgData name="Saeed Samet" userId="cfbf7cda-a3f0-4a18-b58e-e4747a47ab2e" providerId="ADAL" clId="{1DAAA582-D431-51E1-B726-79BB57AE61A7}" dt="2026-06-24T14:58:05.901" v="2067" actId="478"/>
        <pc:sldMkLst>
          <pc:docMk/>
          <pc:sldMk cId="2710375097" sldId="383"/>
        </pc:sldMkLst>
        <pc:spChg chg="mod">
          <ac:chgData name="Saeed Samet" userId="cfbf7cda-a3f0-4a18-b58e-e4747a47ab2e" providerId="ADAL" clId="{1DAAA582-D431-51E1-B726-79BB57AE61A7}" dt="2026-05-28T15:21:00.517" v="1704" actId="20577"/>
          <ac:spMkLst>
            <pc:docMk/>
            <pc:sldMk cId="2710375097" sldId="383"/>
            <ac:spMk id="3" creationId="{33F212FD-C562-F515-8E57-DAF6D274E90D}"/>
          </ac:spMkLst>
        </pc:spChg>
        <pc:spChg chg="mod">
          <ac:chgData name="Saeed Samet" userId="cfbf7cda-a3f0-4a18-b58e-e4747a47ab2e" providerId="ADAL" clId="{1DAAA582-D431-51E1-B726-79BB57AE61A7}" dt="2026-05-28T15:16:47.558" v="1656"/>
          <ac:spMkLst>
            <pc:docMk/>
            <pc:sldMk cId="2710375097" sldId="383"/>
            <ac:spMk id="7" creationId="{5C7FADB4-4EA3-E75D-78EA-F683DA568BCB}"/>
          </ac:spMkLst>
        </pc:spChg>
        <pc:spChg chg="del">
          <ac:chgData name="Saeed Samet" userId="cfbf7cda-a3f0-4a18-b58e-e4747a47ab2e" providerId="ADAL" clId="{1DAAA582-D431-51E1-B726-79BB57AE61A7}" dt="2026-06-24T14:58:05.901" v="2067" actId="478"/>
          <ac:spMkLst>
            <pc:docMk/>
            <pc:sldMk cId="2710375097" sldId="383"/>
            <ac:spMk id="10" creationId="{7885FF5E-1D89-E9CD-DCD6-2FA232760CE5}"/>
          </ac:spMkLst>
        </pc:spChg>
        <pc:picChg chg="add mod">
          <ac:chgData name="Saeed Samet" userId="cfbf7cda-a3f0-4a18-b58e-e4747a47ab2e" providerId="ADAL" clId="{1DAAA582-D431-51E1-B726-79BB57AE61A7}" dt="2026-05-28T15:20:54.660" v="1701" actId="1076"/>
          <ac:picMkLst>
            <pc:docMk/>
            <pc:sldMk cId="2710375097" sldId="383"/>
            <ac:picMk id="5" creationId="{44620AB0-AA06-62AF-0F88-D8BA80B921D8}"/>
          </ac:picMkLst>
        </pc:picChg>
        <pc:picChg chg="del">
          <ac:chgData name="Saeed Samet" userId="cfbf7cda-a3f0-4a18-b58e-e4747a47ab2e" providerId="ADAL" clId="{1DAAA582-D431-51E1-B726-79BB57AE61A7}" dt="2026-06-24T14:58:04.511" v="2066" actId="478"/>
          <ac:picMkLst>
            <pc:docMk/>
            <pc:sldMk cId="2710375097" sldId="383"/>
            <ac:picMk id="11" creationId="{67F8C101-40C7-8CE1-D67B-6D189D0F6D76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8:07.950" v="2069" actId="478"/>
        <pc:sldMkLst>
          <pc:docMk/>
          <pc:sldMk cId="1206222476" sldId="384"/>
        </pc:sldMkLst>
        <pc:spChg chg="del">
          <ac:chgData name="Saeed Samet" userId="cfbf7cda-a3f0-4a18-b58e-e4747a47ab2e" providerId="ADAL" clId="{1DAAA582-D431-51E1-B726-79BB57AE61A7}" dt="2026-06-24T14:58:07.950" v="2069" actId="478"/>
          <ac:spMkLst>
            <pc:docMk/>
            <pc:sldMk cId="1206222476" sldId="384"/>
            <ac:spMk id="10" creationId="{51E99BE4-B057-46CB-F3ED-8442C82A86B2}"/>
          </ac:spMkLst>
        </pc:spChg>
        <pc:picChg chg="add mod">
          <ac:chgData name="Saeed Samet" userId="cfbf7cda-a3f0-4a18-b58e-e4747a47ab2e" providerId="ADAL" clId="{1DAAA582-D431-51E1-B726-79BB57AE61A7}" dt="2026-05-28T15:24:45.441" v="1710" actId="1076"/>
          <ac:picMkLst>
            <pc:docMk/>
            <pc:sldMk cId="1206222476" sldId="384"/>
            <ac:picMk id="4" creationId="{E832C738-0146-80CA-3150-F19FB5148C0C}"/>
          </ac:picMkLst>
        </pc:picChg>
        <pc:picChg chg="del">
          <ac:chgData name="Saeed Samet" userId="cfbf7cda-a3f0-4a18-b58e-e4747a47ab2e" providerId="ADAL" clId="{1DAAA582-D431-51E1-B726-79BB57AE61A7}" dt="2026-06-24T14:58:07.288" v="2068" actId="478"/>
          <ac:picMkLst>
            <pc:docMk/>
            <pc:sldMk cId="1206222476" sldId="384"/>
            <ac:picMk id="11" creationId="{FDBBD0A8-34F7-D3D7-FF58-C0447C70401A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8:10.001" v="2071" actId="478"/>
        <pc:sldMkLst>
          <pc:docMk/>
          <pc:sldMk cId="928274581" sldId="385"/>
        </pc:sldMkLst>
        <pc:spChg chg="del">
          <ac:chgData name="Saeed Samet" userId="cfbf7cda-a3f0-4a18-b58e-e4747a47ab2e" providerId="ADAL" clId="{1DAAA582-D431-51E1-B726-79BB57AE61A7}" dt="2026-06-24T14:58:10.001" v="2071" actId="478"/>
          <ac:spMkLst>
            <pc:docMk/>
            <pc:sldMk cId="928274581" sldId="385"/>
            <ac:spMk id="10" creationId="{12909C4C-5605-7C32-2A19-52DEA3CAF6C6}"/>
          </ac:spMkLst>
        </pc:spChg>
        <pc:picChg chg="mod">
          <ac:chgData name="Saeed Samet" userId="cfbf7cda-a3f0-4a18-b58e-e4747a47ab2e" providerId="ADAL" clId="{1DAAA582-D431-51E1-B726-79BB57AE61A7}" dt="2026-05-28T15:25:04.011" v="1713" actId="14100"/>
          <ac:picMkLst>
            <pc:docMk/>
            <pc:sldMk cId="928274581" sldId="385"/>
            <ac:picMk id="4" creationId="{656D14D0-1194-88AA-9C4B-B96647B773B7}"/>
          </ac:picMkLst>
        </pc:picChg>
        <pc:picChg chg="del">
          <ac:chgData name="Saeed Samet" userId="cfbf7cda-a3f0-4a18-b58e-e4747a47ab2e" providerId="ADAL" clId="{1DAAA582-D431-51E1-B726-79BB57AE61A7}" dt="2026-06-24T14:58:09.350" v="2070" actId="478"/>
          <ac:picMkLst>
            <pc:docMk/>
            <pc:sldMk cId="928274581" sldId="385"/>
            <ac:picMk id="11" creationId="{49EA1E01-D672-04DB-A89A-C7B7BA6B9C2E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8:11.973" v="2073" actId="478"/>
        <pc:sldMkLst>
          <pc:docMk/>
          <pc:sldMk cId="731789346" sldId="386"/>
        </pc:sldMkLst>
        <pc:spChg chg="del">
          <ac:chgData name="Saeed Samet" userId="cfbf7cda-a3f0-4a18-b58e-e4747a47ab2e" providerId="ADAL" clId="{1DAAA582-D431-51E1-B726-79BB57AE61A7}" dt="2026-06-24T14:58:11.973" v="2073" actId="478"/>
          <ac:spMkLst>
            <pc:docMk/>
            <pc:sldMk cId="731789346" sldId="386"/>
            <ac:spMk id="10" creationId="{93A48199-5BD7-6195-61ED-8908BE7A1581}"/>
          </ac:spMkLst>
        </pc:spChg>
        <pc:picChg chg="mod">
          <ac:chgData name="Saeed Samet" userId="cfbf7cda-a3f0-4a18-b58e-e4747a47ab2e" providerId="ADAL" clId="{1DAAA582-D431-51E1-B726-79BB57AE61A7}" dt="2026-05-28T15:25:23.979" v="1716" actId="1076"/>
          <ac:picMkLst>
            <pc:docMk/>
            <pc:sldMk cId="731789346" sldId="386"/>
            <ac:picMk id="4" creationId="{426F1E0E-604D-57A2-372C-E473A710AA83}"/>
          </ac:picMkLst>
        </pc:picChg>
        <pc:picChg chg="del">
          <ac:chgData name="Saeed Samet" userId="cfbf7cda-a3f0-4a18-b58e-e4747a47ab2e" providerId="ADAL" clId="{1DAAA582-D431-51E1-B726-79BB57AE61A7}" dt="2026-06-24T14:58:11.333" v="2072" actId="478"/>
          <ac:picMkLst>
            <pc:docMk/>
            <pc:sldMk cId="731789346" sldId="386"/>
            <ac:picMk id="11" creationId="{76E5EC26-D747-3D5E-B14A-6FB0E367DB4F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8:13.997" v="2075" actId="478"/>
        <pc:sldMkLst>
          <pc:docMk/>
          <pc:sldMk cId="3817036353" sldId="387"/>
        </pc:sldMkLst>
        <pc:spChg chg="del">
          <ac:chgData name="Saeed Samet" userId="cfbf7cda-a3f0-4a18-b58e-e4747a47ab2e" providerId="ADAL" clId="{1DAAA582-D431-51E1-B726-79BB57AE61A7}" dt="2026-06-24T14:58:13.997" v="2075" actId="478"/>
          <ac:spMkLst>
            <pc:docMk/>
            <pc:sldMk cId="3817036353" sldId="387"/>
            <ac:spMk id="10" creationId="{052B5679-7386-B5C0-8E74-5162869B3F4F}"/>
          </ac:spMkLst>
        </pc:spChg>
        <pc:picChg chg="mod">
          <ac:chgData name="Saeed Samet" userId="cfbf7cda-a3f0-4a18-b58e-e4747a47ab2e" providerId="ADAL" clId="{1DAAA582-D431-51E1-B726-79BB57AE61A7}" dt="2026-05-28T15:25:39.950" v="1718" actId="14826"/>
          <ac:picMkLst>
            <pc:docMk/>
            <pc:sldMk cId="3817036353" sldId="387"/>
            <ac:picMk id="4" creationId="{3E9C054A-0A40-4A7C-10F7-ABD5E5C741AA}"/>
          </ac:picMkLst>
        </pc:picChg>
        <pc:picChg chg="del">
          <ac:chgData name="Saeed Samet" userId="cfbf7cda-a3f0-4a18-b58e-e4747a47ab2e" providerId="ADAL" clId="{1DAAA582-D431-51E1-B726-79BB57AE61A7}" dt="2026-06-24T14:58:13.348" v="2074" actId="478"/>
          <ac:picMkLst>
            <pc:docMk/>
            <pc:sldMk cId="3817036353" sldId="387"/>
            <ac:picMk id="11" creationId="{6CBFE942-5D45-FD1D-00B5-734FA5163D8F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8:15.936" v="2077" actId="478"/>
        <pc:sldMkLst>
          <pc:docMk/>
          <pc:sldMk cId="2904275983" sldId="388"/>
        </pc:sldMkLst>
        <pc:spChg chg="del">
          <ac:chgData name="Saeed Samet" userId="cfbf7cda-a3f0-4a18-b58e-e4747a47ab2e" providerId="ADAL" clId="{1DAAA582-D431-51E1-B726-79BB57AE61A7}" dt="2026-06-24T14:58:15.936" v="2077" actId="478"/>
          <ac:spMkLst>
            <pc:docMk/>
            <pc:sldMk cId="2904275983" sldId="388"/>
            <ac:spMk id="10" creationId="{C52888E3-BF01-14F8-1B46-B3B2C2DAF92A}"/>
          </ac:spMkLst>
        </pc:spChg>
        <pc:picChg chg="add mod">
          <ac:chgData name="Saeed Samet" userId="cfbf7cda-a3f0-4a18-b58e-e4747a47ab2e" providerId="ADAL" clId="{1DAAA582-D431-51E1-B726-79BB57AE61A7}" dt="2026-05-28T15:27:38.042" v="1732" actId="1076"/>
          <ac:picMkLst>
            <pc:docMk/>
            <pc:sldMk cId="2904275983" sldId="388"/>
            <ac:picMk id="3" creationId="{8A3F2572-EE3E-5880-7F4C-ABC10F7BF28A}"/>
          </ac:picMkLst>
        </pc:picChg>
        <pc:picChg chg="add mod">
          <ac:chgData name="Saeed Samet" userId="cfbf7cda-a3f0-4a18-b58e-e4747a47ab2e" providerId="ADAL" clId="{1DAAA582-D431-51E1-B726-79BB57AE61A7}" dt="2026-05-28T15:27:30.332" v="1731" actId="1076"/>
          <ac:picMkLst>
            <pc:docMk/>
            <pc:sldMk cId="2904275983" sldId="388"/>
            <ac:picMk id="8" creationId="{02605230-91D6-EAEC-365E-AAD8EF7B2776}"/>
          </ac:picMkLst>
        </pc:picChg>
        <pc:picChg chg="del">
          <ac:chgData name="Saeed Samet" userId="cfbf7cda-a3f0-4a18-b58e-e4747a47ab2e" providerId="ADAL" clId="{1DAAA582-D431-51E1-B726-79BB57AE61A7}" dt="2026-06-24T14:58:15.304" v="2076" actId="478"/>
          <ac:picMkLst>
            <pc:docMk/>
            <pc:sldMk cId="2904275983" sldId="388"/>
            <ac:picMk id="11" creationId="{419B3425-565F-3A79-0756-1E0D536F0A22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8:18.034" v="2079" actId="478"/>
        <pc:sldMkLst>
          <pc:docMk/>
          <pc:sldMk cId="3254299890" sldId="389"/>
        </pc:sldMkLst>
        <pc:spChg chg="del">
          <ac:chgData name="Saeed Samet" userId="cfbf7cda-a3f0-4a18-b58e-e4747a47ab2e" providerId="ADAL" clId="{1DAAA582-D431-51E1-B726-79BB57AE61A7}" dt="2026-06-24T14:58:18.034" v="2079" actId="478"/>
          <ac:spMkLst>
            <pc:docMk/>
            <pc:sldMk cId="3254299890" sldId="389"/>
            <ac:spMk id="10" creationId="{46BEF60D-8107-5644-4BFA-E7DBEBDAB579}"/>
          </ac:spMkLst>
        </pc:spChg>
        <pc:picChg chg="add mod">
          <ac:chgData name="Saeed Samet" userId="cfbf7cda-a3f0-4a18-b58e-e4747a47ab2e" providerId="ADAL" clId="{1DAAA582-D431-51E1-B726-79BB57AE61A7}" dt="2026-05-28T15:28:39.255" v="1742" actId="1076"/>
          <ac:picMkLst>
            <pc:docMk/>
            <pc:sldMk cId="3254299890" sldId="389"/>
            <ac:picMk id="3" creationId="{48D512CF-71E5-CF38-7DC6-E3404489F358}"/>
          </ac:picMkLst>
        </pc:picChg>
        <pc:picChg chg="mod">
          <ac:chgData name="Saeed Samet" userId="cfbf7cda-a3f0-4a18-b58e-e4747a47ab2e" providerId="ADAL" clId="{1DAAA582-D431-51E1-B726-79BB57AE61A7}" dt="2026-05-28T15:28:36.827" v="1741" actId="14100"/>
          <ac:picMkLst>
            <pc:docMk/>
            <pc:sldMk cId="3254299890" sldId="389"/>
            <ac:picMk id="4" creationId="{FAAF938B-1722-699C-C9A2-927A67F1F451}"/>
          </ac:picMkLst>
        </pc:picChg>
        <pc:picChg chg="del">
          <ac:chgData name="Saeed Samet" userId="cfbf7cda-a3f0-4a18-b58e-e4747a47ab2e" providerId="ADAL" clId="{1DAAA582-D431-51E1-B726-79BB57AE61A7}" dt="2026-06-24T14:58:17.364" v="2078" actId="478"/>
          <ac:picMkLst>
            <pc:docMk/>
            <pc:sldMk cId="3254299890" sldId="389"/>
            <ac:picMk id="11" creationId="{7CB83461-17E4-DAB0-8F1B-C005DBF272CF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8:20.004" v="2081" actId="478"/>
        <pc:sldMkLst>
          <pc:docMk/>
          <pc:sldMk cId="3617809047" sldId="390"/>
        </pc:sldMkLst>
        <pc:spChg chg="mod">
          <ac:chgData name="Saeed Samet" userId="cfbf7cda-a3f0-4a18-b58e-e4747a47ab2e" providerId="ADAL" clId="{1DAAA582-D431-51E1-B726-79BB57AE61A7}" dt="2026-06-23T19:08:55.289" v="1999" actId="5793"/>
          <ac:spMkLst>
            <pc:docMk/>
            <pc:sldMk cId="3617809047" sldId="390"/>
            <ac:spMk id="3" creationId="{ADFC4B75-59A1-C97B-25F3-0B94FD097BB7}"/>
          </ac:spMkLst>
        </pc:spChg>
        <pc:spChg chg="del">
          <ac:chgData name="Saeed Samet" userId="cfbf7cda-a3f0-4a18-b58e-e4747a47ab2e" providerId="ADAL" clId="{1DAAA582-D431-51E1-B726-79BB57AE61A7}" dt="2026-06-24T14:58:20.004" v="2081" actId="478"/>
          <ac:spMkLst>
            <pc:docMk/>
            <pc:sldMk cId="3617809047" sldId="390"/>
            <ac:spMk id="10" creationId="{9A56C138-7C6F-3BC9-C4B9-801A9AB0CE31}"/>
          </ac:spMkLst>
        </pc:spChg>
        <pc:picChg chg="del">
          <ac:chgData name="Saeed Samet" userId="cfbf7cda-a3f0-4a18-b58e-e4747a47ab2e" providerId="ADAL" clId="{1DAAA582-D431-51E1-B726-79BB57AE61A7}" dt="2026-06-24T14:58:19.342" v="2080" actId="478"/>
          <ac:picMkLst>
            <pc:docMk/>
            <pc:sldMk cId="3617809047" sldId="390"/>
            <ac:picMk id="11" creationId="{D08BABDB-CD97-D22C-A24A-3EFAEB83988C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4:58:23.903" v="2085" actId="478"/>
        <pc:sldMkLst>
          <pc:docMk/>
          <pc:sldMk cId="2674201130" sldId="391"/>
        </pc:sldMkLst>
        <pc:spChg chg="mod">
          <ac:chgData name="Saeed Samet" userId="cfbf7cda-a3f0-4a18-b58e-e4747a47ab2e" providerId="ADAL" clId="{1DAAA582-D431-51E1-B726-79BB57AE61A7}" dt="2026-05-28T15:32:32.816" v="1814" actId="20577"/>
          <ac:spMkLst>
            <pc:docMk/>
            <pc:sldMk cId="2674201130" sldId="391"/>
            <ac:spMk id="7" creationId="{4981ACC9-D1B4-3B9F-D3D8-8A5A81A09C58}"/>
          </ac:spMkLst>
        </pc:spChg>
        <pc:spChg chg="del">
          <ac:chgData name="Saeed Samet" userId="cfbf7cda-a3f0-4a18-b58e-e4747a47ab2e" providerId="ADAL" clId="{1DAAA582-D431-51E1-B726-79BB57AE61A7}" dt="2026-06-24T14:58:23.903" v="2085" actId="478"/>
          <ac:spMkLst>
            <pc:docMk/>
            <pc:sldMk cId="2674201130" sldId="391"/>
            <ac:spMk id="10" creationId="{6942D9BD-B111-8ECE-EDAE-8D7E9620148D}"/>
          </ac:spMkLst>
        </pc:spChg>
        <pc:picChg chg="del">
          <ac:chgData name="Saeed Samet" userId="cfbf7cda-a3f0-4a18-b58e-e4747a47ab2e" providerId="ADAL" clId="{1DAAA582-D431-51E1-B726-79BB57AE61A7}" dt="2026-06-24T14:58:23.262" v="2084" actId="478"/>
          <ac:picMkLst>
            <pc:docMk/>
            <pc:sldMk cId="2674201130" sldId="391"/>
            <ac:picMk id="11" creationId="{4AB517FD-DD86-64F3-23B9-EE94B562B89D}"/>
          </ac:picMkLst>
        </pc:picChg>
        <pc:picChg chg="add mod">
          <ac:chgData name="Saeed Samet" userId="cfbf7cda-a3f0-4a18-b58e-e4747a47ab2e" providerId="ADAL" clId="{1DAAA582-D431-51E1-B726-79BB57AE61A7}" dt="2026-05-28T16:26:17.623" v="1819" actId="1076"/>
          <ac:picMkLst>
            <pc:docMk/>
            <pc:sldMk cId="2674201130" sldId="391"/>
            <ac:picMk id="14" creationId="{BA648633-22D3-CDEB-8C61-EBB33AF9BD6B}"/>
          </ac:picMkLst>
        </pc:picChg>
        <pc:picChg chg="add mod">
          <ac:chgData name="Saeed Samet" userId="cfbf7cda-a3f0-4a18-b58e-e4747a47ab2e" providerId="ADAL" clId="{1DAAA582-D431-51E1-B726-79BB57AE61A7}" dt="2026-05-28T16:26:40.151" v="1825" actId="1036"/>
          <ac:picMkLst>
            <pc:docMk/>
            <pc:sldMk cId="2674201130" sldId="391"/>
            <ac:picMk id="16" creationId="{690A430E-F7A3-CDC2-79EC-F65A74BCA2CB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7:18.480" v="2023" actId="478"/>
        <pc:sldMkLst>
          <pc:docMk/>
          <pc:sldMk cId="37200427" sldId="392"/>
        </pc:sldMkLst>
        <pc:spChg chg="mod">
          <ac:chgData name="Saeed Samet" userId="cfbf7cda-a3f0-4a18-b58e-e4747a47ab2e" providerId="ADAL" clId="{1DAAA582-D431-51E1-B726-79BB57AE61A7}" dt="2026-06-23T18:15:33.712" v="1891" actId="403"/>
          <ac:spMkLst>
            <pc:docMk/>
            <pc:sldMk cId="37200427" sldId="392"/>
            <ac:spMk id="3" creationId="{14DC165C-8119-3B93-F122-618D157731BC}"/>
          </ac:spMkLst>
        </pc:spChg>
        <pc:spChg chg="mod">
          <ac:chgData name="Saeed Samet" userId="cfbf7cda-a3f0-4a18-b58e-e4747a47ab2e" providerId="ADAL" clId="{1DAAA582-D431-51E1-B726-79BB57AE61A7}" dt="2026-06-23T18:15:41.284" v="1892" actId="20577"/>
          <ac:spMkLst>
            <pc:docMk/>
            <pc:sldMk cId="37200427" sldId="392"/>
            <ac:spMk id="7" creationId="{556AA2C7-98EE-8962-EADF-7B4C67458BC8}"/>
          </ac:spMkLst>
        </pc:spChg>
        <pc:spChg chg="del">
          <ac:chgData name="Saeed Samet" userId="cfbf7cda-a3f0-4a18-b58e-e4747a47ab2e" providerId="ADAL" clId="{1DAAA582-D431-51E1-B726-79BB57AE61A7}" dt="2026-06-24T14:57:18.480" v="2023" actId="478"/>
          <ac:spMkLst>
            <pc:docMk/>
            <pc:sldMk cId="37200427" sldId="392"/>
            <ac:spMk id="10" creationId="{ED492D34-B1C5-5162-CCC6-5B457AD3E0AC}"/>
          </ac:spMkLst>
        </pc:spChg>
        <pc:picChg chg="del">
          <ac:chgData name="Saeed Samet" userId="cfbf7cda-a3f0-4a18-b58e-e4747a47ab2e" providerId="ADAL" clId="{1DAAA582-D431-51E1-B726-79BB57AE61A7}" dt="2026-06-24T14:57:17.809" v="2022" actId="478"/>
          <ac:picMkLst>
            <pc:docMk/>
            <pc:sldMk cId="37200427" sldId="392"/>
            <ac:picMk id="11" creationId="{5AF2707B-0AA7-6219-9297-A23EC5E47CA2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7:20.483" v="2025" actId="478"/>
        <pc:sldMkLst>
          <pc:docMk/>
          <pc:sldMk cId="2232692250" sldId="393"/>
        </pc:sldMkLst>
        <pc:spChg chg="mod">
          <ac:chgData name="Saeed Samet" userId="cfbf7cda-a3f0-4a18-b58e-e4747a47ab2e" providerId="ADAL" clId="{1DAAA582-D431-51E1-B726-79BB57AE61A7}" dt="2026-06-23T18:16:21.251" v="1907" actId="403"/>
          <ac:spMkLst>
            <pc:docMk/>
            <pc:sldMk cId="2232692250" sldId="393"/>
            <ac:spMk id="3" creationId="{0F70434B-DD1F-B638-6C2A-B540897DA6AA}"/>
          </ac:spMkLst>
        </pc:spChg>
        <pc:spChg chg="mod">
          <ac:chgData name="Saeed Samet" userId="cfbf7cda-a3f0-4a18-b58e-e4747a47ab2e" providerId="ADAL" clId="{1DAAA582-D431-51E1-B726-79BB57AE61A7}" dt="2026-06-23T18:16:16.888" v="1905"/>
          <ac:spMkLst>
            <pc:docMk/>
            <pc:sldMk cId="2232692250" sldId="393"/>
            <ac:spMk id="7" creationId="{3D2F4A84-535C-97EB-057B-D59018D83F6F}"/>
          </ac:spMkLst>
        </pc:spChg>
        <pc:spChg chg="del">
          <ac:chgData name="Saeed Samet" userId="cfbf7cda-a3f0-4a18-b58e-e4747a47ab2e" providerId="ADAL" clId="{1DAAA582-D431-51E1-B726-79BB57AE61A7}" dt="2026-06-24T14:57:20.483" v="2025" actId="478"/>
          <ac:spMkLst>
            <pc:docMk/>
            <pc:sldMk cId="2232692250" sldId="393"/>
            <ac:spMk id="10" creationId="{3F9C3D67-5F25-F535-2B22-E5E7AB5F16FC}"/>
          </ac:spMkLst>
        </pc:spChg>
        <pc:picChg chg="del">
          <ac:chgData name="Saeed Samet" userId="cfbf7cda-a3f0-4a18-b58e-e4747a47ab2e" providerId="ADAL" clId="{1DAAA582-D431-51E1-B726-79BB57AE61A7}" dt="2026-06-24T14:57:19.838" v="2024" actId="478"/>
          <ac:picMkLst>
            <pc:docMk/>
            <pc:sldMk cId="2232692250" sldId="393"/>
            <ac:picMk id="11" creationId="{90112C00-C222-4526-8EAF-CB3A134F391A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7:47.464" v="2051" actId="478"/>
        <pc:sldMkLst>
          <pc:docMk/>
          <pc:sldMk cId="1771680960" sldId="394"/>
        </pc:sldMkLst>
        <pc:spChg chg="mod">
          <ac:chgData name="Saeed Samet" userId="cfbf7cda-a3f0-4a18-b58e-e4747a47ab2e" providerId="ADAL" clId="{1DAAA582-D431-51E1-B726-79BB57AE61A7}" dt="2026-06-23T18:41:45.894" v="1924" actId="403"/>
          <ac:spMkLst>
            <pc:docMk/>
            <pc:sldMk cId="1771680960" sldId="394"/>
            <ac:spMk id="3" creationId="{5806270E-99F5-F744-0FD4-B4F062D44FCC}"/>
          </ac:spMkLst>
        </pc:spChg>
        <pc:spChg chg="mod">
          <ac:chgData name="Saeed Samet" userId="cfbf7cda-a3f0-4a18-b58e-e4747a47ab2e" providerId="ADAL" clId="{1DAAA582-D431-51E1-B726-79BB57AE61A7}" dt="2026-06-23T18:42:02.006" v="1940" actId="20577"/>
          <ac:spMkLst>
            <pc:docMk/>
            <pc:sldMk cId="1771680960" sldId="394"/>
            <ac:spMk id="7" creationId="{9BC8C209-7B44-5078-D966-591CB9EA343E}"/>
          </ac:spMkLst>
        </pc:spChg>
        <pc:spChg chg="del">
          <ac:chgData name="Saeed Samet" userId="cfbf7cda-a3f0-4a18-b58e-e4747a47ab2e" providerId="ADAL" clId="{1DAAA582-D431-51E1-B726-79BB57AE61A7}" dt="2026-06-24T14:57:47.464" v="2051" actId="478"/>
          <ac:spMkLst>
            <pc:docMk/>
            <pc:sldMk cId="1771680960" sldId="394"/>
            <ac:spMk id="10" creationId="{52CEA723-F9D1-364C-3C8A-975DCFBEC4EE}"/>
          </ac:spMkLst>
        </pc:spChg>
        <pc:picChg chg="del">
          <ac:chgData name="Saeed Samet" userId="cfbf7cda-a3f0-4a18-b58e-e4747a47ab2e" providerId="ADAL" clId="{1DAAA582-D431-51E1-B726-79BB57AE61A7}" dt="2026-06-24T14:57:46.743" v="2050" actId="478"/>
          <ac:picMkLst>
            <pc:docMk/>
            <pc:sldMk cId="1771680960" sldId="394"/>
            <ac:picMk id="11" creationId="{57C4187E-E64E-CD3A-0B39-E88389897646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7:52.721" v="2055" actId="478"/>
        <pc:sldMkLst>
          <pc:docMk/>
          <pc:sldMk cId="2606936971" sldId="395"/>
        </pc:sldMkLst>
        <pc:spChg chg="mod">
          <ac:chgData name="Saeed Samet" userId="cfbf7cda-a3f0-4a18-b58e-e4747a47ab2e" providerId="ADAL" clId="{1DAAA582-D431-51E1-B726-79BB57AE61A7}" dt="2026-06-23T18:46:27.322" v="1971" actId="255"/>
          <ac:spMkLst>
            <pc:docMk/>
            <pc:sldMk cId="2606936971" sldId="395"/>
            <ac:spMk id="3" creationId="{995BAE9C-4E35-03A5-F6D9-E87403F5B945}"/>
          </ac:spMkLst>
        </pc:spChg>
        <pc:spChg chg="mod">
          <ac:chgData name="Saeed Samet" userId="cfbf7cda-a3f0-4a18-b58e-e4747a47ab2e" providerId="ADAL" clId="{1DAAA582-D431-51E1-B726-79BB57AE61A7}" dt="2026-06-23T18:43:31.270" v="1953" actId="20577"/>
          <ac:spMkLst>
            <pc:docMk/>
            <pc:sldMk cId="2606936971" sldId="395"/>
            <ac:spMk id="7" creationId="{62734D08-DA18-24E2-3ECA-F74C49E385BE}"/>
          </ac:spMkLst>
        </pc:spChg>
        <pc:spChg chg="del">
          <ac:chgData name="Saeed Samet" userId="cfbf7cda-a3f0-4a18-b58e-e4747a47ab2e" providerId="ADAL" clId="{1DAAA582-D431-51E1-B726-79BB57AE61A7}" dt="2026-06-24T14:57:52.721" v="2055" actId="478"/>
          <ac:spMkLst>
            <pc:docMk/>
            <pc:sldMk cId="2606936971" sldId="395"/>
            <ac:spMk id="10" creationId="{7F799266-457F-52E2-89B4-9E29F1492F85}"/>
          </ac:spMkLst>
        </pc:spChg>
        <pc:picChg chg="del">
          <ac:chgData name="Saeed Samet" userId="cfbf7cda-a3f0-4a18-b58e-e4747a47ab2e" providerId="ADAL" clId="{1DAAA582-D431-51E1-B726-79BB57AE61A7}" dt="2026-06-24T14:57:52.008" v="2054" actId="478"/>
          <ac:picMkLst>
            <pc:docMk/>
            <pc:sldMk cId="2606936971" sldId="395"/>
            <ac:picMk id="11" creationId="{214528B9-50BD-D6C2-F79C-8CA413206493}"/>
          </ac:picMkLst>
        </pc:picChg>
      </pc:sldChg>
      <pc:sldChg chg="delSp modSp add mod">
        <pc:chgData name="Saeed Samet" userId="cfbf7cda-a3f0-4a18-b58e-e4747a47ab2e" providerId="ADAL" clId="{1DAAA582-D431-51E1-B726-79BB57AE61A7}" dt="2026-06-24T14:58:21.979" v="2083" actId="478"/>
        <pc:sldMkLst>
          <pc:docMk/>
          <pc:sldMk cId="2829933263" sldId="396"/>
        </pc:sldMkLst>
        <pc:spChg chg="mod">
          <ac:chgData name="Saeed Samet" userId="cfbf7cda-a3f0-4a18-b58e-e4747a47ab2e" providerId="ADAL" clId="{1DAAA582-D431-51E1-B726-79BB57AE61A7}" dt="2026-06-23T19:09:10.445" v="2005" actId="403"/>
          <ac:spMkLst>
            <pc:docMk/>
            <pc:sldMk cId="2829933263" sldId="396"/>
            <ac:spMk id="3" creationId="{437D2693-0481-31FE-E182-51479AC06769}"/>
          </ac:spMkLst>
        </pc:spChg>
        <pc:spChg chg="mod">
          <ac:chgData name="Saeed Samet" userId="cfbf7cda-a3f0-4a18-b58e-e4747a47ab2e" providerId="ADAL" clId="{1DAAA582-D431-51E1-B726-79BB57AE61A7}" dt="2026-06-23T19:09:21.966" v="2019" actId="20577"/>
          <ac:spMkLst>
            <pc:docMk/>
            <pc:sldMk cId="2829933263" sldId="396"/>
            <ac:spMk id="7" creationId="{60230CA6-F368-1A2E-FB37-BF1374F4B5B3}"/>
          </ac:spMkLst>
        </pc:spChg>
        <pc:spChg chg="del">
          <ac:chgData name="Saeed Samet" userId="cfbf7cda-a3f0-4a18-b58e-e4747a47ab2e" providerId="ADAL" clId="{1DAAA582-D431-51E1-B726-79BB57AE61A7}" dt="2026-06-24T14:58:21.979" v="2083" actId="478"/>
          <ac:spMkLst>
            <pc:docMk/>
            <pc:sldMk cId="2829933263" sldId="396"/>
            <ac:spMk id="10" creationId="{ED133A80-BEFC-ABB9-0745-8AFA7171F48A}"/>
          </ac:spMkLst>
        </pc:spChg>
        <pc:picChg chg="del">
          <ac:chgData name="Saeed Samet" userId="cfbf7cda-a3f0-4a18-b58e-e4747a47ab2e" providerId="ADAL" clId="{1DAAA582-D431-51E1-B726-79BB57AE61A7}" dt="2026-06-24T14:58:21.313" v="2082" actId="478"/>
          <ac:picMkLst>
            <pc:docMk/>
            <pc:sldMk cId="2829933263" sldId="396"/>
            <ac:picMk id="11" creationId="{092F173B-2FC7-4CE2-825E-AF9CA1158F9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99808-0E9B-4FD1-BBA9-01B46832E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19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F4C7E-7543-44DB-92DE-7693937B296D}" type="datetimeFigureOut">
              <a:rPr lang="en-US" smtClean="0"/>
              <a:pPr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D7CB1-D023-401A-B061-68D1736E98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2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D7CB1-D023-401A-B061-68D1736E988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9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E751-7561-410C-B788-D1D074B4F411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E690-5D51-49B7-88E8-53FB51BCBCA4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B454-3F44-4293-ACC8-A434F4ADE2D5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86D7-57E4-4FA3-B5AB-2F2D840071A5}" type="datetime1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25B7-4353-4A52-9B74-5D21401A6732}" type="datetime1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4EDA-8313-4B5B-91A6-96893A083965}" type="datetime1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203-B0AC-4C2F-943E-4FE1AD6372D4}" type="datetime1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3FE58-9A72-4D02-A341-26725A04CBDE}" type="datetime1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36752-D81A-4CAC-AC22-7AD38CCE78CB}" type="datetime1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2DE8-3451-4B86-9237-66AFA7EBEB81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88F56-FFCF-4951-8843-CE7C0BFA4DAF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D2A17-FBD8-4775-9AD1-1B2F07EC82B7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391" y="76200"/>
            <a:ext cx="9144000" cy="3429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Object-Oriented Software Analysis &amp; Design</a:t>
            </a:r>
            <a:br>
              <a:rPr lang="en-US" sz="3200" b="1" dirty="0">
                <a:latin typeface="+mn-lt"/>
                <a:cs typeface="Times New Roman" panose="02020603050405020304" pitchFamily="18" charset="0"/>
              </a:rPr>
            </a:br>
            <a:r>
              <a:rPr lang="en-US" sz="3200" b="1" dirty="0">
                <a:latin typeface="+mn-lt"/>
                <a:cs typeface="Times New Roman" panose="02020603050405020304" pitchFamily="18" charset="0"/>
              </a:rPr>
              <a:t>(COMP-3220)</a:t>
            </a:r>
            <a:br>
              <a:rPr lang="en-US" sz="3600" b="1" dirty="0">
                <a:latin typeface="+mn-lt"/>
                <a:cs typeface="Times New Roman" panose="02020603050405020304" pitchFamily="18" charset="0"/>
              </a:rPr>
            </a:br>
            <a:br>
              <a:rPr lang="en-US" sz="3600" b="1" dirty="0">
                <a:cs typeface="Times New Roman" panose="02020603050405020304" pitchFamily="18" charset="0"/>
              </a:rPr>
            </a:br>
            <a:r>
              <a:rPr lang="en-US" sz="2800" b="1" dirty="0">
                <a:cs typeface="Times New Roman" panose="02020603050405020304" pitchFamily="18" charset="0"/>
              </a:rPr>
              <a:t>Lecture 7</a:t>
            </a:r>
            <a:br>
              <a:rPr lang="en-US" sz="2800" b="1" dirty="0">
                <a:cs typeface="Times New Roman" panose="02020603050405020304" pitchFamily="18" charset="0"/>
              </a:rPr>
            </a:br>
            <a:br>
              <a:rPr lang="en-US" sz="2800" b="1" dirty="0">
                <a:latin typeface="+mn-lt"/>
                <a:cs typeface="Times New Roman" panose="02020603050405020304" pitchFamily="18" charset="0"/>
              </a:rPr>
            </a:br>
            <a:r>
              <a:rPr lang="en-US" sz="3200" b="1" dirty="0">
                <a:latin typeface="+mn-lt"/>
                <a:cs typeface="Times New Roman" panose="02020603050405020304" pitchFamily="18" charset="0"/>
              </a:rPr>
              <a:t>Adapter and Facade Patterns</a:t>
            </a:r>
            <a:endParaRPr lang="en-US" sz="28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91" y="3581400"/>
            <a:ext cx="9129218" cy="2209800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School of Computer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Faculty of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University of Windsor</a:t>
            </a:r>
          </a:p>
          <a:p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Dr. </a:t>
            </a:r>
            <a:r>
              <a:rPr lang="en-US" sz="2000">
                <a:solidFill>
                  <a:srgbClr val="002060"/>
                </a:solidFill>
                <a:cs typeface="Times New Roman" panose="02020603050405020304" pitchFamily="18" charset="0"/>
              </a:rPr>
              <a:t>Saeed Samet</a:t>
            </a:r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://cou.on.ca/wp-content/uploads/2015/04/University-of-Windso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709" y="5867400"/>
            <a:ext cx="2209800" cy="82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8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D283B-8D8F-04AA-C27F-4882F2B3C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/>
              <a:t>Adapter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94604-4116-A22E-55D6-E0E04B3B8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37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3600" dirty="0"/>
              <a:t>The Adapter Pattern converts the interface of one class into another interface that a client expects.</a:t>
            </a:r>
          </a:p>
          <a:p>
            <a:r>
              <a:rPr lang="en-US" sz="3600" dirty="0"/>
              <a:t>It allows classes with incompatible interfaces to work together without modifying their existing code.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Intent</a:t>
            </a:r>
          </a:p>
        </p:txBody>
      </p:sp>
    </p:spTree>
    <p:extLst>
      <p:ext uri="{BB962C8B-B14F-4D97-AF65-F5344CB8AC3E}">
        <p14:creationId xmlns:p14="http://schemas.microsoft.com/office/powerpoint/2010/main" val="223137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82C8E-E798-E707-7BE7-E985E45B1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C165C-8119-3B93-F122-618D15773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3600" dirty="0"/>
              <a:t>In object-oriented systems, we often reuse existing classes or third-party libraries. However, the interfaces of those classes may not match the interface expected by the client code.</a:t>
            </a:r>
          </a:p>
          <a:p>
            <a:r>
              <a:rPr lang="en-US" sz="3600" dirty="0"/>
              <a:t>Instead of changing the existing code, the Adapter Pattern acts as a bridge between the incompatible interfaces.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926E8F-82EC-F654-660E-7B0575DA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92B07E-576F-1B8C-6F5E-F2C282084999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56AA2C7-98EE-8962-EADF-7B4C67458BC8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37200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A4F7B-6222-2027-9874-7896BCC14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0434B-DD1F-B638-6C2A-B540897DA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3600" dirty="0"/>
              <a:t>Reusing legacy code without modifying it.</a:t>
            </a:r>
            <a:endParaRPr lang="en-US" sz="4000" dirty="0"/>
          </a:p>
          <a:p>
            <a:r>
              <a:rPr lang="en-US" sz="3600" dirty="0"/>
              <a:t>Integrating third-party libraries.</a:t>
            </a:r>
            <a:endParaRPr lang="en-US" sz="4000" dirty="0"/>
          </a:p>
          <a:p>
            <a:r>
              <a:rPr lang="en-US" sz="3600" dirty="0"/>
              <a:t>Allowing incompatible interfaces to collaborate.</a:t>
            </a:r>
            <a:endParaRPr lang="en-US" sz="4000" dirty="0"/>
          </a:p>
          <a:p>
            <a:r>
              <a:rPr lang="en-US" sz="3600" dirty="0"/>
              <a:t>Reducing changes in existing client code.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9A8C79-9CDD-5110-A734-CC9E82F81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822055F-5E7F-5168-E03C-DC3AB189FD47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D2F4A84-535C-97EB-057B-D59018D83F6F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Problems It Solves</a:t>
            </a:r>
          </a:p>
        </p:txBody>
      </p:sp>
    </p:spTree>
    <p:extLst>
      <p:ext uri="{BB962C8B-B14F-4D97-AF65-F5344CB8AC3E}">
        <p14:creationId xmlns:p14="http://schemas.microsoft.com/office/powerpoint/2010/main" val="2232692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CD41-DBB3-EBBB-5468-95AC1324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B1035-79A4-E7F6-A4A7-BADCC9EC7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2800" dirty="0"/>
              <a:t>A phone charger adapter allows a device from one country to plug into a different electrical outlet standard.</a:t>
            </a:r>
          </a:p>
          <a:p>
            <a:pPr lvl="1"/>
            <a:r>
              <a:rPr lang="en-US" sz="2400" dirty="0"/>
              <a:t>Your phone expects one interface.</a:t>
            </a:r>
          </a:p>
          <a:p>
            <a:pPr lvl="1"/>
            <a:r>
              <a:rPr lang="en-US" sz="2400" dirty="0"/>
              <a:t>The wall outlet provides another interface.</a:t>
            </a:r>
          </a:p>
          <a:p>
            <a:pPr lvl="1"/>
            <a:r>
              <a:rPr lang="en-US" sz="2400" dirty="0"/>
              <a:t>The adapter converts one interface into another.</a:t>
            </a:r>
          </a:p>
          <a:p>
            <a:endParaRPr lang="en-US" sz="2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86F74F-B70E-7A9E-F533-8A26F4000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F13D9F-C4DF-CC42-A654-EC043B49377F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7D5F917-FD4B-24E0-7F47-D662932DE941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Real-Life Analogy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F9DBB-5C13-EC07-F702-9C22E9FAD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0" y="3347428"/>
            <a:ext cx="4953000" cy="284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902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298E7-2D5E-9330-5942-48799D41C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FCC96D-28EB-C05F-476C-B69C52A81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6F8387A-8A8D-9D07-A7E7-E94442C03875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E69AD4F-8C4E-234D-19EF-E6CD42DE15E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Real-Life Analogy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198DC0-EF51-FF43-5D76-0DA1C0C98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801080"/>
            <a:ext cx="2684114" cy="1542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F2203B-589E-4286-2769-E9CDFDBE81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393552"/>
            <a:ext cx="7772400" cy="4338809"/>
          </a:xfrm>
          <a:prstGeom prst="rect">
            <a:avLst/>
          </a:prstGeom>
        </p:spPr>
      </p:pic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D6145628-B2D5-F08B-5947-05B6D7BB9BB2}"/>
              </a:ext>
            </a:extLst>
          </p:cNvPr>
          <p:cNvCxnSpPr>
            <a:cxnSpLocks/>
          </p:cNvCxnSpPr>
          <p:nvPr/>
        </p:nvCxnSpPr>
        <p:spPr>
          <a:xfrm>
            <a:off x="3539428" y="1483072"/>
            <a:ext cx="1659286" cy="82143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73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D0CDA-C174-85CF-68C0-65D13FD86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DB969-3BD8-1B13-7CAD-6247AF08E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2800" dirty="0"/>
              <a:t>Main Participants</a:t>
            </a:r>
          </a:p>
          <a:p>
            <a:pPr lvl="1"/>
            <a:r>
              <a:rPr lang="en-US" dirty="0"/>
              <a:t>Target</a:t>
            </a:r>
          </a:p>
          <a:p>
            <a:pPr marL="0" indent="0">
              <a:buNone/>
            </a:pPr>
            <a:r>
              <a:rPr lang="en-US" sz="2400" dirty="0"/>
              <a:t>	The interface expected by the client.</a:t>
            </a:r>
          </a:p>
          <a:p>
            <a:pPr lvl="1"/>
            <a:r>
              <a:rPr lang="en-US" dirty="0" err="1"/>
              <a:t>Adaptee</a:t>
            </a:r>
            <a:endParaRPr lang="en-US" dirty="0"/>
          </a:p>
          <a:p>
            <a:pPr marL="457200" lvl="1" indent="0">
              <a:buNone/>
            </a:pPr>
            <a:r>
              <a:rPr lang="en-US" sz="2400" dirty="0"/>
              <a:t>	The existing class with an incompatible interface.</a:t>
            </a:r>
          </a:p>
          <a:p>
            <a:pPr lvl="1"/>
            <a:r>
              <a:rPr lang="en-US" dirty="0"/>
              <a:t>Adapter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400" dirty="0"/>
              <a:t>Converts the </a:t>
            </a:r>
            <a:r>
              <a:rPr lang="en-US" sz="2400" dirty="0" err="1"/>
              <a:t>Adaptee</a:t>
            </a:r>
            <a:r>
              <a:rPr lang="en-US" sz="2400" dirty="0"/>
              <a:t> interface into the Target interface.</a:t>
            </a:r>
          </a:p>
          <a:p>
            <a:pPr lvl="1"/>
            <a:r>
              <a:rPr lang="en-US" dirty="0"/>
              <a:t>Client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400" dirty="0"/>
              <a:t>Uses the Target interface.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8042A0-2656-DE9E-8BF5-4618F629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7E326A-1692-DF63-72B3-C5F6269E09E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FE63138-B97F-4D64-A2BD-3C77DDAB0972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Adapter Pattern Structure</a:t>
            </a:r>
          </a:p>
        </p:txBody>
      </p:sp>
    </p:spTree>
    <p:extLst>
      <p:ext uri="{BB962C8B-B14F-4D97-AF65-F5344CB8AC3E}">
        <p14:creationId xmlns:p14="http://schemas.microsoft.com/office/powerpoint/2010/main" val="2019240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CDA5-2BCE-5336-B8CB-084F2DD30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072AAB-2BDA-1B1C-AA61-335F3A51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29E41B-075B-8321-05B2-DAA93792659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27B9D0-9FA8-4ABF-1160-8EFDB276BC9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Adapter Pattern – Class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36853-5A51-338E-51C7-E25EFFB69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300" y="1295400"/>
            <a:ext cx="8915400" cy="381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11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148C3-7EDF-6FC9-8454-7706BC8DF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4AD4-85F6-43B5-1CB7-0E68D9E9C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2800" dirty="0"/>
              <a:t>Suppose:</a:t>
            </a:r>
          </a:p>
          <a:p>
            <a:pPr lvl="1"/>
            <a:r>
              <a:rPr lang="en-US" sz="2400" dirty="0"/>
              <a:t>Our application supports MP3 files.</a:t>
            </a:r>
            <a:endParaRPr lang="en-US" sz="2800" dirty="0"/>
          </a:p>
          <a:p>
            <a:pPr lvl="1"/>
            <a:r>
              <a:rPr lang="en-US" sz="2400" dirty="0"/>
              <a:t>A third-party library plays VLC files.</a:t>
            </a:r>
            <a:endParaRPr lang="en-US" sz="2800" dirty="0"/>
          </a:p>
          <a:p>
            <a:pPr lvl="1"/>
            <a:r>
              <a:rPr lang="en-US" sz="2400" dirty="0"/>
              <a:t>The interfaces are incompatible.</a:t>
            </a:r>
            <a:endParaRPr lang="en-US" sz="2800" dirty="0"/>
          </a:p>
          <a:p>
            <a:r>
              <a:rPr lang="en-US" sz="2800" dirty="0"/>
              <a:t>We use an Adapter so the </a:t>
            </a:r>
          </a:p>
          <a:p>
            <a:pPr marL="311150" indent="0">
              <a:buNone/>
            </a:pPr>
            <a:r>
              <a:rPr lang="en-US" sz="2800" dirty="0"/>
              <a:t>application can play VLC files</a:t>
            </a:r>
          </a:p>
          <a:p>
            <a:pPr marL="311150" indent="0">
              <a:buNone/>
            </a:pPr>
            <a:r>
              <a:rPr lang="en-US" sz="2800" dirty="0"/>
              <a:t>through the same interface.</a:t>
            </a:r>
            <a:endParaRPr lang="en-US" sz="2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5AF62-B091-6868-4C3B-EDD0EC77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0F08D8-989E-263D-0F12-9C01AB09B3FF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0A94BE3-1EF7-A6E3-4CF5-96D725E28AA3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Example: Media Player Adapter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B5A2FD-B3B7-CCBD-F44B-AD6218017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332" y="988926"/>
            <a:ext cx="3693011" cy="57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C5D6C-6A71-251C-398D-B777A729F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9C379B-6AEB-01E4-7462-436F7043E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93C3913-4947-C021-C982-34EBD8B8E2A7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F107F8-F16C-8834-B581-2BE6B412DFEB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Media Player Adapter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F29BF5-1DF2-CD27-28CB-588CFF3C8986}"/>
              </a:ext>
            </a:extLst>
          </p:cNvPr>
          <p:cNvSpPr txBox="1"/>
          <p:nvPr/>
        </p:nvSpPr>
        <p:spPr>
          <a:xfrm>
            <a:off x="0" y="3985857"/>
            <a:ext cx="9144000" cy="2872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400"/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E4CD70-A23F-3F1B-51EB-C2743B04B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4" y="1040177"/>
            <a:ext cx="8931651" cy="47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590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98B56-24E6-1122-2730-B648A8522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E0150C-72AF-8790-2D5C-5D06D6BC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FC0162-0154-263A-0E6A-A9C9E61C1A9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90F6715-0F24-B36A-FFD0-883114BE6B7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EDD3BA-EB50-AEE8-D9D9-1AF995264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17134"/>
            <a:ext cx="4737434" cy="18498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E61894-22A1-57DD-D92E-E8D47D90B5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034" y="828020"/>
            <a:ext cx="3720766" cy="19685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14B133-90C6-CD5F-0816-3FA374F85D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677875"/>
            <a:ext cx="655320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00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D2EBD-D386-CC4D-D16C-9A3E180B3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45E9F-C23F-A8B7-DE5E-175DB94D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1DA1B3-A7F5-4B2B-07C2-3FA611D0EC3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BC9F7F1-B886-CD46-6B77-74E11380A829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9815A8-7F5E-AD49-41DA-3A37FA0AB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051528"/>
            <a:ext cx="65532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09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8B193-ED1C-9EFF-7ED5-7CCFFB18D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C86E3F-CDA7-CAAB-3952-72C87624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CC89FD-AE57-B698-2C3D-D5116E5AABE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A4E8120-0035-19DB-FF1C-BDCD508C0B9A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8144F9-73C5-C84E-5E68-D9F0FBF68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" y="990600"/>
            <a:ext cx="5638800" cy="579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72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E3F9-F4BB-CD57-0EF1-A1BDECEA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67505-5E66-1897-7B10-F6AF4CFAE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0C8A91-40D8-4583-F327-CA79EF34323E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329EF86-D166-DAC6-9987-4B36B621B45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FA9CD3-8DDB-D551-7870-552A98562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" y="893991"/>
            <a:ext cx="6268002" cy="563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07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6D1DD-63AE-35BD-048D-A6EF38941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638D21-5B56-136E-7F68-F2B1550A7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6F13DA6-9F5C-D0ED-43BB-97566DBE2A44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FA59AC-E573-5799-7741-CE17F26C6979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B28F25-A6B7-BC59-6677-564FBC6BC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28020"/>
            <a:ext cx="5334000" cy="40365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2E0042-DA21-4B41-4CC4-7B5C7D54B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669734"/>
            <a:ext cx="3019327" cy="218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969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46560-3E94-A829-2B60-C7CBC337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B03C5-FD83-FF7A-65BD-2EE7A56E2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Advantages of Adapter Pattern</a:t>
            </a:r>
          </a:p>
          <a:p>
            <a:pPr lvl="1"/>
            <a:r>
              <a:rPr lang="en-US" dirty="0"/>
              <a:t>Promotes code reuse.</a:t>
            </a:r>
          </a:p>
          <a:p>
            <a:pPr lvl="1"/>
            <a:r>
              <a:rPr lang="en-US" dirty="0"/>
              <a:t>Supports Open/Closed Principle.</a:t>
            </a:r>
          </a:p>
          <a:p>
            <a:pPr lvl="1"/>
            <a:r>
              <a:rPr lang="en-US" dirty="0"/>
              <a:t>Avoids modifying legacy code.</a:t>
            </a:r>
          </a:p>
          <a:p>
            <a:pPr lvl="1"/>
            <a:r>
              <a:rPr lang="en-US" dirty="0"/>
              <a:t>Makes incompatible classes collaborate.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Adds additional abstraction layers.</a:t>
            </a:r>
            <a:endParaRPr lang="en-US" sz="3200" dirty="0"/>
          </a:p>
          <a:p>
            <a:pPr lvl="1"/>
            <a:r>
              <a:rPr lang="en-US" dirty="0"/>
              <a:t>Too many adapters may increase complexity.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973305-F0BC-FA8B-FC36-56AFA733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713FFB-B949-FF25-A38F-D15D80A89BC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AC2E4C5-5BFF-0943-7121-4C94A4FF263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Advantages &amp; Disadvantages </a:t>
            </a:r>
          </a:p>
        </p:txBody>
      </p:sp>
    </p:spTree>
    <p:extLst>
      <p:ext uri="{BB962C8B-B14F-4D97-AF65-F5344CB8AC3E}">
        <p14:creationId xmlns:p14="http://schemas.microsoft.com/office/powerpoint/2010/main" val="1259420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2BCB4-E856-57B5-CC8B-7AB008676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6270E-99F5-F744-0FD4-B4F062D44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3600" dirty="0"/>
              <a:t>You want to integrate an existing class into a new system.</a:t>
            </a:r>
            <a:endParaRPr lang="en-US" sz="4400" dirty="0"/>
          </a:p>
          <a:p>
            <a:r>
              <a:rPr lang="en-US" sz="3600" dirty="0"/>
              <a:t>Existing interfaces are incompatible.</a:t>
            </a:r>
            <a:endParaRPr lang="en-US" sz="4400" dirty="0"/>
          </a:p>
          <a:p>
            <a:r>
              <a:rPr lang="en-US" sz="3600" dirty="0"/>
              <a:t>You cannot modify the reused component.</a:t>
            </a:r>
            <a:endParaRPr lang="en-US" sz="4400" dirty="0"/>
          </a:p>
          <a:p>
            <a:r>
              <a:rPr lang="en-US" sz="3600" dirty="0"/>
              <a:t>You want backward compatibility.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BBAF43-D67B-ADC3-3752-AC799B16B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1E2651-998A-D9A2-AB03-59EBD64BFAA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BC8C209-7B44-5078-D966-591CB9EA343E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When use Adapter Pattern</a:t>
            </a:r>
          </a:p>
        </p:txBody>
      </p:sp>
    </p:spTree>
    <p:extLst>
      <p:ext uri="{BB962C8B-B14F-4D97-AF65-F5344CB8AC3E}">
        <p14:creationId xmlns:p14="http://schemas.microsoft.com/office/powerpoint/2010/main" val="1771680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56FAC-861D-6919-4841-08BE3731C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05C50-D261-A019-2AE0-3A5E8D6EE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/>
              <a:t>Facade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E6CC1-19FF-9C68-FCBA-BFCE22E10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750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9AB9E-ADD2-3868-96D3-756864D4C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B87C4-4EBB-75FA-5722-53478AF98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3600" dirty="0"/>
              <a:t>The Facade Pattern provides a simplified unified interface to a set of interfaces in a subsystem.</a:t>
            </a:r>
          </a:p>
          <a:p>
            <a:r>
              <a:rPr lang="en-US" sz="3600" dirty="0"/>
              <a:t>Instead of interacting with many complex classes directly, the client interacts with a single Facade object.</a:t>
            </a:r>
            <a:endParaRPr lang="en-US" sz="4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25005D-8385-A9DD-56B3-54AC03F8E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9511DA-9644-79CE-D607-3CF34BC56E80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DA6E884-606B-0F0F-181A-19AD111603A9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Intent</a:t>
            </a:r>
          </a:p>
        </p:txBody>
      </p:sp>
    </p:spTree>
    <p:extLst>
      <p:ext uri="{BB962C8B-B14F-4D97-AF65-F5344CB8AC3E}">
        <p14:creationId xmlns:p14="http://schemas.microsoft.com/office/powerpoint/2010/main" val="2897172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21D59-0BA0-EA21-23E2-8B17E1A9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BAE9C-4E35-03A5-F6D9-E87403F5B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pPr marL="466725" indent="-457200"/>
            <a:r>
              <a:rPr lang="en-US" dirty="0"/>
              <a:t>Complex systems often contain many interacting classes.</a:t>
            </a:r>
          </a:p>
          <a:p>
            <a:pPr marL="466725" indent="-457200"/>
            <a:r>
              <a:rPr lang="en-US" dirty="0"/>
              <a:t>Clients may need to know:</a:t>
            </a:r>
          </a:p>
          <a:p>
            <a:pPr marL="896938" lvl="1" indent="-536575"/>
            <a:r>
              <a:rPr lang="en-US" dirty="0"/>
              <a:t>Which classes to create.</a:t>
            </a:r>
          </a:p>
          <a:p>
            <a:pPr marL="896938" lvl="1" indent="-536575"/>
            <a:r>
              <a:rPr lang="en-US" dirty="0"/>
              <a:t>In what order methods should be called.</a:t>
            </a:r>
          </a:p>
          <a:p>
            <a:pPr marL="896938" lvl="1" indent="-536575"/>
            <a:r>
              <a:rPr lang="en-US" dirty="0"/>
              <a:t>How objects collaborate internally.</a:t>
            </a:r>
          </a:p>
          <a:p>
            <a:pPr marL="466725" indent="-457200"/>
            <a:r>
              <a:rPr lang="en-US" dirty="0"/>
              <a:t>This increases coupling and complexity.</a:t>
            </a:r>
          </a:p>
          <a:p>
            <a:pPr marL="466725" indent="-457200"/>
            <a:r>
              <a:rPr lang="en-US" dirty="0"/>
              <a:t>The Facade Pattern hides subsystem complexity behind a simple interface.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FAD32-613F-25E8-8906-13DFD9F8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48EE48D-41A3-CD2D-5D61-7BE07DA818B7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2734D08-DA18-24E2-3ECA-F74C49E385BE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2606936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C2590-4158-DE13-8C1C-C04851A46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F986A-331C-E801-6F72-598060FA4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3600" dirty="0"/>
              <a:t>Reduces coupling between client and subsystem.</a:t>
            </a:r>
          </a:p>
          <a:p>
            <a:r>
              <a:rPr lang="en-US" sz="3600" dirty="0"/>
              <a:t>Simplifies usage of complex systems.</a:t>
            </a:r>
          </a:p>
          <a:p>
            <a:r>
              <a:rPr lang="en-US" sz="3600" dirty="0"/>
              <a:t>Provides a cleaner high-level API.</a:t>
            </a:r>
          </a:p>
          <a:p>
            <a:r>
              <a:rPr lang="en-US" sz="3600" dirty="0"/>
              <a:t>Hides implementation details.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3EA4DB-E2C5-B5F5-9F3D-E61F295B4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6DD912-23D0-12FE-3761-B42A6B2FB634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9969E58-E103-7EE9-5EED-F1C1F0B6F21A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Problems It Solves</a:t>
            </a:r>
          </a:p>
        </p:txBody>
      </p:sp>
    </p:spTree>
    <p:extLst>
      <p:ext uri="{BB962C8B-B14F-4D97-AF65-F5344CB8AC3E}">
        <p14:creationId xmlns:p14="http://schemas.microsoft.com/office/powerpoint/2010/main" val="800977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FBEB0-7DBF-59EA-54C5-8324AA63A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5B3DE-0E65-EBF3-1393-6C35CD6F4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A hotel reception desk acts as a facade. Instead of contacting:</a:t>
            </a:r>
          </a:p>
          <a:p>
            <a:pPr lvl="1"/>
            <a:r>
              <a:rPr lang="en-US" dirty="0"/>
              <a:t>housekeeping,</a:t>
            </a:r>
            <a:endParaRPr lang="en-US" sz="3200" dirty="0"/>
          </a:p>
          <a:p>
            <a:pPr lvl="1"/>
            <a:r>
              <a:rPr lang="en-US" dirty="0"/>
              <a:t>room service,</a:t>
            </a:r>
            <a:endParaRPr lang="en-US" sz="3200" dirty="0"/>
          </a:p>
          <a:p>
            <a:pPr lvl="1"/>
            <a:r>
              <a:rPr lang="en-US" dirty="0"/>
              <a:t>maintenance,</a:t>
            </a:r>
            <a:endParaRPr lang="en-US" sz="3200" dirty="0"/>
          </a:p>
          <a:p>
            <a:pPr lvl="1"/>
            <a:r>
              <a:rPr lang="en-US" dirty="0"/>
              <a:t>restaurant,</a:t>
            </a:r>
            <a:endParaRPr lang="en-US" sz="3200" dirty="0"/>
          </a:p>
          <a:p>
            <a:pPr marL="0" indent="0">
              <a:buNone/>
            </a:pPr>
            <a:r>
              <a:rPr lang="en-US" dirty="0"/>
              <a:t>	individually, the guest talks only to reception.</a:t>
            </a:r>
          </a:p>
          <a:p>
            <a:pPr marL="0" indent="0">
              <a:buNone/>
            </a:pPr>
            <a:r>
              <a:rPr lang="en-US" dirty="0"/>
              <a:t>	The reception coordinates everything internally.</a:t>
            </a:r>
          </a:p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2FA3F-A679-B382-9B3E-DDBCCB7C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C06306-6A27-9817-FE4C-61A46FBF1270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18286A6-4B9A-E487-99EB-679B92E716B9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Real-Life Analogy</a:t>
            </a:r>
          </a:p>
        </p:txBody>
      </p:sp>
    </p:spTree>
    <p:extLst>
      <p:ext uri="{BB962C8B-B14F-4D97-AF65-F5344CB8AC3E}">
        <p14:creationId xmlns:p14="http://schemas.microsoft.com/office/powerpoint/2010/main" val="4020124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B5ABD-BF54-B440-5EA3-DA00F0D6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DFD50C-F292-40B9-D673-0AC839F9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F41820-1234-D491-20FE-CA8861731598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588F5CB-ED50-FC37-B9A0-787B450C6651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Real-Life Analogy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3B1E34-D7B7-AE8E-DD3D-09C0C9E0B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52816"/>
            <a:ext cx="8229600" cy="549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13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17EB5-0685-4E06-B41B-54C5E5B02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8AEA3-9BAE-BD21-27A0-477710BEE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2800" dirty="0"/>
              <a:t>Main Participants</a:t>
            </a:r>
          </a:p>
          <a:p>
            <a:pPr lvl="1"/>
            <a:r>
              <a:rPr lang="en-US" dirty="0"/>
              <a:t>Facade</a:t>
            </a:r>
          </a:p>
          <a:p>
            <a:pPr marL="0" indent="0">
              <a:buNone/>
            </a:pPr>
            <a:r>
              <a:rPr lang="en-US" sz="2400" dirty="0"/>
              <a:t>	Provides a simplified interface.</a:t>
            </a:r>
          </a:p>
          <a:p>
            <a:pPr lvl="1"/>
            <a:r>
              <a:rPr lang="en-US" dirty="0"/>
              <a:t>Subsystem Classes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400" dirty="0"/>
              <a:t>Perform the actual work.</a:t>
            </a:r>
          </a:p>
          <a:p>
            <a:pPr lvl="1"/>
            <a:r>
              <a:rPr lang="en-US" dirty="0"/>
              <a:t>Client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400" dirty="0"/>
              <a:t>Uses the Facade instead of directly using subsystem classes.</a:t>
            </a:r>
          </a:p>
          <a:p>
            <a:endParaRPr lang="en-US" sz="2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5CBFE-6BB7-6796-7A13-5373AB667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577626D-9F33-9A1B-48B4-78C46ABD9F88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02FA83-2E8C-5BC8-FDF7-4CCE729E96BB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Facade Pattern Structure</a:t>
            </a:r>
          </a:p>
        </p:txBody>
      </p:sp>
    </p:spTree>
    <p:extLst>
      <p:ext uri="{BB962C8B-B14F-4D97-AF65-F5344CB8AC3E}">
        <p14:creationId xmlns:p14="http://schemas.microsoft.com/office/powerpoint/2010/main" val="1025858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22AC6-7814-6D51-490C-88AA5ACC7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AB6F1C-0353-D20D-ED80-4BDFE1A54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395507-8610-7DDE-98F0-AA7B4F98D41F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B5EF3F-7E9D-9D6B-1818-9FB3A9F3D73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Facade Pattern – Class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E77320-2960-9D3F-CEA4-92D139E09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5442" y="1204194"/>
            <a:ext cx="8533115" cy="444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9996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4C788-C8ED-CDCC-5DB8-1FBBABF9D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212FD-C562-F515-8E57-DAF6D274E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2800" dirty="0"/>
              <a:t>Suppose a home theater requires interacting with:</a:t>
            </a:r>
          </a:p>
          <a:p>
            <a:pPr lvl="1"/>
            <a:r>
              <a:rPr lang="en-US" sz="2400" dirty="0"/>
              <a:t>DVD Player</a:t>
            </a:r>
            <a:endParaRPr lang="en-US" sz="2800" dirty="0"/>
          </a:p>
          <a:p>
            <a:pPr lvl="1"/>
            <a:r>
              <a:rPr lang="en-US" sz="2400" dirty="0"/>
              <a:t>Projector</a:t>
            </a:r>
            <a:endParaRPr lang="en-US" sz="2800" dirty="0"/>
          </a:p>
          <a:p>
            <a:pPr lvl="1"/>
            <a:r>
              <a:rPr lang="en-US" sz="2400" dirty="0"/>
              <a:t>Sound System</a:t>
            </a:r>
            <a:endParaRPr lang="en-US" sz="2800" dirty="0"/>
          </a:p>
          <a:p>
            <a:pPr lvl="1"/>
            <a:r>
              <a:rPr lang="en-US" sz="2400" dirty="0"/>
              <a:t>Lights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Without a facade, the client must control all components</a:t>
            </a:r>
          </a:p>
          <a:p>
            <a:pPr marL="0" indent="311150">
              <a:buNone/>
            </a:pPr>
            <a:r>
              <a:rPr lang="en-US" sz="2800" dirty="0"/>
              <a:t>individually.</a:t>
            </a:r>
          </a:p>
          <a:p>
            <a:r>
              <a:rPr lang="en-US" sz="2800" dirty="0"/>
              <a:t>With a facade, a single method such as </a:t>
            </a:r>
            <a:r>
              <a:rPr lang="en-US" sz="2800" dirty="0" err="1"/>
              <a:t>watchMovie</a:t>
            </a:r>
            <a:r>
              <a:rPr lang="en-US" sz="2800" dirty="0"/>
              <a:t>() handles everything.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27986-4554-E73D-F6F6-2294A4ABA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5B19F6-A05A-E16C-BE1E-179C2E5E0555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C7FADB4-4EA3-E75D-78EA-F683DA568BCB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Example: Home Theater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620AB0-AA06-62AF-0F88-D8BA80B92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447800"/>
            <a:ext cx="4533900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3750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75176-83B1-574C-F027-DFC775DBA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3DC842-B9C4-7715-EA1D-D18B88CD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6C4ADB-99D0-E998-1628-80949B40C22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C3C7B1E-EC68-4042-2E1A-595C5D77271D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32C738-0146-80CA-3150-F19FB5148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39772"/>
            <a:ext cx="58420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2224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17C6B-42D9-47EE-63D3-CC6E3DD8D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CFAABD-CBE7-8103-5D01-39AC2959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EFD7DD-877F-4150-C9F6-1D6C68A12578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6515CD3-F1C6-9DCD-4084-1E5C3A9898BD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D14D0-1194-88AA-9C4B-B96647B77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" y="1127598"/>
            <a:ext cx="6253436" cy="420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745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611F-8FBB-946D-1F98-54748E5A9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00C0E0-E296-C6BB-0C0C-0BC55ABE0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B72B4C-0F7A-CFDC-7E1E-5A9FFBA55820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2D8E02C-FF46-2719-F7B5-36912C7B35D2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F1E0E-604D-57A2-372C-E473A710A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" y="1143117"/>
            <a:ext cx="5637318" cy="420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7893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81D79-8793-ABF9-E788-DF62AC647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F53A0-79A2-6B41-D0B1-AEAD891AD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892255F-A35B-148B-DB77-E8C4CB9D1A12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33621BE-D172-4736-555D-C05D737317D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9C054A-0A40-4A7C-10F7-ABD5E5C74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" y="1249768"/>
            <a:ext cx="5637318" cy="399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0363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7CCBC-7EDB-1936-54D2-615129963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B8D59-419B-28CB-238D-AE3B53692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E53F7B-5FEB-C0C6-F618-A875A2CEBAD2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119001-DE55-B0A0-D1F2-447ED5BCE796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3F2572-EE3E-5880-7F4C-ABC10F7BF2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635250"/>
            <a:ext cx="4305300" cy="3721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605230-91D6-EAEC-365E-AAD8EF7B2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95363"/>
            <a:ext cx="4394200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759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01D33-CC78-E2CE-A0A3-BE06487B9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7BBF19-4BEF-A047-44E3-4A41F982D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594877-1072-54EE-00EC-875E58821134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B6919E5-3142-8FF1-8214-6F8808F9F57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AF938B-1722-699C-C9A2-927A67F1F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" y="761999"/>
            <a:ext cx="4800600" cy="56970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D512CF-71E5-CF38-7DC6-E3404489F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2522025"/>
            <a:ext cx="3439085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2998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66C00-BAB6-C007-0C78-CDF36A1A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C4B75-59A1-C97B-25F3-0B94FD09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Advantages of Facade Pattern</a:t>
            </a:r>
          </a:p>
          <a:p>
            <a:pPr lvl="1"/>
            <a:r>
              <a:rPr lang="en-US" dirty="0"/>
              <a:t>Simplifies client usage.</a:t>
            </a:r>
          </a:p>
          <a:p>
            <a:pPr lvl="1"/>
            <a:r>
              <a:rPr lang="en-US" dirty="0"/>
              <a:t>Reduces coupling.</a:t>
            </a:r>
          </a:p>
          <a:p>
            <a:pPr lvl="1"/>
            <a:r>
              <a:rPr lang="en-US" dirty="0"/>
              <a:t>Encapsulates subsystem complexity.</a:t>
            </a:r>
          </a:p>
          <a:p>
            <a:pPr lvl="1"/>
            <a:r>
              <a:rPr lang="en-US" dirty="0"/>
              <a:t>Improves readability and maintainability.</a:t>
            </a:r>
          </a:p>
          <a:p>
            <a:pPr marL="457200" lvl="1" indent="0">
              <a:buNone/>
            </a:pPr>
            <a:endParaRPr lang="en-US" sz="3200" dirty="0"/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Facade may become too large (“God Object”).</a:t>
            </a:r>
          </a:p>
          <a:p>
            <a:pPr lvl="1"/>
            <a:r>
              <a:rPr lang="en-US" dirty="0"/>
              <a:t>Can hide useful subsystem functionality.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52CD2B-2A4A-7A8B-A7DA-D771D14FD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2A0C4A-5F4E-915A-A941-F83F41755E3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B4D2FD-24CA-A6BC-036D-4D66800F5FDE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Advantages &amp; Disadvantages </a:t>
            </a:r>
          </a:p>
        </p:txBody>
      </p:sp>
    </p:spTree>
    <p:extLst>
      <p:ext uri="{BB962C8B-B14F-4D97-AF65-F5344CB8AC3E}">
        <p14:creationId xmlns:p14="http://schemas.microsoft.com/office/powerpoint/2010/main" val="36178090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A946C-C0D8-440F-C080-F7EF6236E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D2693-0481-31FE-E182-51479AC06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3600" dirty="0"/>
              <a:t>A subsystem is complex.</a:t>
            </a:r>
          </a:p>
          <a:p>
            <a:r>
              <a:rPr lang="en-US" sz="3600" dirty="0"/>
              <a:t>You want a simpler API.</a:t>
            </a:r>
          </a:p>
          <a:p>
            <a:r>
              <a:rPr lang="en-US" sz="3600" dirty="0"/>
              <a:t>You want to reduce dependencies.</a:t>
            </a:r>
          </a:p>
          <a:p>
            <a:r>
              <a:rPr lang="en-US" sz="3600" dirty="0"/>
              <a:t>You want layered architecture boundaries.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59B67-391A-02EA-4D2C-8EA10DD8E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842A73-3F81-CE00-315C-3469FA66336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0230CA6-F368-1A2E-FB37-BF1374F4B5B3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When use Facade Pattern</a:t>
            </a:r>
          </a:p>
        </p:txBody>
      </p:sp>
    </p:spTree>
    <p:extLst>
      <p:ext uri="{BB962C8B-B14F-4D97-AF65-F5344CB8AC3E}">
        <p14:creationId xmlns:p14="http://schemas.microsoft.com/office/powerpoint/2010/main" val="28299332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D8EA8-D394-FF8C-63ED-1D0936051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0D3B65-8632-9239-5181-9AAEAAAF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1E5DB9-9B07-0FE6-5C18-A2794F4A54FD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981ACC9-D1B4-3B9F-D3D8-8A5A81A09C58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Summary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A648633-22D3-CDEB-8C61-EBB33AF9B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68336"/>
            <a:ext cx="8637736" cy="53213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0A430E-F7A3-CDC2-79EC-F65A74BCA2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855134"/>
            <a:ext cx="4368800" cy="25456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74201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20195</TotalTime>
  <Words>719</Words>
  <Application>Microsoft Macintosh PowerPoint</Application>
  <PresentationFormat>On-screen Show (4:3)</PresentationFormat>
  <Paragraphs>169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Times New Roman</vt:lpstr>
      <vt:lpstr>Office Theme</vt:lpstr>
      <vt:lpstr>Object-Oriented Software Analysis &amp; Design (COMP-3220)  Lecture 7  Adapter and Facade Patterns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</dc:title>
  <dc:creator>mehdi</dc:creator>
  <cp:lastModifiedBy>Saeed Samet</cp:lastModifiedBy>
  <cp:revision>3399</cp:revision>
  <dcterms:created xsi:type="dcterms:W3CDTF">2006-08-16T00:00:00Z</dcterms:created>
  <dcterms:modified xsi:type="dcterms:W3CDTF">2026-06-24T14:58:25Z</dcterms:modified>
</cp:coreProperties>
</file>