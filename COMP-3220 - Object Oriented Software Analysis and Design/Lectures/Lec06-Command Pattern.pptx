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361" r:id="rId3"/>
    <p:sldId id="395" r:id="rId4"/>
    <p:sldId id="375" r:id="rId5"/>
    <p:sldId id="363" r:id="rId6"/>
    <p:sldId id="404" r:id="rId7"/>
    <p:sldId id="364" r:id="rId8"/>
    <p:sldId id="409" r:id="rId9"/>
    <p:sldId id="367" r:id="rId10"/>
    <p:sldId id="368" r:id="rId11"/>
    <p:sldId id="380" r:id="rId12"/>
    <p:sldId id="369" r:id="rId13"/>
    <p:sldId id="370" r:id="rId14"/>
    <p:sldId id="396" r:id="rId15"/>
    <p:sldId id="405" r:id="rId16"/>
    <p:sldId id="406" r:id="rId17"/>
    <p:sldId id="410" r:id="rId18"/>
    <p:sldId id="411" r:id="rId19"/>
    <p:sldId id="374" r:id="rId20"/>
    <p:sldId id="399" r:id="rId21"/>
    <p:sldId id="400" r:id="rId22"/>
    <p:sldId id="401" r:id="rId23"/>
    <p:sldId id="403" r:id="rId24"/>
    <p:sldId id="40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D60093"/>
    <a:srgbClr val="FF33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80493-B2A4-5348-9F8D-667603D40523}" v="85" dt="2026-06-24T14:56:28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 autoAdjust="0"/>
    <p:restoredTop sz="96301" autoAdjust="0"/>
  </p:normalViewPr>
  <p:slideViewPr>
    <p:cSldViewPr>
      <p:cViewPr varScale="1">
        <p:scale>
          <a:sx n="118" d="100"/>
          <a:sy n="118" d="100"/>
        </p:scale>
        <p:origin x="2032" y="19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eed Samet" userId="cfbf7cda-a3f0-4a18-b58e-e4747a47ab2e" providerId="ADAL" clId="{1DAAA582-D431-51E1-B726-79BB57AE61A7}"/>
    <pc:docChg chg="undo custSel addSld delSld modSld sldOrd">
      <pc:chgData name="Saeed Samet" userId="cfbf7cda-a3f0-4a18-b58e-e4747a47ab2e" providerId="ADAL" clId="{1DAAA582-D431-51E1-B726-79BB57AE61A7}" dt="2026-06-24T14:56:28.991" v="4988" actId="478"/>
      <pc:docMkLst>
        <pc:docMk/>
      </pc:docMkLst>
      <pc:sldChg chg="modSp mod">
        <pc:chgData name="Saeed Samet" userId="cfbf7cda-a3f0-4a18-b58e-e4747a47ab2e" providerId="ADAL" clId="{1DAAA582-D431-51E1-B726-79BB57AE61A7}" dt="2026-06-09T18:32:19.535" v="3851" actId="20577"/>
        <pc:sldMkLst>
          <pc:docMk/>
          <pc:sldMk cId="2931880077" sldId="256"/>
        </pc:sldMkLst>
        <pc:spChg chg="mod">
          <ac:chgData name="Saeed Samet" userId="cfbf7cda-a3f0-4a18-b58e-e4747a47ab2e" providerId="ADAL" clId="{1DAAA582-D431-51E1-B726-79BB57AE61A7}" dt="2026-06-09T18:32:19.535" v="3851" actId="20577"/>
          <ac:spMkLst>
            <pc:docMk/>
            <pc:sldMk cId="2931880077" sldId="256"/>
            <ac:spMk id="2" creationId="{00000000-0000-0000-0000-000000000000}"/>
          </ac:spMkLst>
        </pc:spChg>
      </pc:sldChg>
      <pc:sldChg chg="delSp modSp mod">
        <pc:chgData name="Saeed Samet" userId="cfbf7cda-a3f0-4a18-b58e-e4747a47ab2e" providerId="ADAL" clId="{1DAAA582-D431-51E1-B726-79BB57AE61A7}" dt="2026-06-24T14:55:43.967" v="4944" actId="478"/>
        <pc:sldMkLst>
          <pc:docMk/>
          <pc:sldMk cId="223137185" sldId="361"/>
        </pc:sldMkLst>
        <pc:spChg chg="mod">
          <ac:chgData name="Saeed Samet" userId="cfbf7cda-a3f0-4a18-b58e-e4747a47ab2e" providerId="ADAL" clId="{1DAAA582-D431-51E1-B726-79BB57AE61A7}" dt="2026-06-09T18:37:44.254" v="3859" actId="20577"/>
          <ac:spMkLst>
            <pc:docMk/>
            <pc:sldMk cId="223137185" sldId="361"/>
            <ac:spMk id="3" creationId="{00000000-0000-0000-0000-000000000000}"/>
          </ac:spMkLst>
        </pc:spChg>
        <pc:spChg chg="mod">
          <ac:chgData name="Saeed Samet" userId="cfbf7cda-a3f0-4a18-b58e-e4747a47ab2e" providerId="ADAL" clId="{1DAAA582-D431-51E1-B726-79BB57AE61A7}" dt="2026-06-09T18:37:11.369" v="3854" actId="20577"/>
          <ac:spMkLst>
            <pc:docMk/>
            <pc:sldMk cId="223137185" sldId="361"/>
            <ac:spMk id="7" creationId="{00000000-0000-0000-0000-000000000000}"/>
          </ac:spMkLst>
        </pc:spChg>
        <pc:spChg chg="del">
          <ac:chgData name="Saeed Samet" userId="cfbf7cda-a3f0-4a18-b58e-e4747a47ab2e" providerId="ADAL" clId="{1DAAA582-D431-51E1-B726-79BB57AE61A7}" dt="2026-06-24T14:55:43.967" v="4944" actId="478"/>
          <ac:spMkLst>
            <pc:docMk/>
            <pc:sldMk cId="223137185" sldId="361"/>
            <ac:spMk id="10" creationId="{00000000-0000-0000-0000-000000000000}"/>
          </ac:spMkLst>
        </pc:spChg>
        <pc:picChg chg="del">
          <ac:chgData name="Saeed Samet" userId="cfbf7cda-a3f0-4a18-b58e-e4747a47ab2e" providerId="ADAL" clId="{1DAAA582-D431-51E1-B726-79BB57AE61A7}" dt="2026-06-24T14:55:43.320" v="4943" actId="478"/>
          <ac:picMkLst>
            <pc:docMk/>
            <pc:sldMk cId="223137185" sldId="361"/>
            <ac:picMk id="11" creationId="{00000000-0000-0000-0000-000000000000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5:50.412" v="4950" actId="478"/>
        <pc:sldMkLst>
          <pc:docMk/>
          <pc:sldMk cId="3523902345" sldId="363"/>
        </pc:sldMkLst>
        <pc:spChg chg="mod">
          <ac:chgData name="Saeed Samet" userId="cfbf7cda-a3f0-4a18-b58e-e4747a47ab2e" providerId="ADAL" clId="{1DAAA582-D431-51E1-B726-79BB57AE61A7}" dt="2026-06-10T22:18:24.284" v="4489" actId="20577"/>
          <ac:spMkLst>
            <pc:docMk/>
            <pc:sldMk cId="3523902345" sldId="363"/>
            <ac:spMk id="3" creationId="{398B1035-79A4-E7F6-A4A7-BADCC9EC7350}"/>
          </ac:spMkLst>
        </pc:spChg>
        <pc:spChg chg="mod">
          <ac:chgData name="Saeed Samet" userId="cfbf7cda-a3f0-4a18-b58e-e4747a47ab2e" providerId="ADAL" clId="{1DAAA582-D431-51E1-B726-79BB57AE61A7}" dt="2026-05-28T13:46:43.105" v="1046" actId="20577"/>
          <ac:spMkLst>
            <pc:docMk/>
            <pc:sldMk cId="3523902345" sldId="363"/>
            <ac:spMk id="7" creationId="{97D5F917-FD4B-24E0-7F47-D662932DE941}"/>
          </ac:spMkLst>
        </pc:spChg>
        <pc:spChg chg="add mod">
          <ac:chgData name="Saeed Samet" userId="cfbf7cda-a3f0-4a18-b58e-e4747a47ab2e" providerId="ADAL" clId="{1DAAA582-D431-51E1-B726-79BB57AE61A7}" dt="2026-06-09T18:45:08.915" v="3999" actId="1076"/>
          <ac:spMkLst>
            <pc:docMk/>
            <pc:sldMk cId="3523902345" sldId="363"/>
            <ac:spMk id="8" creationId="{AE266666-6483-5EF6-45C7-DD0A20E59CE4}"/>
          </ac:spMkLst>
        </pc:spChg>
        <pc:spChg chg="del">
          <ac:chgData name="Saeed Samet" userId="cfbf7cda-a3f0-4a18-b58e-e4747a47ab2e" providerId="ADAL" clId="{1DAAA582-D431-51E1-B726-79BB57AE61A7}" dt="2026-06-24T14:55:50.412" v="4950" actId="478"/>
          <ac:spMkLst>
            <pc:docMk/>
            <pc:sldMk cId="3523902345" sldId="363"/>
            <ac:spMk id="10" creationId="{08797DC5-2E64-354E-CFF7-33A8C46FAD2E}"/>
          </ac:spMkLst>
        </pc:spChg>
        <pc:picChg chg="add mod">
          <ac:chgData name="Saeed Samet" userId="cfbf7cda-a3f0-4a18-b58e-e4747a47ab2e" providerId="ADAL" clId="{1DAAA582-D431-51E1-B726-79BB57AE61A7}" dt="2026-06-09T18:45:08.915" v="3999" actId="1076"/>
          <ac:picMkLst>
            <pc:docMk/>
            <pc:sldMk cId="3523902345" sldId="363"/>
            <ac:picMk id="4" creationId="{9759814F-362A-1ABE-4562-559C7F1A39D6}"/>
          </ac:picMkLst>
        </pc:picChg>
        <pc:picChg chg="del">
          <ac:chgData name="Saeed Samet" userId="cfbf7cda-a3f0-4a18-b58e-e4747a47ab2e" providerId="ADAL" clId="{1DAAA582-D431-51E1-B726-79BB57AE61A7}" dt="2026-06-24T14:55:49.788" v="4949" actId="478"/>
          <ac:picMkLst>
            <pc:docMk/>
            <pc:sldMk cId="3523902345" sldId="363"/>
            <ac:picMk id="11" creationId="{3FD24B33-B04F-B0B7-B76C-E864E424B352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5:54.178" v="4954" actId="478"/>
        <pc:sldMkLst>
          <pc:docMk/>
          <pc:sldMk cId="2019240581" sldId="364"/>
        </pc:sldMkLst>
        <pc:spChg chg="mod">
          <ac:chgData name="Saeed Samet" userId="cfbf7cda-a3f0-4a18-b58e-e4747a47ab2e" providerId="ADAL" clId="{1DAAA582-D431-51E1-B726-79BB57AE61A7}" dt="2026-06-09T18:50:25.237" v="4085" actId="27636"/>
          <ac:spMkLst>
            <pc:docMk/>
            <pc:sldMk cId="2019240581" sldId="364"/>
            <ac:spMk id="3" creationId="{E40DB969-3BD8-1B13-7CAD-6247AF08E327}"/>
          </ac:spMkLst>
        </pc:spChg>
        <pc:spChg chg="mod">
          <ac:chgData name="Saeed Samet" userId="cfbf7cda-a3f0-4a18-b58e-e4747a47ab2e" providerId="ADAL" clId="{1DAAA582-D431-51E1-B726-79BB57AE61A7}" dt="2026-06-09T18:48:21.872" v="4048" actId="20577"/>
          <ac:spMkLst>
            <pc:docMk/>
            <pc:sldMk cId="2019240581" sldId="364"/>
            <ac:spMk id="7" creationId="{2FE63138-B97F-4D64-A2BD-3C77DDAB0972}"/>
          </ac:spMkLst>
        </pc:spChg>
        <pc:spChg chg="del">
          <ac:chgData name="Saeed Samet" userId="cfbf7cda-a3f0-4a18-b58e-e4747a47ab2e" providerId="ADAL" clId="{1DAAA582-D431-51E1-B726-79BB57AE61A7}" dt="2026-06-24T14:55:54.178" v="4954" actId="478"/>
          <ac:spMkLst>
            <pc:docMk/>
            <pc:sldMk cId="2019240581" sldId="364"/>
            <ac:spMk id="10" creationId="{9737F832-CAD1-6ABC-9046-A6EAE13A49C4}"/>
          </ac:spMkLst>
        </pc:spChg>
        <pc:picChg chg="del">
          <ac:chgData name="Saeed Samet" userId="cfbf7cda-a3f0-4a18-b58e-e4747a47ab2e" providerId="ADAL" clId="{1DAAA582-D431-51E1-B726-79BB57AE61A7}" dt="2026-06-24T14:55:53.565" v="4953" actId="478"/>
          <ac:picMkLst>
            <pc:docMk/>
            <pc:sldMk cId="2019240581" sldId="364"/>
            <ac:picMk id="11" creationId="{1930CD61-B51C-26B4-B560-B801D6A84D2E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5:58.518" v="4958" actId="478"/>
        <pc:sldMkLst>
          <pc:docMk/>
          <pc:sldMk cId="1641611093" sldId="367"/>
        </pc:sldMkLst>
        <pc:spChg chg="mod">
          <ac:chgData name="Saeed Samet" userId="cfbf7cda-a3f0-4a18-b58e-e4747a47ab2e" providerId="ADAL" clId="{1DAAA582-D431-51E1-B726-79BB57AE61A7}" dt="2026-06-11T00:44:51.298" v="4515"/>
          <ac:spMkLst>
            <pc:docMk/>
            <pc:sldMk cId="1641611093" sldId="367"/>
            <ac:spMk id="7" creationId="{9A27B9D0-9FA8-4ABF-1160-8EFDB276BC95}"/>
          </ac:spMkLst>
        </pc:spChg>
        <pc:spChg chg="del">
          <ac:chgData name="Saeed Samet" userId="cfbf7cda-a3f0-4a18-b58e-e4747a47ab2e" providerId="ADAL" clId="{1DAAA582-D431-51E1-B726-79BB57AE61A7}" dt="2026-06-24T14:55:58.518" v="4958" actId="478"/>
          <ac:spMkLst>
            <pc:docMk/>
            <pc:sldMk cId="1641611093" sldId="367"/>
            <ac:spMk id="10" creationId="{409157BB-3395-EE0E-6AC4-183124020935}"/>
          </ac:spMkLst>
        </pc:spChg>
        <pc:spChg chg="add mod">
          <ac:chgData name="Saeed Samet" userId="cfbf7cda-a3f0-4a18-b58e-e4747a47ab2e" providerId="ADAL" clId="{1DAAA582-D431-51E1-B726-79BB57AE61A7}" dt="2026-06-11T14:45:23.961" v="4873" actId="27636"/>
          <ac:spMkLst>
            <pc:docMk/>
            <pc:sldMk cId="1641611093" sldId="367"/>
            <ac:spMk id="15" creationId="{5ABABBD5-AFFB-EF01-9801-FBB0AB903B6B}"/>
          </ac:spMkLst>
        </pc:spChg>
        <pc:picChg chg="add mod">
          <ac:chgData name="Saeed Samet" userId="cfbf7cda-a3f0-4a18-b58e-e4747a47ab2e" providerId="ADAL" clId="{1DAAA582-D431-51E1-B726-79BB57AE61A7}" dt="2026-06-22T16:28:41.299" v="4907" actId="1076"/>
          <ac:picMkLst>
            <pc:docMk/>
            <pc:sldMk cId="1641611093" sldId="367"/>
            <ac:picMk id="2" creationId="{1538DE56-2240-B141-477B-43254E6DBC61}"/>
          </ac:picMkLst>
        </pc:picChg>
        <pc:picChg chg="del">
          <ac:chgData name="Saeed Samet" userId="cfbf7cda-a3f0-4a18-b58e-e4747a47ab2e" providerId="ADAL" clId="{1DAAA582-D431-51E1-B726-79BB57AE61A7}" dt="2026-06-24T14:55:57.825" v="4957" actId="478"/>
          <ac:picMkLst>
            <pc:docMk/>
            <pc:sldMk cId="1641611093" sldId="367"/>
            <ac:picMk id="11" creationId="{B0FD4918-2574-4B0E-9DDA-F3D8216D7CB8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6:00.573" v="4960" actId="478"/>
        <pc:sldMkLst>
          <pc:docMk/>
          <pc:sldMk cId="238699324" sldId="368"/>
        </pc:sldMkLst>
        <pc:spChg chg="mod">
          <ac:chgData name="Saeed Samet" userId="cfbf7cda-a3f0-4a18-b58e-e4747a47ab2e" providerId="ADAL" clId="{1DAAA582-D431-51E1-B726-79BB57AE61A7}" dt="2026-06-09T18:52:07.866" v="4105" actId="403"/>
          <ac:spMkLst>
            <pc:docMk/>
            <pc:sldMk cId="238699324" sldId="368"/>
            <ac:spMk id="3" creationId="{B4A24AD4-85F6-43B5-1CB7-0E68D9E9CB30}"/>
          </ac:spMkLst>
        </pc:spChg>
        <pc:spChg chg="mod">
          <ac:chgData name="Saeed Samet" userId="cfbf7cda-a3f0-4a18-b58e-e4747a47ab2e" providerId="ADAL" clId="{1DAAA582-D431-51E1-B726-79BB57AE61A7}" dt="2026-06-09T18:51:41.358" v="4098"/>
          <ac:spMkLst>
            <pc:docMk/>
            <pc:sldMk cId="238699324" sldId="368"/>
            <ac:spMk id="7" creationId="{E0A94BE3-1EF7-A6E3-4CF5-96D725E28AA3}"/>
          </ac:spMkLst>
        </pc:spChg>
        <pc:spChg chg="del">
          <ac:chgData name="Saeed Samet" userId="cfbf7cda-a3f0-4a18-b58e-e4747a47ab2e" providerId="ADAL" clId="{1DAAA582-D431-51E1-B726-79BB57AE61A7}" dt="2026-06-24T14:56:00.573" v="4960" actId="478"/>
          <ac:spMkLst>
            <pc:docMk/>
            <pc:sldMk cId="238699324" sldId="368"/>
            <ac:spMk id="10" creationId="{ECB02D68-0768-6868-3C7B-24F49BD1A3A4}"/>
          </ac:spMkLst>
        </pc:spChg>
        <pc:picChg chg="del">
          <ac:chgData name="Saeed Samet" userId="cfbf7cda-a3f0-4a18-b58e-e4747a47ab2e" providerId="ADAL" clId="{1DAAA582-D431-51E1-B726-79BB57AE61A7}" dt="2026-06-24T14:55:59.938" v="4959" actId="478"/>
          <ac:picMkLst>
            <pc:docMk/>
            <pc:sldMk cId="238699324" sldId="368"/>
            <ac:picMk id="11" creationId="{A5925374-9FDE-A33F-AA13-93F62A5A73ED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6:04.619" v="4964" actId="478"/>
        <pc:sldMkLst>
          <pc:docMk/>
          <pc:sldMk cId="1918700562" sldId="369"/>
        </pc:sldMkLst>
        <pc:spChg chg="mod">
          <ac:chgData name="Saeed Samet" userId="cfbf7cda-a3f0-4a18-b58e-e4747a47ab2e" providerId="ADAL" clId="{1DAAA582-D431-51E1-B726-79BB57AE61A7}" dt="2026-05-28T14:16:49.988" v="1241" actId="20577"/>
          <ac:spMkLst>
            <pc:docMk/>
            <pc:sldMk cId="1918700562" sldId="369"/>
            <ac:spMk id="7" creationId="{C90F6715-0F24-B36A-FFD0-883114BE6B75}"/>
          </ac:spMkLst>
        </pc:spChg>
        <pc:spChg chg="del">
          <ac:chgData name="Saeed Samet" userId="cfbf7cda-a3f0-4a18-b58e-e4747a47ab2e" providerId="ADAL" clId="{1DAAA582-D431-51E1-B726-79BB57AE61A7}" dt="2026-06-24T14:56:04.619" v="4964" actId="478"/>
          <ac:spMkLst>
            <pc:docMk/>
            <pc:sldMk cId="1918700562" sldId="369"/>
            <ac:spMk id="10" creationId="{419AF555-DE1F-0A7B-0AE6-21D156A01BF5}"/>
          </ac:spMkLst>
        </pc:spChg>
        <pc:picChg chg="add mod">
          <ac:chgData name="Saeed Samet" userId="cfbf7cda-a3f0-4a18-b58e-e4747a47ab2e" providerId="ADAL" clId="{1DAAA582-D431-51E1-B726-79BB57AE61A7}" dt="2026-06-11T14:46:13.155" v="4888" actId="1076"/>
          <ac:picMkLst>
            <pc:docMk/>
            <pc:sldMk cId="1918700562" sldId="369"/>
            <ac:picMk id="3" creationId="{A00BF543-BD51-B9C0-06D6-EE5D3A4DC3AE}"/>
          </ac:picMkLst>
        </pc:picChg>
        <pc:picChg chg="add mod">
          <ac:chgData name="Saeed Samet" userId="cfbf7cda-a3f0-4a18-b58e-e4747a47ab2e" providerId="ADAL" clId="{1DAAA582-D431-51E1-B726-79BB57AE61A7}" dt="2026-06-11T14:46:18.144" v="4889" actId="1076"/>
          <ac:picMkLst>
            <pc:docMk/>
            <pc:sldMk cId="1918700562" sldId="369"/>
            <ac:picMk id="8" creationId="{9BF1F257-290F-D4B5-3671-F4DE841AC1AB}"/>
          </ac:picMkLst>
        </pc:picChg>
        <pc:picChg chg="del">
          <ac:chgData name="Saeed Samet" userId="cfbf7cda-a3f0-4a18-b58e-e4747a47ab2e" providerId="ADAL" clId="{1DAAA582-D431-51E1-B726-79BB57AE61A7}" dt="2026-06-24T14:56:04" v="4963" actId="478"/>
          <ac:picMkLst>
            <pc:docMk/>
            <pc:sldMk cId="1918700562" sldId="369"/>
            <ac:picMk id="11" creationId="{348588FF-2290-AE3B-0710-64CCEECC5B99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6:06.701" v="4966" actId="478"/>
        <pc:sldMkLst>
          <pc:docMk/>
          <pc:sldMk cId="4236709627" sldId="370"/>
        </pc:sldMkLst>
        <pc:spChg chg="del">
          <ac:chgData name="Saeed Samet" userId="cfbf7cda-a3f0-4a18-b58e-e4747a47ab2e" providerId="ADAL" clId="{1DAAA582-D431-51E1-B726-79BB57AE61A7}" dt="2026-06-24T14:56:06.701" v="4966" actId="478"/>
          <ac:spMkLst>
            <pc:docMk/>
            <pc:sldMk cId="4236709627" sldId="370"/>
            <ac:spMk id="10" creationId="{2FE83CB9-128B-31B6-BDBA-C7825C1F272D}"/>
          </ac:spMkLst>
        </pc:spChg>
        <pc:picChg chg="add mod">
          <ac:chgData name="Saeed Samet" userId="cfbf7cda-a3f0-4a18-b58e-e4747a47ab2e" providerId="ADAL" clId="{1DAAA582-D431-51E1-B726-79BB57AE61A7}" dt="2026-06-11T14:45:35.846" v="4877" actId="1076"/>
          <ac:picMkLst>
            <pc:docMk/>
            <pc:sldMk cId="4236709627" sldId="370"/>
            <ac:picMk id="2" creationId="{47E36574-C421-2D50-2481-6A5F86AACBB9}"/>
          </ac:picMkLst>
        </pc:picChg>
        <pc:picChg chg="add mod">
          <ac:chgData name="Saeed Samet" userId="cfbf7cda-a3f0-4a18-b58e-e4747a47ab2e" providerId="ADAL" clId="{1DAAA582-D431-51E1-B726-79BB57AE61A7}" dt="2026-06-11T14:45:51.485" v="4885" actId="1036"/>
          <ac:picMkLst>
            <pc:docMk/>
            <pc:sldMk cId="4236709627" sldId="370"/>
            <ac:picMk id="4" creationId="{21F936C3-9B91-581C-07FD-9B18BEB3E9DA}"/>
          </ac:picMkLst>
        </pc:picChg>
        <pc:picChg chg="del">
          <ac:chgData name="Saeed Samet" userId="cfbf7cda-a3f0-4a18-b58e-e4747a47ab2e" providerId="ADAL" clId="{1DAAA582-D431-51E1-B726-79BB57AE61A7}" dt="2026-06-24T14:56:06.027" v="4965" actId="478"/>
          <ac:picMkLst>
            <pc:docMk/>
            <pc:sldMk cId="4236709627" sldId="370"/>
            <ac:picMk id="11" creationId="{53ED5A2A-222A-2AFE-0CB6-6DAD5BED3677}"/>
          </ac:picMkLst>
        </pc:picChg>
      </pc:sldChg>
      <pc:sldChg chg="addSp delSp modSp add mod ord">
        <pc:chgData name="Saeed Samet" userId="cfbf7cda-a3f0-4a18-b58e-e4747a47ab2e" providerId="ADAL" clId="{1DAAA582-D431-51E1-B726-79BB57AE61A7}" dt="2026-06-24T14:56:19.832" v="4978" actId="478"/>
        <pc:sldMkLst>
          <pc:docMk/>
          <pc:sldMk cId="1259420481" sldId="374"/>
        </pc:sldMkLst>
        <pc:spChg chg="mod">
          <ac:chgData name="Saeed Samet" userId="cfbf7cda-a3f0-4a18-b58e-e4747a47ab2e" providerId="ADAL" clId="{1DAAA582-D431-51E1-B726-79BB57AE61A7}" dt="2026-06-09T19:07:22.245" v="4307" actId="20577"/>
          <ac:spMkLst>
            <pc:docMk/>
            <pc:sldMk cId="1259420481" sldId="374"/>
            <ac:spMk id="3" creationId="{DAEB03C5-FD83-FF7A-65BD-2EE7A56E2606}"/>
          </ac:spMkLst>
        </pc:spChg>
        <pc:spChg chg="mod">
          <ac:chgData name="Saeed Samet" userId="cfbf7cda-a3f0-4a18-b58e-e4747a47ab2e" providerId="ADAL" clId="{1DAAA582-D431-51E1-B726-79BB57AE61A7}" dt="2026-06-01T21:50:05.888" v="3511" actId="20577"/>
          <ac:spMkLst>
            <pc:docMk/>
            <pc:sldMk cId="1259420481" sldId="374"/>
            <ac:spMk id="7" creationId="{EAC2E4C5-5BFF-0943-7121-4C94A4FF263C}"/>
          </ac:spMkLst>
        </pc:spChg>
        <pc:spChg chg="del">
          <ac:chgData name="Saeed Samet" userId="cfbf7cda-a3f0-4a18-b58e-e4747a47ab2e" providerId="ADAL" clId="{1DAAA582-D431-51E1-B726-79BB57AE61A7}" dt="2026-06-24T14:56:19.832" v="4978" actId="478"/>
          <ac:spMkLst>
            <pc:docMk/>
            <pc:sldMk cId="1259420481" sldId="374"/>
            <ac:spMk id="10" creationId="{E65D1D76-A8F9-A944-FC51-E43077FA5CD3}"/>
          </ac:spMkLst>
        </pc:spChg>
        <pc:picChg chg="add mod">
          <ac:chgData name="Saeed Samet" userId="cfbf7cda-a3f0-4a18-b58e-e4747a47ab2e" providerId="ADAL" clId="{1DAAA582-D431-51E1-B726-79BB57AE61A7}" dt="2026-06-09T19:07:20.117" v="4306" actId="1076"/>
          <ac:picMkLst>
            <pc:docMk/>
            <pc:sldMk cId="1259420481" sldId="374"/>
            <ac:picMk id="4" creationId="{F2C28362-EAED-42A8-C598-0888D27853C9}"/>
          </ac:picMkLst>
        </pc:picChg>
        <pc:picChg chg="del">
          <ac:chgData name="Saeed Samet" userId="cfbf7cda-a3f0-4a18-b58e-e4747a47ab2e" providerId="ADAL" clId="{1DAAA582-D431-51E1-B726-79BB57AE61A7}" dt="2026-06-24T14:56:19.171" v="4977" actId="478"/>
          <ac:picMkLst>
            <pc:docMk/>
            <pc:sldMk cId="1259420481" sldId="374"/>
            <ac:picMk id="11" creationId="{8ABA9A87-E32A-55BA-894B-FB1CF18B9D63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5:48.122" v="4948" actId="478"/>
        <pc:sldMkLst>
          <pc:docMk/>
          <pc:sldMk cId="1560029853" sldId="375"/>
        </pc:sldMkLst>
        <pc:spChg chg="mod">
          <ac:chgData name="Saeed Samet" userId="cfbf7cda-a3f0-4a18-b58e-e4747a47ab2e" providerId="ADAL" clId="{1DAAA582-D431-51E1-B726-79BB57AE61A7}" dt="2026-06-09T18:41:20.644" v="3951" actId="15"/>
          <ac:spMkLst>
            <pc:docMk/>
            <pc:sldMk cId="1560029853" sldId="375"/>
            <ac:spMk id="3" creationId="{4974D5F7-1E2C-A80D-BCC9-1D84B096CA0A}"/>
          </ac:spMkLst>
        </pc:spChg>
        <pc:spChg chg="mod">
          <ac:chgData name="Saeed Samet" userId="cfbf7cda-a3f0-4a18-b58e-e4747a47ab2e" providerId="ADAL" clId="{1DAAA582-D431-51E1-B726-79BB57AE61A7}" dt="2026-05-28T19:16:53.752" v="1921" actId="20577"/>
          <ac:spMkLst>
            <pc:docMk/>
            <pc:sldMk cId="1560029853" sldId="375"/>
            <ac:spMk id="7" creationId="{26279FA8-599F-72FA-3386-9193EFCB38AF}"/>
          </ac:spMkLst>
        </pc:spChg>
        <pc:spChg chg="del">
          <ac:chgData name="Saeed Samet" userId="cfbf7cda-a3f0-4a18-b58e-e4747a47ab2e" providerId="ADAL" clId="{1DAAA582-D431-51E1-B726-79BB57AE61A7}" dt="2026-06-24T14:55:48.122" v="4948" actId="478"/>
          <ac:spMkLst>
            <pc:docMk/>
            <pc:sldMk cId="1560029853" sldId="375"/>
            <ac:spMk id="10" creationId="{DE04D13A-CAE7-1B43-209D-B85735286B95}"/>
          </ac:spMkLst>
        </pc:spChg>
        <pc:picChg chg="del">
          <ac:chgData name="Saeed Samet" userId="cfbf7cda-a3f0-4a18-b58e-e4747a47ab2e" providerId="ADAL" clId="{1DAAA582-D431-51E1-B726-79BB57AE61A7}" dt="2026-06-24T14:55:47.471" v="4947" actId="478"/>
          <ac:picMkLst>
            <pc:docMk/>
            <pc:sldMk cId="1560029853" sldId="375"/>
            <ac:picMk id="11" creationId="{DCED60FF-82E2-69D7-ADD9-2642093097C8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6:02.538" v="4962" actId="478"/>
        <pc:sldMkLst>
          <pc:docMk/>
          <pc:sldMk cId="3268277237" sldId="380"/>
        </pc:sldMkLst>
        <pc:spChg chg="mod">
          <ac:chgData name="Saeed Samet" userId="cfbf7cda-a3f0-4a18-b58e-e4747a47ab2e" providerId="ADAL" clId="{1DAAA582-D431-51E1-B726-79BB57AE61A7}" dt="2026-06-11T01:00:16.477" v="4603" actId="20577"/>
          <ac:spMkLst>
            <pc:docMk/>
            <pc:sldMk cId="3268277237" sldId="380"/>
            <ac:spMk id="3" creationId="{83C0C274-2AFC-BFDC-9C89-B51B28C4C6E8}"/>
          </ac:spMkLst>
        </pc:spChg>
        <pc:spChg chg="mod">
          <ac:chgData name="Saeed Samet" userId="cfbf7cda-a3f0-4a18-b58e-e4747a47ab2e" providerId="ADAL" clId="{1DAAA582-D431-51E1-B726-79BB57AE61A7}" dt="2026-05-29T19:05:24.693" v="2499"/>
          <ac:spMkLst>
            <pc:docMk/>
            <pc:sldMk cId="3268277237" sldId="380"/>
            <ac:spMk id="7" creationId="{BCD77A75-98D0-47E2-1B5B-AE6CFE00016C}"/>
          </ac:spMkLst>
        </pc:spChg>
        <pc:spChg chg="del">
          <ac:chgData name="Saeed Samet" userId="cfbf7cda-a3f0-4a18-b58e-e4747a47ab2e" providerId="ADAL" clId="{1DAAA582-D431-51E1-B726-79BB57AE61A7}" dt="2026-06-24T14:56:02.538" v="4962" actId="478"/>
          <ac:spMkLst>
            <pc:docMk/>
            <pc:sldMk cId="3268277237" sldId="380"/>
            <ac:spMk id="10" creationId="{BBE311E0-EBC1-DAA9-5C6E-2FB0645B8B51}"/>
          </ac:spMkLst>
        </pc:spChg>
        <pc:picChg chg="del">
          <ac:chgData name="Saeed Samet" userId="cfbf7cda-a3f0-4a18-b58e-e4747a47ab2e" providerId="ADAL" clId="{1DAAA582-D431-51E1-B726-79BB57AE61A7}" dt="2026-06-24T14:56:01.962" v="4961" actId="478"/>
          <ac:picMkLst>
            <pc:docMk/>
            <pc:sldMk cId="3268277237" sldId="380"/>
            <ac:picMk id="11" creationId="{03B411E7-106C-2ADF-983B-413C63138BAC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5:46.125" v="4946" actId="478"/>
        <pc:sldMkLst>
          <pc:docMk/>
          <pc:sldMk cId="3795463626" sldId="395"/>
        </pc:sldMkLst>
        <pc:spChg chg="mod">
          <ac:chgData name="Saeed Samet" userId="cfbf7cda-a3f0-4a18-b58e-e4747a47ab2e" providerId="ADAL" clId="{1DAAA582-D431-51E1-B726-79BB57AE61A7}" dt="2026-06-09T18:40:35.048" v="3919" actId="20577"/>
          <ac:spMkLst>
            <pc:docMk/>
            <pc:sldMk cId="3795463626" sldId="395"/>
            <ac:spMk id="3" creationId="{AB6F1FDC-DE38-8CDF-3184-42D7F2675CF2}"/>
          </ac:spMkLst>
        </pc:spChg>
        <pc:spChg chg="mod">
          <ac:chgData name="Saeed Samet" userId="cfbf7cda-a3f0-4a18-b58e-e4747a47ab2e" providerId="ADAL" clId="{1DAAA582-D431-51E1-B726-79BB57AE61A7}" dt="2026-06-09T18:37:55.566" v="3871" actId="20577"/>
          <ac:spMkLst>
            <pc:docMk/>
            <pc:sldMk cId="3795463626" sldId="395"/>
            <ac:spMk id="7" creationId="{42C7251C-C7EC-6453-5B7E-AE9D3523C1BA}"/>
          </ac:spMkLst>
        </pc:spChg>
        <pc:spChg chg="del">
          <ac:chgData name="Saeed Samet" userId="cfbf7cda-a3f0-4a18-b58e-e4747a47ab2e" providerId="ADAL" clId="{1DAAA582-D431-51E1-B726-79BB57AE61A7}" dt="2026-06-24T14:55:46.125" v="4946" actId="478"/>
          <ac:spMkLst>
            <pc:docMk/>
            <pc:sldMk cId="3795463626" sldId="395"/>
            <ac:spMk id="10" creationId="{CC089679-D300-78FF-12AC-A52197E54485}"/>
          </ac:spMkLst>
        </pc:spChg>
        <pc:picChg chg="add mod">
          <ac:chgData name="Saeed Samet" userId="cfbf7cda-a3f0-4a18-b58e-e4747a47ab2e" providerId="ADAL" clId="{1DAAA582-D431-51E1-B726-79BB57AE61A7}" dt="2026-06-09T18:39:25.858" v="3898" actId="1076"/>
          <ac:picMkLst>
            <pc:docMk/>
            <pc:sldMk cId="3795463626" sldId="395"/>
            <ac:picMk id="5" creationId="{BB974D80-2F0D-8DB2-0F4D-E10C2B78F5D5}"/>
          </ac:picMkLst>
        </pc:picChg>
        <pc:picChg chg="del">
          <ac:chgData name="Saeed Samet" userId="cfbf7cda-a3f0-4a18-b58e-e4747a47ab2e" providerId="ADAL" clId="{1DAAA582-D431-51E1-B726-79BB57AE61A7}" dt="2026-06-24T14:55:45.483" v="4945" actId="478"/>
          <ac:picMkLst>
            <pc:docMk/>
            <pc:sldMk cId="3795463626" sldId="395"/>
            <ac:picMk id="11" creationId="{A54ADDA5-5D26-9F04-696D-EBCA8D30B05E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6:08.875" v="4968" actId="478"/>
        <pc:sldMkLst>
          <pc:docMk/>
          <pc:sldMk cId="2055075613" sldId="396"/>
        </pc:sldMkLst>
        <pc:spChg chg="del">
          <ac:chgData name="Saeed Samet" userId="cfbf7cda-a3f0-4a18-b58e-e4747a47ab2e" providerId="ADAL" clId="{1DAAA582-D431-51E1-B726-79BB57AE61A7}" dt="2026-06-24T14:56:08.875" v="4968" actId="478"/>
          <ac:spMkLst>
            <pc:docMk/>
            <pc:sldMk cId="2055075613" sldId="396"/>
            <ac:spMk id="10" creationId="{F4833361-1200-146D-3517-263F67D9B56F}"/>
          </ac:spMkLst>
        </pc:spChg>
        <pc:picChg chg="add mod">
          <ac:chgData name="Saeed Samet" userId="cfbf7cda-a3f0-4a18-b58e-e4747a47ab2e" providerId="ADAL" clId="{1DAAA582-D431-51E1-B726-79BB57AE61A7}" dt="2026-06-11T14:47:06.475" v="4898" actId="1076"/>
          <ac:picMkLst>
            <pc:docMk/>
            <pc:sldMk cId="2055075613" sldId="396"/>
            <ac:picMk id="2" creationId="{14D1E51C-CFB3-7C6E-A064-71CEB6D38E36}"/>
          </ac:picMkLst>
        </pc:picChg>
        <pc:picChg chg="add mod">
          <ac:chgData name="Saeed Samet" userId="cfbf7cda-a3f0-4a18-b58e-e4747a47ab2e" providerId="ADAL" clId="{1DAAA582-D431-51E1-B726-79BB57AE61A7}" dt="2026-06-11T14:47:10.286" v="4899" actId="1076"/>
          <ac:picMkLst>
            <pc:docMk/>
            <pc:sldMk cId="2055075613" sldId="396"/>
            <ac:picMk id="4" creationId="{8C59A605-3F06-172F-4AAE-FE5FEED4EB97}"/>
          </ac:picMkLst>
        </pc:picChg>
        <pc:picChg chg="del">
          <ac:chgData name="Saeed Samet" userId="cfbf7cda-a3f0-4a18-b58e-e4747a47ab2e" providerId="ADAL" clId="{1DAAA582-D431-51E1-B726-79BB57AE61A7}" dt="2026-06-24T14:56:08.167" v="4967" actId="478"/>
          <ac:picMkLst>
            <pc:docMk/>
            <pc:sldMk cId="2055075613" sldId="396"/>
            <ac:picMk id="11" creationId="{F5D0F574-AC79-F9FB-7D5F-6631EA54C468}"/>
          </ac:picMkLst>
        </pc:picChg>
        <pc:picChg chg="add mod">
          <ac:chgData name="Saeed Samet" userId="cfbf7cda-a3f0-4a18-b58e-e4747a47ab2e" providerId="ADAL" clId="{1DAAA582-D431-51E1-B726-79BB57AE61A7}" dt="2026-06-11T14:47:15.415" v="4900" actId="1076"/>
          <ac:picMkLst>
            <pc:docMk/>
            <pc:sldMk cId="2055075613" sldId="396"/>
            <ac:picMk id="12" creationId="{C407E770-6EE4-EB3F-E82E-91BA9E3071AE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6:21.939" v="4980" actId="478"/>
        <pc:sldMkLst>
          <pc:docMk/>
          <pc:sldMk cId="2302305438" sldId="399"/>
        </pc:sldMkLst>
        <pc:spChg chg="mod">
          <ac:chgData name="Saeed Samet" userId="cfbf7cda-a3f0-4a18-b58e-e4747a47ab2e" providerId="ADAL" clId="{1DAAA582-D431-51E1-B726-79BB57AE61A7}" dt="2026-06-11T12:42:33.448" v="4869" actId="20577"/>
          <ac:spMkLst>
            <pc:docMk/>
            <pc:sldMk cId="2302305438" sldId="399"/>
            <ac:spMk id="3" creationId="{A773A53D-52D2-96A7-15C8-907142B60211}"/>
          </ac:spMkLst>
        </pc:spChg>
        <pc:spChg chg="mod">
          <ac:chgData name="Saeed Samet" userId="cfbf7cda-a3f0-4a18-b58e-e4747a47ab2e" providerId="ADAL" clId="{1DAAA582-D431-51E1-B726-79BB57AE61A7}" dt="2026-06-01T21:56:19.325" v="3679" actId="20577"/>
          <ac:spMkLst>
            <pc:docMk/>
            <pc:sldMk cId="2302305438" sldId="399"/>
            <ac:spMk id="7" creationId="{4A88C4FA-9348-9643-08A3-92AAB06E4D94}"/>
          </ac:spMkLst>
        </pc:spChg>
        <pc:spChg chg="del">
          <ac:chgData name="Saeed Samet" userId="cfbf7cda-a3f0-4a18-b58e-e4747a47ab2e" providerId="ADAL" clId="{1DAAA582-D431-51E1-B726-79BB57AE61A7}" dt="2026-06-24T14:56:21.939" v="4980" actId="478"/>
          <ac:spMkLst>
            <pc:docMk/>
            <pc:sldMk cId="2302305438" sldId="399"/>
            <ac:spMk id="10" creationId="{9437F362-33E7-52DC-D6B1-B943A3F2895B}"/>
          </ac:spMkLst>
        </pc:spChg>
        <pc:picChg chg="del">
          <ac:chgData name="Saeed Samet" userId="cfbf7cda-a3f0-4a18-b58e-e4747a47ab2e" providerId="ADAL" clId="{1DAAA582-D431-51E1-B726-79BB57AE61A7}" dt="2026-06-24T14:56:21.286" v="4979" actId="478"/>
          <ac:picMkLst>
            <pc:docMk/>
            <pc:sldMk cId="2302305438" sldId="399"/>
            <ac:picMk id="11" creationId="{26911C83-EF9C-0E5E-9F06-3C4F80A14959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6:23.719" v="4982" actId="478"/>
        <pc:sldMkLst>
          <pc:docMk/>
          <pc:sldMk cId="4283212431" sldId="400"/>
        </pc:sldMkLst>
        <pc:spChg chg="mod">
          <ac:chgData name="Saeed Samet" userId="cfbf7cda-a3f0-4a18-b58e-e4747a47ab2e" providerId="ADAL" clId="{1DAAA582-D431-51E1-B726-79BB57AE61A7}" dt="2026-06-11T12:43:16.312" v="4870" actId="33524"/>
          <ac:spMkLst>
            <pc:docMk/>
            <pc:sldMk cId="4283212431" sldId="400"/>
            <ac:spMk id="3" creationId="{2F6BEE52-0A43-369F-B011-3562A909779B}"/>
          </ac:spMkLst>
        </pc:spChg>
        <pc:spChg chg="mod">
          <ac:chgData name="Saeed Samet" userId="cfbf7cda-a3f0-4a18-b58e-e4747a47ab2e" providerId="ADAL" clId="{1DAAA582-D431-51E1-B726-79BB57AE61A7}" dt="2026-06-09T19:09:00.824" v="4347" actId="20577"/>
          <ac:spMkLst>
            <pc:docMk/>
            <pc:sldMk cId="4283212431" sldId="400"/>
            <ac:spMk id="7" creationId="{6E7971A5-2515-25F8-F918-B148EE878954}"/>
          </ac:spMkLst>
        </pc:spChg>
        <pc:spChg chg="del">
          <ac:chgData name="Saeed Samet" userId="cfbf7cda-a3f0-4a18-b58e-e4747a47ab2e" providerId="ADAL" clId="{1DAAA582-D431-51E1-B726-79BB57AE61A7}" dt="2026-06-24T14:56:23.719" v="4982" actId="478"/>
          <ac:spMkLst>
            <pc:docMk/>
            <pc:sldMk cId="4283212431" sldId="400"/>
            <ac:spMk id="10" creationId="{1C278993-5DF6-7936-1B48-FAD2D80CA616}"/>
          </ac:spMkLst>
        </pc:spChg>
        <pc:picChg chg="del">
          <ac:chgData name="Saeed Samet" userId="cfbf7cda-a3f0-4a18-b58e-e4747a47ab2e" providerId="ADAL" clId="{1DAAA582-D431-51E1-B726-79BB57AE61A7}" dt="2026-06-24T14:56:23.104" v="4981" actId="478"/>
          <ac:picMkLst>
            <pc:docMk/>
            <pc:sldMk cId="4283212431" sldId="400"/>
            <ac:picMk id="11" creationId="{4B61D694-55D9-41E8-C8D7-8E612E32E009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6:25.498" v="4984" actId="478"/>
        <pc:sldMkLst>
          <pc:docMk/>
          <pc:sldMk cId="1654767883" sldId="401"/>
        </pc:sldMkLst>
        <pc:spChg chg="mod">
          <ac:chgData name="Saeed Samet" userId="cfbf7cda-a3f0-4a18-b58e-e4747a47ab2e" providerId="ADAL" clId="{1DAAA582-D431-51E1-B726-79BB57AE61A7}" dt="2026-06-09T19:11:56.851" v="4424" actId="20577"/>
          <ac:spMkLst>
            <pc:docMk/>
            <pc:sldMk cId="1654767883" sldId="401"/>
            <ac:spMk id="3" creationId="{6D64EFD8-AA70-50DF-C6C7-CE2193E51B41}"/>
          </ac:spMkLst>
        </pc:spChg>
        <pc:spChg chg="mod">
          <ac:chgData name="Saeed Samet" userId="cfbf7cda-a3f0-4a18-b58e-e4747a47ab2e" providerId="ADAL" clId="{1DAAA582-D431-51E1-B726-79BB57AE61A7}" dt="2026-06-01T22:01:39.611" v="3781"/>
          <ac:spMkLst>
            <pc:docMk/>
            <pc:sldMk cId="1654767883" sldId="401"/>
            <ac:spMk id="7" creationId="{7B432858-94CE-E6AF-BD7D-BAE97AFB17AF}"/>
          </ac:spMkLst>
        </pc:spChg>
        <pc:spChg chg="del">
          <ac:chgData name="Saeed Samet" userId="cfbf7cda-a3f0-4a18-b58e-e4747a47ab2e" providerId="ADAL" clId="{1DAAA582-D431-51E1-B726-79BB57AE61A7}" dt="2026-06-24T14:56:25.498" v="4984" actId="478"/>
          <ac:spMkLst>
            <pc:docMk/>
            <pc:sldMk cId="1654767883" sldId="401"/>
            <ac:spMk id="10" creationId="{9DBF0F2C-ED3E-3819-FC9B-2C36A3D34C6E}"/>
          </ac:spMkLst>
        </pc:spChg>
        <pc:picChg chg="del">
          <ac:chgData name="Saeed Samet" userId="cfbf7cda-a3f0-4a18-b58e-e4747a47ab2e" providerId="ADAL" clId="{1DAAA582-D431-51E1-B726-79BB57AE61A7}" dt="2026-06-24T14:56:24.909" v="4983" actId="478"/>
          <ac:picMkLst>
            <pc:docMk/>
            <pc:sldMk cId="1654767883" sldId="401"/>
            <ac:picMk id="11" creationId="{833E1CA8-9A12-5E28-14F2-D7C8EA8E1755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6:27.244" v="4986" actId="478"/>
        <pc:sldMkLst>
          <pc:docMk/>
          <pc:sldMk cId="3016617468" sldId="403"/>
        </pc:sldMkLst>
        <pc:spChg chg="mod">
          <ac:chgData name="Saeed Samet" userId="cfbf7cda-a3f0-4a18-b58e-e4747a47ab2e" providerId="ADAL" clId="{1DAAA582-D431-51E1-B726-79BB57AE61A7}" dt="2026-06-09T19:14:03.752" v="4466" actId="108"/>
          <ac:spMkLst>
            <pc:docMk/>
            <pc:sldMk cId="3016617468" sldId="403"/>
            <ac:spMk id="3" creationId="{AF9BFB1C-EF8D-AEF1-DDB5-4ABCFF9F61C8}"/>
          </ac:spMkLst>
        </pc:spChg>
        <pc:spChg chg="mod">
          <ac:chgData name="Saeed Samet" userId="cfbf7cda-a3f0-4a18-b58e-e4747a47ab2e" providerId="ADAL" clId="{1DAAA582-D431-51E1-B726-79BB57AE61A7}" dt="2026-06-01T22:03:39.876" v="3811"/>
          <ac:spMkLst>
            <pc:docMk/>
            <pc:sldMk cId="3016617468" sldId="403"/>
            <ac:spMk id="7" creationId="{19BCBCA1-B803-D22E-7924-700FBFA7983A}"/>
          </ac:spMkLst>
        </pc:spChg>
        <pc:spChg chg="del">
          <ac:chgData name="Saeed Samet" userId="cfbf7cda-a3f0-4a18-b58e-e4747a47ab2e" providerId="ADAL" clId="{1DAAA582-D431-51E1-B726-79BB57AE61A7}" dt="2026-06-24T14:56:27.244" v="4986" actId="478"/>
          <ac:spMkLst>
            <pc:docMk/>
            <pc:sldMk cId="3016617468" sldId="403"/>
            <ac:spMk id="10" creationId="{96B66F44-DCB9-AC44-EAAD-9C828105AC29}"/>
          </ac:spMkLst>
        </pc:spChg>
        <pc:picChg chg="del">
          <ac:chgData name="Saeed Samet" userId="cfbf7cda-a3f0-4a18-b58e-e4747a47ab2e" providerId="ADAL" clId="{1DAAA582-D431-51E1-B726-79BB57AE61A7}" dt="2026-06-24T14:56:26.631" v="4985" actId="478"/>
          <ac:picMkLst>
            <pc:docMk/>
            <pc:sldMk cId="3016617468" sldId="403"/>
            <ac:picMk id="11" creationId="{0B52DDBB-63E7-3C8E-50EA-542C6FA628F3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5:52.368" v="4952" actId="478"/>
        <pc:sldMkLst>
          <pc:docMk/>
          <pc:sldMk cId="2757587198" sldId="404"/>
        </pc:sldMkLst>
        <pc:spChg chg="mod">
          <ac:chgData name="Saeed Samet" userId="cfbf7cda-a3f0-4a18-b58e-e4747a47ab2e" providerId="ADAL" clId="{1DAAA582-D431-51E1-B726-79BB57AE61A7}" dt="2026-06-22T16:27:09.673" v="4902" actId="20577"/>
          <ac:spMkLst>
            <pc:docMk/>
            <pc:sldMk cId="2757587198" sldId="404"/>
            <ac:spMk id="3" creationId="{BD8A087E-6411-E08C-80C1-A467BD891FA9}"/>
          </ac:spMkLst>
        </pc:spChg>
        <pc:spChg chg="del">
          <ac:chgData name="Saeed Samet" userId="cfbf7cda-a3f0-4a18-b58e-e4747a47ab2e" providerId="ADAL" clId="{1DAAA582-D431-51E1-B726-79BB57AE61A7}" dt="2026-06-24T14:55:52.368" v="4952" actId="478"/>
          <ac:spMkLst>
            <pc:docMk/>
            <pc:sldMk cId="2757587198" sldId="404"/>
            <ac:spMk id="10" creationId="{B0EDC54C-7548-8394-EAA8-279B903AF70F}"/>
          </ac:spMkLst>
        </pc:spChg>
        <pc:picChg chg="del">
          <ac:chgData name="Saeed Samet" userId="cfbf7cda-a3f0-4a18-b58e-e4747a47ab2e" providerId="ADAL" clId="{1DAAA582-D431-51E1-B726-79BB57AE61A7}" dt="2026-06-24T14:55:51.738" v="4951" actId="478"/>
          <ac:picMkLst>
            <pc:docMk/>
            <pc:sldMk cId="2757587198" sldId="404"/>
            <ac:picMk id="11" creationId="{A4870589-C267-5C91-E2C0-91B3A385A05A}"/>
          </ac:picMkLst>
        </pc:picChg>
      </pc:sldChg>
      <pc:sldChg chg="delSp modSp add mod ord">
        <pc:chgData name="Saeed Samet" userId="cfbf7cda-a3f0-4a18-b58e-e4747a47ab2e" providerId="ADAL" clId="{1DAAA582-D431-51E1-B726-79BB57AE61A7}" dt="2026-06-24T14:56:11.018" v="4970" actId="478"/>
        <pc:sldMkLst>
          <pc:docMk/>
          <pc:sldMk cId="1409993965" sldId="405"/>
        </pc:sldMkLst>
        <pc:spChg chg="mod">
          <ac:chgData name="Saeed Samet" userId="cfbf7cda-a3f0-4a18-b58e-e4747a47ab2e" providerId="ADAL" clId="{1DAAA582-D431-51E1-B726-79BB57AE61A7}" dt="2026-06-22T16:36:18.245" v="4942" actId="20577"/>
          <ac:spMkLst>
            <pc:docMk/>
            <pc:sldMk cId="1409993965" sldId="405"/>
            <ac:spMk id="3" creationId="{E55E06B2-D292-B3B1-A7CD-C29C2337EF32}"/>
          </ac:spMkLst>
        </pc:spChg>
        <pc:spChg chg="mod">
          <ac:chgData name="Saeed Samet" userId="cfbf7cda-a3f0-4a18-b58e-e4747a47ab2e" providerId="ADAL" clId="{1DAAA582-D431-51E1-B726-79BB57AE61A7}" dt="2026-06-09T19:03:02.601" v="4238"/>
          <ac:spMkLst>
            <pc:docMk/>
            <pc:sldMk cId="1409993965" sldId="405"/>
            <ac:spMk id="7" creationId="{2E4F248A-E475-2EFB-8667-16F93FD8362E}"/>
          </ac:spMkLst>
        </pc:spChg>
        <pc:spChg chg="del">
          <ac:chgData name="Saeed Samet" userId="cfbf7cda-a3f0-4a18-b58e-e4747a47ab2e" providerId="ADAL" clId="{1DAAA582-D431-51E1-B726-79BB57AE61A7}" dt="2026-06-24T14:56:11.018" v="4970" actId="478"/>
          <ac:spMkLst>
            <pc:docMk/>
            <pc:sldMk cId="1409993965" sldId="405"/>
            <ac:spMk id="10" creationId="{E8FD7961-5663-6F02-314D-F1F8CE1197F6}"/>
          </ac:spMkLst>
        </pc:spChg>
        <pc:picChg chg="del">
          <ac:chgData name="Saeed Samet" userId="cfbf7cda-a3f0-4a18-b58e-e4747a47ab2e" providerId="ADAL" clId="{1DAAA582-D431-51E1-B726-79BB57AE61A7}" dt="2026-06-24T14:56:10.330" v="4969" actId="478"/>
          <ac:picMkLst>
            <pc:docMk/>
            <pc:sldMk cId="1409993965" sldId="405"/>
            <ac:picMk id="11" creationId="{ABE4A736-D430-5032-CBF2-3A5EB3ACCAA9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6:12.978" v="4972" actId="478"/>
        <pc:sldMkLst>
          <pc:docMk/>
          <pc:sldMk cId="3786480304" sldId="406"/>
        </pc:sldMkLst>
        <pc:spChg chg="del">
          <ac:chgData name="Saeed Samet" userId="cfbf7cda-a3f0-4a18-b58e-e4747a47ab2e" providerId="ADAL" clId="{1DAAA582-D431-51E1-B726-79BB57AE61A7}" dt="2026-06-24T14:56:12.978" v="4972" actId="478"/>
          <ac:spMkLst>
            <pc:docMk/>
            <pc:sldMk cId="3786480304" sldId="406"/>
            <ac:spMk id="10" creationId="{9BF245AA-F47A-999D-91A6-9E358B276D1F}"/>
          </ac:spMkLst>
        </pc:spChg>
        <pc:spChg chg="add mod">
          <ac:chgData name="Saeed Samet" userId="cfbf7cda-a3f0-4a18-b58e-e4747a47ab2e" providerId="ADAL" clId="{1DAAA582-D431-51E1-B726-79BB57AE61A7}" dt="2026-06-11T11:59:24.319" v="4631" actId="20577"/>
          <ac:spMkLst>
            <pc:docMk/>
            <pc:sldMk cId="3786480304" sldId="406"/>
            <ac:spMk id="13" creationId="{765B97A5-5581-9A44-0190-F006267344D2}"/>
          </ac:spMkLst>
        </pc:spChg>
        <pc:spChg chg="add mod">
          <ac:chgData name="Saeed Samet" userId="cfbf7cda-a3f0-4a18-b58e-e4747a47ab2e" providerId="ADAL" clId="{1DAAA582-D431-51E1-B726-79BB57AE61A7}" dt="2026-06-11T11:59:27.553" v="4632" actId="20577"/>
          <ac:spMkLst>
            <pc:docMk/>
            <pc:sldMk cId="3786480304" sldId="406"/>
            <ac:spMk id="16" creationId="{A432B755-0378-36F4-5B61-3F2483B69E78}"/>
          </ac:spMkLst>
        </pc:spChg>
        <pc:picChg chg="add mod">
          <ac:chgData name="Saeed Samet" userId="cfbf7cda-a3f0-4a18-b58e-e4747a47ab2e" providerId="ADAL" clId="{1DAAA582-D431-51E1-B726-79BB57AE61A7}" dt="2026-06-09T19:04:16.436" v="4244" actId="1076"/>
          <ac:picMkLst>
            <pc:docMk/>
            <pc:sldMk cId="3786480304" sldId="406"/>
            <ac:picMk id="3" creationId="{D339EE41-4A0C-91F2-C721-4BB188B1DEB0}"/>
          </ac:picMkLst>
        </pc:picChg>
        <pc:picChg chg="add mod">
          <ac:chgData name="Saeed Samet" userId="cfbf7cda-a3f0-4a18-b58e-e4747a47ab2e" providerId="ADAL" clId="{1DAAA582-D431-51E1-B726-79BB57AE61A7}" dt="2026-06-11T11:56:46.934" v="4607" actId="1076"/>
          <ac:picMkLst>
            <pc:docMk/>
            <pc:sldMk cId="3786480304" sldId="406"/>
            <ac:picMk id="4" creationId="{54E51970-C66D-0BD7-36F4-6BAE936E27E4}"/>
          </ac:picMkLst>
        </pc:picChg>
        <pc:picChg chg="add mod">
          <ac:chgData name="Saeed Samet" userId="cfbf7cda-a3f0-4a18-b58e-e4747a47ab2e" providerId="ADAL" clId="{1DAAA582-D431-51E1-B726-79BB57AE61A7}" dt="2026-06-09T19:04:47.793" v="4249" actId="1076"/>
          <ac:picMkLst>
            <pc:docMk/>
            <pc:sldMk cId="3786480304" sldId="406"/>
            <ac:picMk id="8" creationId="{B9166754-A7F4-61D9-CC55-597EDF7A9CD8}"/>
          </ac:picMkLst>
        </pc:picChg>
        <pc:picChg chg="del">
          <ac:chgData name="Saeed Samet" userId="cfbf7cda-a3f0-4a18-b58e-e4747a47ab2e" providerId="ADAL" clId="{1DAAA582-D431-51E1-B726-79BB57AE61A7}" dt="2026-06-24T14:56:12.347" v="4971" actId="478"/>
          <ac:picMkLst>
            <pc:docMk/>
            <pc:sldMk cId="3786480304" sldId="406"/>
            <ac:picMk id="11" creationId="{E8756C9C-94E3-EA1F-BE1A-68F8090A2071}"/>
          </ac:picMkLst>
        </pc:picChg>
        <pc:picChg chg="add mod">
          <ac:chgData name="Saeed Samet" userId="cfbf7cda-a3f0-4a18-b58e-e4747a47ab2e" providerId="ADAL" clId="{1DAAA582-D431-51E1-B726-79BB57AE61A7}" dt="2026-06-11T11:59:07.057" v="4622" actId="1076"/>
          <ac:picMkLst>
            <pc:docMk/>
            <pc:sldMk cId="3786480304" sldId="406"/>
            <ac:picMk id="12" creationId="{8F37A01D-4607-D9C0-F616-F99E304FC6C1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6:28.991" v="4988" actId="478"/>
        <pc:sldMkLst>
          <pc:docMk/>
          <pc:sldMk cId="3436416518" sldId="407"/>
        </pc:sldMkLst>
        <pc:spChg chg="mod">
          <ac:chgData name="Saeed Samet" userId="cfbf7cda-a3f0-4a18-b58e-e4747a47ab2e" providerId="ADAL" clId="{1DAAA582-D431-51E1-B726-79BB57AE61A7}" dt="2026-06-09T19:14:34.518" v="4474" actId="20577"/>
          <ac:spMkLst>
            <pc:docMk/>
            <pc:sldMk cId="3436416518" sldId="407"/>
            <ac:spMk id="7" creationId="{F53B0E97-DD42-B610-0372-A98A05E6D9A6}"/>
          </ac:spMkLst>
        </pc:spChg>
        <pc:spChg chg="del">
          <ac:chgData name="Saeed Samet" userId="cfbf7cda-a3f0-4a18-b58e-e4747a47ab2e" providerId="ADAL" clId="{1DAAA582-D431-51E1-B726-79BB57AE61A7}" dt="2026-06-24T14:56:28.991" v="4988" actId="478"/>
          <ac:spMkLst>
            <pc:docMk/>
            <pc:sldMk cId="3436416518" sldId="407"/>
            <ac:spMk id="10" creationId="{8C093541-416D-8579-DC72-5EDDCB4D7321}"/>
          </ac:spMkLst>
        </pc:spChg>
        <pc:graphicFrameChg chg="add mod modGraphic">
          <ac:chgData name="Saeed Samet" userId="cfbf7cda-a3f0-4a18-b58e-e4747a47ab2e" providerId="ADAL" clId="{1DAAA582-D431-51E1-B726-79BB57AE61A7}" dt="2026-06-09T19:15:00.498" v="4478" actId="12385"/>
          <ac:graphicFrameMkLst>
            <pc:docMk/>
            <pc:sldMk cId="3436416518" sldId="407"/>
            <ac:graphicFrameMk id="2" creationId="{2F3D918A-5B2F-92E7-548D-C7756B0F14A7}"/>
          </ac:graphicFrameMkLst>
        </pc:graphicFrameChg>
        <pc:picChg chg="del">
          <ac:chgData name="Saeed Samet" userId="cfbf7cda-a3f0-4a18-b58e-e4747a47ab2e" providerId="ADAL" clId="{1DAAA582-D431-51E1-B726-79BB57AE61A7}" dt="2026-06-24T14:56:28.386" v="4987" actId="478"/>
          <ac:picMkLst>
            <pc:docMk/>
            <pc:sldMk cId="3436416518" sldId="407"/>
            <ac:picMk id="11" creationId="{23107C9A-3323-D8F4-25F1-FC42923A8AE6}"/>
          </ac:picMkLst>
        </pc:picChg>
      </pc:sldChg>
      <pc:sldChg chg="delSp modSp add mod ord">
        <pc:chgData name="Saeed Samet" userId="cfbf7cda-a3f0-4a18-b58e-e4747a47ab2e" providerId="ADAL" clId="{1DAAA582-D431-51E1-B726-79BB57AE61A7}" dt="2026-06-24T14:55:56.332" v="4956" actId="478"/>
        <pc:sldMkLst>
          <pc:docMk/>
          <pc:sldMk cId="2329578446" sldId="409"/>
        </pc:sldMkLst>
        <pc:spChg chg="del">
          <ac:chgData name="Saeed Samet" userId="cfbf7cda-a3f0-4a18-b58e-e4747a47ab2e" providerId="ADAL" clId="{1DAAA582-D431-51E1-B726-79BB57AE61A7}" dt="2026-06-24T14:55:56.332" v="4956" actId="478"/>
          <ac:spMkLst>
            <pc:docMk/>
            <pc:sldMk cId="2329578446" sldId="409"/>
            <ac:spMk id="10" creationId="{CFE6388C-691B-86B4-DA6D-F4326520397F}"/>
          </ac:spMkLst>
        </pc:spChg>
        <pc:picChg chg="del">
          <ac:chgData name="Saeed Samet" userId="cfbf7cda-a3f0-4a18-b58e-e4747a47ab2e" providerId="ADAL" clId="{1DAAA582-D431-51E1-B726-79BB57AE61A7}" dt="2026-06-24T14:55:55.654" v="4955" actId="478"/>
          <ac:picMkLst>
            <pc:docMk/>
            <pc:sldMk cId="2329578446" sldId="409"/>
            <ac:picMk id="11" creationId="{7024E17E-6988-B18D-C8DA-7406C4759BC9}"/>
          </ac:picMkLst>
        </pc:picChg>
        <pc:picChg chg="mod">
          <ac:chgData name="Saeed Samet" userId="cfbf7cda-a3f0-4a18-b58e-e4747a47ab2e" providerId="ADAL" clId="{1DAAA582-D431-51E1-B726-79BB57AE61A7}" dt="2026-06-10T22:24:45.620" v="4511" actId="1076"/>
          <ac:picMkLst>
            <pc:docMk/>
            <pc:sldMk cId="2329578446" sldId="409"/>
            <ac:picMk id="13" creationId="{6E88F51F-78E0-C16B-0A62-B23A27F89E4C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6:14.872" v="4974" actId="478"/>
        <pc:sldMkLst>
          <pc:docMk/>
          <pc:sldMk cId="2267213718" sldId="410"/>
        </pc:sldMkLst>
        <pc:spChg chg="add mod">
          <ac:chgData name="Saeed Samet" userId="cfbf7cda-a3f0-4a18-b58e-e4747a47ab2e" providerId="ADAL" clId="{1DAAA582-D431-51E1-B726-79BB57AE61A7}" dt="2026-06-11T12:08:38.813" v="4855" actId="20577"/>
          <ac:spMkLst>
            <pc:docMk/>
            <pc:sldMk cId="2267213718" sldId="410"/>
            <ac:spMk id="2" creationId="{F63DD6BE-3FD8-F78A-AE32-87B403156A65}"/>
          </ac:spMkLst>
        </pc:spChg>
        <pc:spChg chg="mod">
          <ac:chgData name="Saeed Samet" userId="cfbf7cda-a3f0-4a18-b58e-e4747a47ab2e" providerId="ADAL" clId="{1DAAA582-D431-51E1-B726-79BB57AE61A7}" dt="2026-06-11T12:03:27.380" v="4697" actId="20577"/>
          <ac:spMkLst>
            <pc:docMk/>
            <pc:sldMk cId="2267213718" sldId="410"/>
            <ac:spMk id="7" creationId="{6151F377-BBF0-AC7E-BC1F-67611142880C}"/>
          </ac:spMkLst>
        </pc:spChg>
        <pc:spChg chg="del">
          <ac:chgData name="Saeed Samet" userId="cfbf7cda-a3f0-4a18-b58e-e4747a47ab2e" providerId="ADAL" clId="{1DAAA582-D431-51E1-B726-79BB57AE61A7}" dt="2026-06-24T14:56:14.872" v="4974" actId="478"/>
          <ac:spMkLst>
            <pc:docMk/>
            <pc:sldMk cId="2267213718" sldId="410"/>
            <ac:spMk id="10" creationId="{0F0D1C47-AB5D-41FB-812D-AB2F0CEF4734}"/>
          </ac:spMkLst>
        </pc:spChg>
        <pc:picChg chg="del">
          <ac:chgData name="Saeed Samet" userId="cfbf7cda-a3f0-4a18-b58e-e4747a47ab2e" providerId="ADAL" clId="{1DAAA582-D431-51E1-B726-79BB57AE61A7}" dt="2026-06-24T14:56:14.269" v="4973" actId="478"/>
          <ac:picMkLst>
            <pc:docMk/>
            <pc:sldMk cId="2267213718" sldId="410"/>
            <ac:picMk id="11" creationId="{C84747F9-B3E0-09B9-7D6C-87575AD32368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6:17.864" v="4976" actId="478"/>
        <pc:sldMkLst>
          <pc:docMk/>
          <pc:sldMk cId="2862364792" sldId="411"/>
        </pc:sldMkLst>
        <pc:spChg chg="mod">
          <ac:chgData name="Saeed Samet" userId="cfbf7cda-a3f0-4a18-b58e-e4747a47ab2e" providerId="ADAL" clId="{1DAAA582-D431-51E1-B726-79BB57AE61A7}" dt="2026-06-11T12:07:33.409" v="4738" actId="20577"/>
          <ac:spMkLst>
            <pc:docMk/>
            <pc:sldMk cId="2862364792" sldId="411"/>
            <ac:spMk id="7" creationId="{0EE37864-2B5B-9744-8092-FF419F9BE611}"/>
          </ac:spMkLst>
        </pc:spChg>
        <pc:spChg chg="del">
          <ac:chgData name="Saeed Samet" userId="cfbf7cda-a3f0-4a18-b58e-e4747a47ab2e" providerId="ADAL" clId="{1DAAA582-D431-51E1-B726-79BB57AE61A7}" dt="2026-06-24T14:56:17.864" v="4976" actId="478"/>
          <ac:spMkLst>
            <pc:docMk/>
            <pc:sldMk cId="2862364792" sldId="411"/>
            <ac:spMk id="10" creationId="{CA7761B8-EA44-7611-FE54-06F88F757752}"/>
          </ac:spMkLst>
        </pc:spChg>
        <pc:picChg chg="del">
          <ac:chgData name="Saeed Samet" userId="cfbf7cda-a3f0-4a18-b58e-e4747a47ab2e" providerId="ADAL" clId="{1DAAA582-D431-51E1-B726-79BB57AE61A7}" dt="2026-06-24T14:56:17.242" v="4975" actId="478"/>
          <ac:picMkLst>
            <pc:docMk/>
            <pc:sldMk cId="2862364792" sldId="411"/>
            <ac:picMk id="11" creationId="{982DB33A-8328-A44E-59FD-68540F49D8F8}"/>
          </ac:picMkLst>
        </pc:picChg>
        <pc:picChg chg="mod">
          <ac:chgData name="Saeed Samet" userId="cfbf7cda-a3f0-4a18-b58e-e4747a47ab2e" providerId="ADAL" clId="{1DAAA582-D431-51E1-B726-79BB57AE61A7}" dt="2026-06-11T12:07:50.067" v="4742" actId="1076"/>
          <ac:picMkLst>
            <pc:docMk/>
            <pc:sldMk cId="2862364792" sldId="411"/>
            <ac:picMk id="14" creationId="{228BA8C9-1D5F-D771-4075-2464D9B5353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99808-0E9B-4FD1-BBA9-01B46832E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1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F4C7E-7543-44DB-92DE-7693937B296D}" type="datetimeFigureOut">
              <a:rPr lang="en-US" smtClean="0"/>
              <a:pPr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D7CB1-D023-401A-B061-68D1736E98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D7CB1-D023-401A-B061-68D1736E98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9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E751-7561-410C-B788-D1D074B4F411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E690-5D51-49B7-88E8-53FB51BCBCA4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B454-3F44-4293-ACC8-A434F4ADE2D5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86D7-57E4-4FA3-B5AB-2F2D840071A5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25B7-4353-4A52-9B74-5D21401A6732}" type="datetime1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4EDA-8313-4B5B-91A6-96893A083965}" type="datetime1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203-B0AC-4C2F-943E-4FE1AD6372D4}" type="datetime1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3FE58-9A72-4D02-A341-26725A04CBDE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6752-D81A-4CAC-AC22-7AD38CCE78CB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2DE8-3451-4B86-9237-66AFA7EBEB81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88F56-FFCF-4951-8843-CE7C0BFA4DAF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2A17-FBD8-4775-9AD1-1B2F07EC82B7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391" y="76200"/>
            <a:ext cx="9144000" cy="3429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Object-Oriented Software Analysis &amp; Design</a:t>
            </a:r>
            <a:br>
              <a:rPr lang="en-US" sz="32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(COMP-3220)</a:t>
            </a:r>
            <a:br>
              <a:rPr lang="en-US" sz="3600" b="1" dirty="0">
                <a:latin typeface="+mn-lt"/>
                <a:cs typeface="Times New Roman" panose="02020603050405020304" pitchFamily="18" charset="0"/>
              </a:rPr>
            </a:br>
            <a:br>
              <a:rPr lang="en-US" sz="3600" b="1" dirty="0">
                <a:cs typeface="Times New Roman" panose="02020603050405020304" pitchFamily="18" charset="0"/>
              </a:rPr>
            </a:br>
            <a:r>
              <a:rPr lang="en-US" sz="2800" b="1" dirty="0">
                <a:cs typeface="Times New Roman" panose="02020603050405020304" pitchFamily="18" charset="0"/>
              </a:rPr>
              <a:t>Lecture 6</a:t>
            </a:r>
            <a:br>
              <a:rPr lang="en-US" sz="2800" b="1" dirty="0">
                <a:cs typeface="Times New Roman" panose="02020603050405020304" pitchFamily="18" charset="0"/>
              </a:rPr>
            </a:br>
            <a:br>
              <a:rPr lang="en-US" sz="28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Command Pattern</a:t>
            </a:r>
            <a:endParaRPr lang="en-US" sz="28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1" y="3581400"/>
            <a:ext cx="9129218" cy="220980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School of Computer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Faculty of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University of Windsor</a:t>
            </a:r>
          </a:p>
          <a:p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Dr. </a:t>
            </a:r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Saeed Samet</a:t>
            </a:r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709" y="5867400"/>
            <a:ext cx="2209800" cy="8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dirty="0"/>
              <a:t>The </a:t>
            </a:r>
            <a:r>
              <a:rPr lang="en-CA" sz="2800" b="1" dirty="0"/>
              <a:t>Command Pattern</a:t>
            </a:r>
            <a:r>
              <a:rPr lang="en-CA" sz="2800" dirty="0"/>
              <a:t> encapsulates a request as an object, allowing you to:</a:t>
            </a:r>
          </a:p>
          <a:p>
            <a:pPr lvl="1"/>
            <a:r>
              <a:rPr lang="en-CA" sz="2400" dirty="0"/>
              <a:t>Parameterize clients with requests</a:t>
            </a:r>
          </a:p>
          <a:p>
            <a:pPr lvl="1"/>
            <a:r>
              <a:rPr lang="en-CA" sz="2400" dirty="0"/>
              <a:t>Queue requests</a:t>
            </a:r>
          </a:p>
          <a:p>
            <a:pPr lvl="1"/>
            <a:r>
              <a:rPr lang="en-CA" sz="2400" dirty="0"/>
              <a:t>Log requests</a:t>
            </a:r>
          </a:p>
          <a:p>
            <a:pPr lvl="1"/>
            <a:r>
              <a:rPr lang="en-CA" sz="2400" dirty="0"/>
              <a:t>Support undo/redo operations</a:t>
            </a:r>
          </a:p>
          <a:p>
            <a:r>
              <a:rPr lang="en-CA" sz="2800" dirty="0"/>
              <a:t>In simple terms:</a:t>
            </a:r>
          </a:p>
          <a:p>
            <a:pPr marL="0" indent="0" algn="ctr">
              <a:buNone/>
            </a:pPr>
            <a:r>
              <a:rPr lang="en-CA" sz="2800" b="1" dirty="0"/>
              <a:t>Turn a request into an object.</a:t>
            </a:r>
          </a:p>
          <a:p>
            <a:pPr marL="0" indent="0" algn="ctr">
              <a:buNone/>
            </a:pPr>
            <a:endParaRPr lang="en-CA" sz="2800" dirty="0"/>
          </a:p>
          <a:p>
            <a:r>
              <a:rPr lang="en-CA" sz="2800" dirty="0"/>
              <a:t>Instead of calling a method directly, the client creates a command object and asks it to execute.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Intent</a:t>
            </a:r>
          </a:p>
        </p:txBody>
      </p:sp>
    </p:spTree>
    <p:extLst>
      <p:ext uri="{BB962C8B-B14F-4D97-AF65-F5344CB8AC3E}">
        <p14:creationId xmlns:p14="http://schemas.microsoft.com/office/powerpoint/2010/main" val="22313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632F8-FD85-0373-E2CE-0420FF54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1FDC-DE38-8CDF-3184-42D7F2675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400" dirty="0"/>
              <a:t>Suppose you are building a smart-home remote control. Without the Command Pattern:</a:t>
            </a:r>
          </a:p>
          <a:p>
            <a:pPr marL="352425" lvl="1" indent="-342900"/>
            <a:endParaRPr lang="en-US" sz="1600" dirty="0"/>
          </a:p>
          <a:p>
            <a:pPr marL="352425" lvl="1" indent="-342900"/>
            <a:endParaRPr lang="en-US" sz="1600" dirty="0"/>
          </a:p>
          <a:p>
            <a:pPr marL="352425" lvl="1" indent="-342900"/>
            <a:endParaRPr lang="en-US" sz="1600" dirty="0"/>
          </a:p>
          <a:p>
            <a:pPr marL="352425" lvl="1" indent="-342900"/>
            <a:endParaRPr lang="en-US" sz="1600" dirty="0"/>
          </a:p>
          <a:p>
            <a:pPr marL="0" indent="0">
              <a:buNone/>
            </a:pPr>
            <a:endParaRPr lang="en-CA" sz="2400" dirty="0"/>
          </a:p>
          <a:p>
            <a:r>
              <a:rPr lang="en-CA" sz="2400" dirty="0"/>
              <a:t>Problems:</a:t>
            </a:r>
          </a:p>
          <a:p>
            <a:pPr lvl="1"/>
            <a:r>
              <a:rPr lang="en-CA" sz="2000" dirty="0"/>
              <a:t>Remote control is tightly coupled to devices.</a:t>
            </a:r>
          </a:p>
          <a:p>
            <a:pPr lvl="1"/>
            <a:r>
              <a:rPr lang="en-CA" sz="2000" dirty="0"/>
              <a:t>Adding new devices requires modifying the remote.</a:t>
            </a:r>
          </a:p>
          <a:p>
            <a:pPr lvl="1"/>
            <a:r>
              <a:rPr lang="en-CA" sz="2000" dirty="0"/>
              <a:t>Undo functionality is difficult.</a:t>
            </a:r>
          </a:p>
          <a:p>
            <a:pPr lvl="1"/>
            <a:r>
              <a:rPr lang="en-CA" sz="2000" dirty="0"/>
              <a:t>Commands cannot be stored or queued.</a:t>
            </a:r>
          </a:p>
          <a:p>
            <a:r>
              <a:rPr lang="en-CA" sz="2400" dirty="0"/>
              <a:t>We want the remote to know only:  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command.execute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CA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sz="2400" dirty="0"/>
              <a:t>	without caring what the command actually does.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53A2FC-97D3-3B67-094A-19903C0D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8E94D8-8BB7-9D87-A246-22C6CE0FEF3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C7251C-C7EC-6453-5B7E-AE9D3523C1BA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Motivation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974D80-2F0D-8DB2-0F4D-E10C2B78F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295400"/>
            <a:ext cx="26924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63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6437-75D2-B43A-AADE-625EB19A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4D5F7-1E2C-A80D-BCC9-1D84B096C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b="1" dirty="0"/>
              <a:t>Decouples Sender and Receiver</a:t>
            </a:r>
          </a:p>
          <a:p>
            <a:pPr lvl="1"/>
            <a:r>
              <a:rPr lang="en-CA" sz="2400" dirty="0"/>
              <a:t>The object requesting an action does not need to know who performs it.</a:t>
            </a:r>
          </a:p>
          <a:p>
            <a:r>
              <a:rPr lang="en-CA" sz="2800" b="1" dirty="0"/>
              <a:t>Simplifies Extensibility</a:t>
            </a:r>
          </a:p>
          <a:p>
            <a:pPr lvl="1"/>
            <a:r>
              <a:rPr lang="en-CA" sz="2400" dirty="0"/>
              <a:t>New commands can be added without modifying existing code.</a:t>
            </a:r>
            <a:endParaRPr lang="en-CA" sz="2800" dirty="0"/>
          </a:p>
          <a:p>
            <a:r>
              <a:rPr lang="en-CA" sz="2800" b="1" dirty="0"/>
              <a:t>Supports Undo/Redo</a:t>
            </a:r>
          </a:p>
          <a:p>
            <a:pPr lvl="1"/>
            <a:r>
              <a:rPr lang="en-CA" sz="2400" dirty="0"/>
              <a:t>Commands can remember previous state and reverse actions.</a:t>
            </a:r>
            <a:endParaRPr lang="en-CA" sz="2800" dirty="0"/>
          </a:p>
          <a:p>
            <a:r>
              <a:rPr lang="en-CA" sz="2800" b="1" dirty="0"/>
              <a:t>Supports Queuing</a:t>
            </a:r>
          </a:p>
          <a:p>
            <a:pPr lvl="1"/>
            <a:r>
              <a:rPr lang="en-CA" sz="2400" dirty="0"/>
              <a:t>Commands can be stored and executed later.</a:t>
            </a:r>
            <a:endParaRPr lang="en-CA" sz="2800" dirty="0"/>
          </a:p>
          <a:p>
            <a:r>
              <a:rPr lang="en-CA" sz="2800" b="1" dirty="0"/>
              <a:t>Supports Logging</a:t>
            </a:r>
          </a:p>
          <a:p>
            <a:pPr lvl="1"/>
            <a:r>
              <a:rPr lang="en-CA" sz="2400" dirty="0"/>
              <a:t>Commands can be recorded and replayed.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D851E-1F00-6477-C06F-9087652D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9F2C9E-C5FB-212E-C4D4-880AD4E2294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279FA8-599F-72FA-3386-9193EFCB38A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Problems It Solves</a:t>
            </a:r>
          </a:p>
        </p:txBody>
      </p:sp>
    </p:spTree>
    <p:extLst>
      <p:ext uri="{BB962C8B-B14F-4D97-AF65-F5344CB8AC3E}">
        <p14:creationId xmlns:p14="http://schemas.microsoft.com/office/powerpoint/2010/main" val="1560029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CD41-DBB3-EBBB-5468-95AC1324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B1035-79A4-E7F6-A4A7-BADCC9EC7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b="1" dirty="0"/>
              <a:t>Restaurant Order Slip</a:t>
            </a:r>
          </a:p>
          <a:p>
            <a:pPr lvl="1"/>
            <a:r>
              <a:rPr lang="en-CA" dirty="0"/>
              <a:t>Imagine a restaurant:</a:t>
            </a:r>
          </a:p>
          <a:p>
            <a:pPr lvl="1">
              <a:buFont typeface="Wingdings" pitchFamily="2" charset="2"/>
              <a:buChar char="Ø"/>
            </a:pPr>
            <a:r>
              <a:rPr lang="en-CA" b="1" dirty="0"/>
              <a:t>	Customer</a:t>
            </a:r>
          </a:p>
          <a:p>
            <a:pPr lvl="3"/>
            <a:r>
              <a:rPr lang="en-CA" sz="2400" dirty="0"/>
              <a:t>Places an order:  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Cheeseburger</a:t>
            </a:r>
          </a:p>
          <a:p>
            <a:pPr lvl="1">
              <a:buFont typeface="Wingdings" pitchFamily="2" charset="2"/>
              <a:buChar char="Ø"/>
            </a:pPr>
            <a:r>
              <a:rPr lang="en-CA" b="1" dirty="0"/>
              <a:t>	Waiter</a:t>
            </a:r>
          </a:p>
          <a:p>
            <a:pPr lvl="3"/>
            <a:r>
              <a:rPr lang="en-CA" sz="2400" dirty="0"/>
              <a:t>Writes the order on a ticket</a:t>
            </a:r>
          </a:p>
          <a:p>
            <a:pPr lvl="1">
              <a:buFont typeface="Wingdings" pitchFamily="2" charset="2"/>
              <a:buChar char="Ø"/>
            </a:pPr>
            <a:r>
              <a:rPr lang="en-CA" b="1" dirty="0"/>
              <a:t>Cook</a:t>
            </a:r>
          </a:p>
          <a:p>
            <a:pPr lvl="3"/>
            <a:r>
              <a:rPr lang="en-CA" sz="2400" dirty="0"/>
              <a:t>Prepares the meal</a:t>
            </a:r>
          </a:p>
          <a:p>
            <a:pPr lvl="1"/>
            <a:r>
              <a:rPr lang="en-CA" dirty="0"/>
              <a:t>The customer does not directly communicate with the cook.</a:t>
            </a:r>
          </a:p>
          <a:p>
            <a:pPr lvl="1"/>
            <a:r>
              <a:rPr lang="en-CA" dirty="0"/>
              <a:t>The order slip acts as the </a:t>
            </a:r>
            <a:r>
              <a:rPr lang="en-CA" b="1" dirty="0"/>
              <a:t>Command</a:t>
            </a:r>
            <a:r>
              <a:rPr lang="en-CA" dirty="0"/>
              <a:t>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6F74F-B70E-7A9E-F533-8A26F400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F13D9F-C4DF-CC42-A654-EC043B49377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D5F917-FD4B-24E0-7F47-D662932DE94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9814F-362A-1ABE-4562-559C7F1A3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2662124"/>
            <a:ext cx="1358900" cy="144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266666-6483-5EF6-45C7-DD0A20E59CE4}"/>
              </a:ext>
            </a:extLst>
          </p:cNvPr>
          <p:cNvSpPr txBox="1"/>
          <p:nvPr/>
        </p:nvSpPr>
        <p:spPr>
          <a:xfrm>
            <a:off x="5608865" y="4176372"/>
            <a:ext cx="3611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dirty="0"/>
              <a:t>The ticket encapsulates the request.</a:t>
            </a:r>
          </a:p>
        </p:txBody>
      </p:sp>
    </p:spTree>
    <p:extLst>
      <p:ext uri="{BB962C8B-B14F-4D97-AF65-F5344CB8AC3E}">
        <p14:creationId xmlns:p14="http://schemas.microsoft.com/office/powerpoint/2010/main" val="352390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1A60-C380-D221-C8CE-0DC7C74EA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A087E-6411-E08C-80C1-A467BD891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b="1" dirty="0"/>
              <a:t>TV Remote Control</a:t>
            </a:r>
          </a:p>
          <a:p>
            <a:pPr lvl="1"/>
            <a:r>
              <a:rPr lang="en-CA" dirty="0"/>
              <a:t>When you press:</a:t>
            </a:r>
          </a:p>
          <a:p>
            <a:pPr marL="457200" lvl="1" indent="0">
              <a:buNone/>
            </a:pPr>
            <a:r>
              <a:rPr lang="en-CA" b="1" dirty="0"/>
              <a:t>	Power</a:t>
            </a:r>
          </a:p>
          <a:p>
            <a:pPr lvl="2"/>
            <a:r>
              <a:rPr lang="en-CA" dirty="0"/>
              <a:t>the remote does not know how the TV works internally.</a:t>
            </a:r>
          </a:p>
          <a:p>
            <a:pPr marL="914400" lvl="2" indent="0">
              <a:buNone/>
            </a:pPr>
            <a:endParaRPr lang="en-CA" dirty="0"/>
          </a:p>
          <a:p>
            <a:pPr lvl="2"/>
            <a:r>
              <a:rPr lang="en-CA" dirty="0"/>
              <a:t>It simply sends a command:</a:t>
            </a:r>
          </a:p>
          <a:p>
            <a:pPr marL="914400" lvl="2" indent="0">
              <a:buNone/>
            </a:pPr>
            <a:endParaRPr lang="en-CA" sz="2800" b="1" dirty="0"/>
          </a:p>
          <a:p>
            <a:pPr marL="914400" lvl="2" indent="0">
              <a:buNone/>
            </a:pPr>
            <a:r>
              <a:rPr lang="en-CA" sz="2800" b="1" dirty="0"/>
              <a:t>		</a:t>
            </a:r>
            <a:r>
              <a:rPr lang="en-CA" sz="2800" b="1" dirty="0" err="1"/>
              <a:t>TurnOnCommand</a:t>
            </a:r>
            <a:endParaRPr lang="en-CA" sz="2800" b="1" dirty="0"/>
          </a:p>
          <a:p>
            <a:pPr marL="914400" lvl="2" indent="0">
              <a:buNone/>
            </a:pPr>
            <a:endParaRPr lang="en-CA" dirty="0"/>
          </a:p>
          <a:p>
            <a:pPr lvl="2"/>
            <a:r>
              <a:rPr lang="en-CA" dirty="0"/>
              <a:t>The TV executes the action.</a:t>
            </a:r>
          </a:p>
          <a:p>
            <a:pPr marL="914400" lvl="2" indent="0">
              <a:buNone/>
            </a:pPr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365E1-204B-75E2-148B-B2EDAF11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7D985-1F24-11F0-C17E-3B57C248E99E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C8B632-2608-03DC-DA58-43FF2BF7BA8A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</p:spTree>
    <p:extLst>
      <p:ext uri="{BB962C8B-B14F-4D97-AF65-F5344CB8AC3E}">
        <p14:creationId xmlns:p14="http://schemas.microsoft.com/office/powerpoint/2010/main" val="275758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D0CDA-C174-85CF-68C0-65D13FD8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DB969-3BD8-1B13-7CAD-6247AF08E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Main Participants</a:t>
            </a:r>
          </a:p>
          <a:p>
            <a:pPr lvl="1"/>
            <a:r>
              <a:rPr lang="en-US" b="1" dirty="0"/>
              <a:t>Command</a:t>
            </a:r>
            <a:endParaRPr lang="en-US" dirty="0"/>
          </a:p>
          <a:p>
            <a:pPr lvl="2"/>
            <a:r>
              <a:rPr lang="en-US" dirty="0"/>
              <a:t>Declares: 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execute()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A" b="1" dirty="0" err="1"/>
              <a:t>ConcreteCommand</a:t>
            </a:r>
            <a:endParaRPr lang="en-CA" b="1" dirty="0"/>
          </a:p>
          <a:p>
            <a:pPr lvl="2"/>
            <a:r>
              <a:rPr lang="en-CA" dirty="0"/>
              <a:t>Implements the command.</a:t>
            </a:r>
          </a:p>
          <a:p>
            <a:pPr lvl="2"/>
            <a:r>
              <a:rPr lang="en-CA" dirty="0"/>
              <a:t>Stores a receiver.</a:t>
            </a:r>
          </a:p>
          <a:p>
            <a:pPr lvl="1"/>
            <a:r>
              <a:rPr lang="en-CA" b="1" dirty="0"/>
              <a:t>Receiver</a:t>
            </a:r>
          </a:p>
          <a:p>
            <a:pPr lvl="2"/>
            <a:r>
              <a:rPr lang="en-CA" dirty="0"/>
              <a:t>Performs the actual work.</a:t>
            </a:r>
          </a:p>
          <a:p>
            <a:pPr lvl="1"/>
            <a:r>
              <a:rPr lang="en-CA" sz="2600" b="1" dirty="0"/>
              <a:t>Invoker</a:t>
            </a:r>
          </a:p>
          <a:p>
            <a:pPr lvl="2"/>
            <a:r>
              <a:rPr lang="en-CA" dirty="0"/>
              <a:t>Triggers commands.</a:t>
            </a:r>
          </a:p>
          <a:p>
            <a:pPr lvl="1"/>
            <a:r>
              <a:rPr lang="en-CA" sz="2600" b="1" dirty="0"/>
              <a:t>Client</a:t>
            </a:r>
          </a:p>
          <a:p>
            <a:pPr lvl="2"/>
            <a:r>
              <a:rPr lang="en-CA" dirty="0"/>
              <a:t>Creates and connects everything.</a:t>
            </a:r>
          </a:p>
          <a:p>
            <a:pPr lvl="1"/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042A0-2656-DE9E-8BF5-4618F629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7E326A-1692-DF63-72B3-C5F6269E09E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E63138-B97F-4D64-A2BD-3C77DDAB0972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Command Pattern Structure</a:t>
            </a:r>
          </a:p>
        </p:txBody>
      </p:sp>
    </p:spTree>
    <p:extLst>
      <p:ext uri="{BB962C8B-B14F-4D97-AF65-F5344CB8AC3E}">
        <p14:creationId xmlns:p14="http://schemas.microsoft.com/office/powerpoint/2010/main" val="2019240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615A1-40CB-4D71-713E-2D7632E73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43FF32-1062-0404-2DFF-CF424F41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145DA2-A736-DBE8-DF04-E6452581E6A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C3C7EA7-B71E-101F-65D9-90053D7240B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Command Pattern – Class 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88F51F-78E0-C16B-0A62-B23A27F89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133" y="934738"/>
            <a:ext cx="6277733" cy="578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78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CDA5-2BCE-5336-B8CB-084F2DD3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72AAB-2BDA-1B1C-AA61-335F3A51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29E41B-075B-8321-05B2-DAA93792659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27B9D0-9FA8-4ABF-1160-8EFDB276BC9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How the objects collaborate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BABBD5-AFFB-EF01-9801-FBB0AB903B6B}"/>
              </a:ext>
            </a:extLst>
          </p:cNvPr>
          <p:cNvSpPr txBox="1"/>
          <p:nvPr/>
        </p:nvSpPr>
        <p:spPr>
          <a:xfrm>
            <a:off x="0" y="1012014"/>
            <a:ext cx="9144000" cy="489364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32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2800" b="1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CA" sz="2400" dirty="0"/>
              <a:t>Client</a:t>
            </a:r>
          </a:p>
          <a:p>
            <a:pPr lvl="1"/>
            <a:r>
              <a:rPr lang="en-CA" sz="2000" b="0" dirty="0"/>
              <a:t>Creates a Receiver.</a:t>
            </a:r>
          </a:p>
          <a:p>
            <a:pPr lvl="1"/>
            <a:r>
              <a:rPr lang="en-CA" sz="2000" b="0" dirty="0"/>
              <a:t>Creates a </a:t>
            </a:r>
            <a:r>
              <a:rPr lang="en-CA" sz="2000" b="0" dirty="0" err="1"/>
              <a:t>ConcreteCommand</a:t>
            </a:r>
            <a:r>
              <a:rPr lang="en-CA" sz="2000" b="0" dirty="0"/>
              <a:t>, passing the receiver to it.</a:t>
            </a:r>
          </a:p>
          <a:p>
            <a:pPr lvl="1"/>
            <a:r>
              <a:rPr lang="en-CA" sz="2000" b="0" dirty="0"/>
              <a:t>Creates an Invoker.</a:t>
            </a:r>
          </a:p>
          <a:p>
            <a:pPr lvl="1"/>
            <a:r>
              <a:rPr lang="en-CA" sz="2000" b="0" dirty="0"/>
              <a:t>Assigns the command to the invoker.</a:t>
            </a:r>
          </a:p>
          <a:p>
            <a:r>
              <a:rPr lang="en-CA" sz="2400" dirty="0"/>
              <a:t>Invoker</a:t>
            </a:r>
          </a:p>
          <a:p>
            <a:pPr lvl="1"/>
            <a:r>
              <a:rPr lang="en-CA" sz="2000" b="0" dirty="0"/>
              <a:t>Stores a reference to a Command.</a:t>
            </a:r>
          </a:p>
          <a:p>
            <a:pPr lvl="1"/>
            <a:r>
              <a:rPr lang="en-CA" sz="2000" b="0" dirty="0"/>
              <a:t>Calls execute() when a request occurs.</a:t>
            </a:r>
          </a:p>
          <a:p>
            <a:r>
              <a:rPr lang="en-CA" sz="2400" dirty="0" err="1"/>
              <a:t>ConcreteCommand</a:t>
            </a:r>
            <a:endParaRPr lang="en-CA" sz="2400" dirty="0"/>
          </a:p>
          <a:p>
            <a:pPr lvl="1"/>
            <a:r>
              <a:rPr lang="en-CA" sz="2000" b="0" dirty="0"/>
              <a:t>Implements execute().</a:t>
            </a:r>
          </a:p>
          <a:p>
            <a:pPr lvl="1"/>
            <a:r>
              <a:rPr lang="en-CA" sz="2000" b="0" dirty="0"/>
              <a:t>Delegates the actual work to the receiver.</a:t>
            </a:r>
          </a:p>
          <a:p>
            <a:r>
              <a:rPr lang="en-CA" sz="2400" dirty="0"/>
              <a:t>Receiver</a:t>
            </a:r>
          </a:p>
          <a:p>
            <a:pPr lvl="1"/>
            <a:r>
              <a:rPr lang="en-CA" sz="2000" b="0" dirty="0"/>
              <a:t>Knows how to perform the requested operation.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38DE56-2240-B141-477B-43254E6DB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286000"/>
            <a:ext cx="3101706" cy="285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11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48C3-7EDF-6FC9-8454-7706BC8D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4AD4-85F6-43B5-1CB7-0E68D9E9C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3600" dirty="0"/>
              <a:t>We want a remote control that can control:</a:t>
            </a:r>
          </a:p>
          <a:p>
            <a:pPr lvl="1"/>
            <a:r>
              <a:rPr lang="en-CA" sz="3200" dirty="0"/>
              <a:t>Lights</a:t>
            </a:r>
          </a:p>
          <a:p>
            <a:pPr lvl="1"/>
            <a:r>
              <a:rPr lang="en-CA" sz="3200" dirty="0"/>
              <a:t>Garage Doors</a:t>
            </a:r>
          </a:p>
          <a:p>
            <a:pPr lvl="1"/>
            <a:r>
              <a:rPr lang="en-CA" sz="3200" dirty="0"/>
              <a:t>Fans</a:t>
            </a:r>
          </a:p>
          <a:p>
            <a:pPr marL="457200" lvl="1" indent="0">
              <a:buNone/>
            </a:pPr>
            <a:r>
              <a:rPr lang="en-CA" sz="3200" dirty="0"/>
              <a:t>without changing the remote’s code.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5AF62-B091-6868-4C3B-EDD0EC77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0F08D8-989E-263D-0F12-9C01AB09B3F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0A94BE3-1EF7-A6E3-4CF5-96D725E28AA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Example: Smart Home Remote</a:t>
            </a:r>
          </a:p>
        </p:txBody>
      </p:sp>
    </p:spTree>
    <p:extLst>
      <p:ext uri="{BB962C8B-B14F-4D97-AF65-F5344CB8AC3E}">
        <p14:creationId xmlns:p14="http://schemas.microsoft.com/office/powerpoint/2010/main" val="23869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DC0B-51F6-1ECC-CAB1-00270A74D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0C274-2AFC-BFDC-9C89-B51B28C4C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lnSpcReduction="10000"/>
          </a:bodyPr>
          <a:lstStyle/>
          <a:p>
            <a:r>
              <a:rPr lang="en-CA" sz="2400" b="1" dirty="0"/>
              <a:t>Step 1</a:t>
            </a:r>
          </a:p>
          <a:p>
            <a:pPr lvl="1"/>
            <a:r>
              <a:rPr lang="en-CA" sz="2000" dirty="0"/>
              <a:t>Client creates receiver:		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Light light = new Light();</a:t>
            </a:r>
          </a:p>
          <a:p>
            <a:r>
              <a:rPr lang="en-CA" sz="2400" b="1" dirty="0"/>
              <a:t>Step 2</a:t>
            </a:r>
          </a:p>
          <a:p>
            <a:pPr lvl="1"/>
            <a:r>
              <a:rPr lang="en-CA" sz="2000" dirty="0"/>
              <a:t>Client creates command:		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Command 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new 							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LightOnCommand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(light);</a:t>
            </a:r>
          </a:p>
          <a:p>
            <a:r>
              <a:rPr lang="en-CA" sz="2400" b="1" dirty="0"/>
              <a:t>Step 3</a:t>
            </a:r>
          </a:p>
          <a:p>
            <a:pPr lvl="1"/>
            <a:r>
              <a:rPr lang="en-CA" sz="2000" dirty="0"/>
              <a:t>Client creates invoker:		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RemoteControl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remote = new 						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RemoteControl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CA" sz="2400" b="1" dirty="0"/>
              <a:t>Step 3</a:t>
            </a:r>
          </a:p>
          <a:p>
            <a:pPr lvl="1"/>
            <a:r>
              <a:rPr lang="en-CA" sz="2000" dirty="0"/>
              <a:t>Command is assigned to invoker:	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remote.setCommand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CA" sz="2400" b="1" dirty="0"/>
              <a:t>Step 4</a:t>
            </a:r>
          </a:p>
          <a:p>
            <a:pPr lvl="1"/>
            <a:r>
              <a:rPr lang="en-CA" sz="2000" dirty="0"/>
              <a:t>User presses button:		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remote.pressButton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CA" sz="2400" b="1" dirty="0"/>
              <a:t>Step 5</a:t>
            </a:r>
          </a:p>
          <a:p>
            <a:pPr lvl="1"/>
            <a:r>
              <a:rPr lang="en-CA" sz="2000" dirty="0"/>
              <a:t>Remote executes:			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command.execute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CA" sz="2400" b="1" dirty="0"/>
              <a:t>Step 6</a:t>
            </a:r>
          </a:p>
          <a:p>
            <a:pPr lvl="1"/>
            <a:r>
              <a:rPr lang="en-CA" sz="2000" dirty="0"/>
              <a:t>Command calls receiver:		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light.on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endParaRPr lang="en-CA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6CF20-8DE1-0AC6-6BC9-8B13B9BF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C9ECDB-D909-84FA-11C6-968A40A06D64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D77A75-98D0-47E2-1B5B-AE6CFE00016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How It Works</a:t>
            </a:r>
          </a:p>
        </p:txBody>
      </p:sp>
    </p:spTree>
    <p:extLst>
      <p:ext uri="{BB962C8B-B14F-4D97-AF65-F5344CB8AC3E}">
        <p14:creationId xmlns:p14="http://schemas.microsoft.com/office/powerpoint/2010/main" val="3268277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98B56-24E6-1122-2730-B648A852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0150C-72AF-8790-2D5C-5D06D6BC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FC0162-0154-263A-0E6A-A9C9E61C1A9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90F6715-0F24-B36A-FFD0-883114BE6B7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0BF543-BD51-B9C0-06D6-EE5D3A4DC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" y="873248"/>
            <a:ext cx="3624943" cy="26428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F1F257-290F-D4B5-3671-F4DE841AC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582" y="873248"/>
            <a:ext cx="5242447" cy="392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00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2EBD-D386-CC4D-D16C-9A3E180B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45E9F-C23F-A8B7-DE5E-175DB94D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1DA1B3-A7F5-4B2B-07C2-3FA611D0EC3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C9F7F1-B886-CD46-6B77-74E11380A82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F936C3-9B91-581C-07FD-9B18BEB3E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595582"/>
            <a:ext cx="4191000" cy="38908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E36574-C421-2D50-2481-6A5F86AAC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143117"/>
            <a:ext cx="4153577" cy="439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9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99F40-50BC-F630-4528-42789763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5E6357-B14C-57E0-40E2-D103A0A8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53E7E5-D581-11BB-2B7A-3F09C706E4D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4BD7E63-47A4-665D-9701-B2FC8D5D7FC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9A605-3F06-172F-4AAE-FE5FEED4E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35" y="862363"/>
            <a:ext cx="4468615" cy="54203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07E770-6EE4-EB3F-E82E-91BA9E307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682" y="4440508"/>
            <a:ext cx="1479743" cy="18940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D1E51C-CFB3-7C6E-A064-71CEB6D38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" y="914400"/>
            <a:ext cx="4346958" cy="33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75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A178-F993-BA14-6FAD-0C34CA2A0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E06B2-D292-B3B1-A7CD-C29C2337E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3600" dirty="0"/>
              <a:t>We want a remote control that can control:</a:t>
            </a:r>
          </a:p>
          <a:p>
            <a:pPr lvl="1"/>
            <a:r>
              <a:rPr lang="en-CA" sz="3200" dirty="0"/>
              <a:t>Lights</a:t>
            </a:r>
          </a:p>
          <a:p>
            <a:pPr lvl="1"/>
            <a:r>
              <a:rPr lang="en-CA" sz="3200" dirty="0"/>
              <a:t>Garage Doors</a:t>
            </a:r>
          </a:p>
          <a:p>
            <a:pPr lvl="1"/>
            <a:r>
              <a:rPr lang="en-CA" sz="3200" dirty="0"/>
              <a:t>Fans</a:t>
            </a:r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Without changing the remote’s code</a:t>
            </a:r>
          </a:p>
          <a:p>
            <a:pPr lvl="1">
              <a:buFont typeface="Wingdings" pitchFamily="2" charset="2"/>
              <a:buChar char="Ø"/>
            </a:pPr>
            <a:r>
              <a:rPr lang="en-CA" sz="3200" b="1" dirty="0"/>
              <a:t>W</a:t>
            </a:r>
            <a:r>
              <a:rPr lang="en-CA" sz="3200" b="1"/>
              <a:t>ith </a:t>
            </a:r>
            <a:r>
              <a:rPr lang="en-CA" sz="3200" b="1" dirty="0"/>
              <a:t>undo capability</a:t>
            </a:r>
            <a:r>
              <a:rPr lang="en-CA" sz="3200" dirty="0"/>
              <a:t>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2AB000-BCBE-55C3-D621-A244C2CA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B64207-EA51-9FC8-9D95-90AE21C69359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E4F248A-E475-2EFB-8667-16F93FD8362E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Undo Example (Simplified)</a:t>
            </a:r>
          </a:p>
        </p:txBody>
      </p:sp>
    </p:spTree>
    <p:extLst>
      <p:ext uri="{BB962C8B-B14F-4D97-AF65-F5344CB8AC3E}">
        <p14:creationId xmlns:p14="http://schemas.microsoft.com/office/powerpoint/2010/main" val="1409993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E152-8B0A-41A0-5294-00F5956F5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0A0D90-536F-8199-6B04-BB20E10E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BEAB0B-62AF-2E1E-BDE6-5CCCEBBCDAF0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D09988-EEF5-F460-7962-977CF1E7B1B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39EE41-4A0C-91F2-C721-4BB188B1D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50" y="950100"/>
            <a:ext cx="3136900" cy="262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166754-A7F4-61D9-CC55-597EDF7A9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50" y="3690194"/>
            <a:ext cx="2374900" cy="1993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32B755-0378-36F4-5B61-3F2483B69E78}"/>
              </a:ext>
            </a:extLst>
          </p:cNvPr>
          <p:cNvSpPr txBox="1"/>
          <p:nvPr/>
        </p:nvSpPr>
        <p:spPr>
          <a:xfrm>
            <a:off x="3733800" y="962743"/>
            <a:ext cx="1261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dirty="0"/>
              <a:t>Invoker: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51970-C66D-0BD7-36F4-6BAE936E27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401484"/>
            <a:ext cx="4787900" cy="406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37A01D-4607-D9C0-F616-F99E304FC6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6038948"/>
            <a:ext cx="3314700" cy="50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5B97A5-5581-9A44-0190-F006267344D2}"/>
              </a:ext>
            </a:extLst>
          </p:cNvPr>
          <p:cNvSpPr txBox="1"/>
          <p:nvPr/>
        </p:nvSpPr>
        <p:spPr>
          <a:xfrm>
            <a:off x="3733800" y="5615502"/>
            <a:ext cx="1261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dirty="0"/>
              <a:t>Client:</a:t>
            </a:r>
          </a:p>
        </p:txBody>
      </p:sp>
    </p:spTree>
    <p:extLst>
      <p:ext uri="{BB962C8B-B14F-4D97-AF65-F5344CB8AC3E}">
        <p14:creationId xmlns:p14="http://schemas.microsoft.com/office/powerpoint/2010/main" val="3786480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ED57A-6B4D-A35A-7036-1BDB6363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966E47-B589-A3FA-CD65-02EA87F5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086932-3E76-B106-0295-E59DF0E1AF5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51F377-BBF0-AC7E-BC1F-67611142880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Challenge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63DD6BE-3FD8-F78A-AE32-87B403156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dirty="0"/>
              <a:t>How about pressing undo button multiple times?</a:t>
            </a:r>
          </a:p>
          <a:p>
            <a:endParaRPr lang="en-CA" sz="2800" dirty="0"/>
          </a:p>
          <a:p>
            <a:r>
              <a:rPr lang="en-CA" sz="2800" dirty="0"/>
              <a:t>Keep the history of the actions executed.</a:t>
            </a:r>
          </a:p>
          <a:p>
            <a:endParaRPr lang="en-CA" sz="2800" dirty="0"/>
          </a:p>
          <a:p>
            <a:r>
              <a:rPr lang="en-CA" sz="2800" dirty="0"/>
              <a:t>How? Which class must be modified?</a:t>
            </a:r>
          </a:p>
        </p:txBody>
      </p:sp>
    </p:spTree>
    <p:extLst>
      <p:ext uri="{BB962C8B-B14F-4D97-AF65-F5344CB8AC3E}">
        <p14:creationId xmlns:p14="http://schemas.microsoft.com/office/powerpoint/2010/main" val="2267213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373FF-CB00-0EC6-9B53-6EFB35519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101E29-C3B1-4ECA-D184-6C1CD6DE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A81638-E176-6F52-279A-2B2CC764C110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EE37864-2B5B-9744-8092-FF419F9BE61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Invoker Class with History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8BA8C9-1D5F-D771-4075-2464D9B53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018" y="923542"/>
            <a:ext cx="4475963" cy="579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64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46560-3E94-A829-2B60-C7CBC337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B03C5-FD83-FF7A-65BD-2EE7A56E2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400" b="1" dirty="0"/>
              <a:t>Decouples Sender and Receiver</a:t>
            </a:r>
          </a:p>
          <a:p>
            <a:pPr lvl="1"/>
            <a:r>
              <a:rPr lang="en-CA" sz="1800" dirty="0"/>
              <a:t>Invoker does not know implementation details.</a:t>
            </a:r>
          </a:p>
          <a:p>
            <a:r>
              <a:rPr lang="en-CA" sz="2400" b="1" dirty="0"/>
              <a:t>Supports Open-Closed Principle</a:t>
            </a:r>
          </a:p>
          <a:p>
            <a:pPr lvl="1"/>
            <a:r>
              <a:rPr lang="en-CA" sz="1800" dirty="0"/>
              <a:t>New commands can be added without changing existing code.</a:t>
            </a:r>
          </a:p>
          <a:p>
            <a:r>
              <a:rPr lang="en-CA" sz="2400" b="1" dirty="0"/>
              <a:t>Supports Undo/Redo</a:t>
            </a:r>
          </a:p>
          <a:p>
            <a:pPr lvl="1"/>
            <a:r>
              <a:rPr lang="en-CA" sz="1800" dirty="0"/>
              <a:t>Commands can reverse previous actions.</a:t>
            </a:r>
          </a:p>
          <a:p>
            <a:r>
              <a:rPr lang="en-CA" sz="2400" b="1" dirty="0"/>
              <a:t>Supports Queuing</a:t>
            </a:r>
          </a:p>
          <a:p>
            <a:pPr lvl="1"/>
            <a:r>
              <a:rPr lang="en-CA" sz="1800" dirty="0"/>
              <a:t>Commands can be stored and executed later.</a:t>
            </a:r>
            <a:endParaRPr lang="en-CA" sz="2400" dirty="0"/>
          </a:p>
          <a:p>
            <a:r>
              <a:rPr lang="en-CA" sz="2400" b="1" dirty="0"/>
              <a:t>Supports Logging</a:t>
            </a:r>
          </a:p>
          <a:p>
            <a:pPr lvl="1"/>
            <a:r>
              <a:rPr lang="en-CA" sz="1800" dirty="0"/>
              <a:t>Commands can be saved and replayed.</a:t>
            </a:r>
          </a:p>
          <a:p>
            <a:r>
              <a:rPr lang="en-CA" sz="2400" b="1" dirty="0"/>
              <a:t>Simplifies Macro Commands</a:t>
            </a:r>
          </a:p>
          <a:p>
            <a:pPr lvl="1"/>
            <a:r>
              <a:rPr lang="en-CA" sz="1800" dirty="0"/>
              <a:t>A command can execute multiple commands.</a:t>
            </a:r>
          </a:p>
          <a:p>
            <a:pPr lvl="1"/>
            <a:r>
              <a:rPr lang="en-CA" sz="1800" dirty="0"/>
              <a:t>Example:</a:t>
            </a:r>
          </a:p>
          <a:p>
            <a:pPr lvl="1"/>
            <a:endParaRPr lang="en-CA" sz="1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73305-F0BC-FA8B-FC36-56AFA733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713FFB-B949-FF25-A38F-D15D80A89BC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C2E4C5-5BFF-0943-7121-4C94A4FF263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Advantages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C28362-EAED-42A8-C598-0888D2785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5540375"/>
            <a:ext cx="23114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0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2AA9-23AE-6419-662D-A0A6D56F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3A53D-52D2-96A7-15C8-907142B60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b="1" dirty="0"/>
              <a:t>More Classes</a:t>
            </a:r>
          </a:p>
          <a:p>
            <a:pPr lvl="1"/>
            <a:r>
              <a:rPr lang="en-CA" sz="2400" dirty="0"/>
              <a:t>Each action often requires its own command class.</a:t>
            </a:r>
          </a:p>
          <a:p>
            <a:r>
              <a:rPr lang="en-CA" sz="2800" b="1" dirty="0"/>
              <a:t>Increased Complexity</a:t>
            </a:r>
          </a:p>
          <a:p>
            <a:pPr lvl="1"/>
            <a:r>
              <a:rPr lang="en-CA" sz="2400" dirty="0"/>
              <a:t>Simple systems may become over-engineered.</a:t>
            </a:r>
          </a:p>
          <a:p>
            <a:r>
              <a:rPr lang="en-CA" sz="2800" b="1" dirty="0"/>
              <a:t>Additional Indirection</a:t>
            </a:r>
          </a:p>
          <a:p>
            <a:pPr lvl="1"/>
            <a:r>
              <a:rPr lang="en-CA" sz="2400" dirty="0"/>
              <a:t>Instead of:		</a:t>
            </a:r>
          </a:p>
          <a:p>
            <a:pPr marL="457200" lvl="1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light.on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CA" sz="2400" dirty="0"/>
          </a:p>
          <a:p>
            <a:pPr marL="457200" lvl="1" indent="0">
              <a:buNone/>
            </a:pPr>
            <a:r>
              <a:rPr lang="en-CA" sz="2400" dirty="0"/>
              <a:t>	you now have:		</a:t>
            </a:r>
          </a:p>
          <a:p>
            <a:pPr marL="457200" lvl="1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command.execute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n-CA" sz="2400" dirty="0"/>
              <a:t>	which adds an extra layer.</a:t>
            </a:r>
          </a:p>
          <a:p>
            <a:pPr lvl="1"/>
            <a:endParaRPr lang="en-CA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83B10D-C2F5-5912-34BF-ABF6C8F34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D53097-99A4-6376-1826-8D30E7E261FA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88C4FA-9348-9643-08A3-92AAB06E4D94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Disadvantages </a:t>
            </a:r>
          </a:p>
        </p:txBody>
      </p:sp>
    </p:spTree>
    <p:extLst>
      <p:ext uri="{BB962C8B-B14F-4D97-AF65-F5344CB8AC3E}">
        <p14:creationId xmlns:p14="http://schemas.microsoft.com/office/powerpoint/2010/main" val="2302305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2C9A-4B31-AB39-213B-A9BECC3C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BEE52-0A43-369F-B011-3562A9097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fontScale="92500" lnSpcReduction="20000"/>
          </a:bodyPr>
          <a:lstStyle/>
          <a:p>
            <a:r>
              <a:rPr lang="en-CA" sz="2800" b="1" dirty="0"/>
              <a:t>You want to decouple sender and receiver</a:t>
            </a:r>
            <a:endParaRPr lang="en-CA" sz="2800" dirty="0"/>
          </a:p>
          <a:p>
            <a:r>
              <a:rPr lang="en-CA" sz="2800" b="1" dirty="0"/>
              <a:t>You need undo/redo functionality</a:t>
            </a:r>
          </a:p>
          <a:p>
            <a:pPr lvl="1"/>
            <a:r>
              <a:rPr lang="en-CA" sz="2400" dirty="0"/>
              <a:t>Examples:</a:t>
            </a:r>
          </a:p>
          <a:p>
            <a:pPr lvl="2"/>
            <a:r>
              <a:rPr lang="en-CA" sz="2000" dirty="0"/>
              <a:t>Text editors</a:t>
            </a:r>
          </a:p>
          <a:p>
            <a:pPr lvl="2"/>
            <a:r>
              <a:rPr lang="en-CA" sz="2000" dirty="0"/>
              <a:t>Drawing applications</a:t>
            </a:r>
            <a:endParaRPr lang="en-CA" sz="2800" dirty="0"/>
          </a:p>
          <a:p>
            <a:r>
              <a:rPr lang="en-CA" sz="2800" b="1" dirty="0"/>
              <a:t>You need command queues</a:t>
            </a:r>
          </a:p>
          <a:p>
            <a:pPr lvl="1"/>
            <a:r>
              <a:rPr lang="en-CA" sz="2400" dirty="0"/>
              <a:t>Examples:</a:t>
            </a:r>
          </a:p>
          <a:p>
            <a:pPr lvl="2"/>
            <a:r>
              <a:rPr lang="en-CA" sz="2000" dirty="0"/>
              <a:t>Job schedulers</a:t>
            </a:r>
          </a:p>
          <a:p>
            <a:pPr lvl="2"/>
            <a:r>
              <a:rPr lang="en-CA" sz="2000" dirty="0"/>
              <a:t>Task management systems</a:t>
            </a:r>
            <a:endParaRPr lang="en-CA" sz="2800" dirty="0"/>
          </a:p>
          <a:p>
            <a:r>
              <a:rPr lang="en-CA" sz="2800" b="1" dirty="0"/>
              <a:t>You need operation logging</a:t>
            </a:r>
          </a:p>
          <a:p>
            <a:pPr lvl="1"/>
            <a:r>
              <a:rPr lang="en-CA" sz="2400" dirty="0"/>
              <a:t>Examples:</a:t>
            </a:r>
          </a:p>
          <a:p>
            <a:pPr lvl="2"/>
            <a:r>
              <a:rPr lang="en-CA" sz="2000" dirty="0"/>
              <a:t>Transaction systems</a:t>
            </a:r>
          </a:p>
          <a:p>
            <a:pPr lvl="2"/>
            <a:r>
              <a:rPr lang="en-CA" sz="2000" dirty="0"/>
              <a:t>Audit systems</a:t>
            </a:r>
            <a:endParaRPr lang="en-CA" sz="2800" dirty="0"/>
          </a:p>
          <a:p>
            <a:r>
              <a:rPr lang="en-CA" sz="2800" b="1" dirty="0"/>
              <a:t>You need macro-operations</a:t>
            </a:r>
          </a:p>
          <a:p>
            <a:pPr lvl="1"/>
            <a:r>
              <a:rPr lang="en-CA" sz="2400" dirty="0"/>
              <a:t>Examples:</a:t>
            </a:r>
          </a:p>
          <a:p>
            <a:pPr lvl="2"/>
            <a:r>
              <a:rPr lang="en-CA" sz="2000" dirty="0"/>
              <a:t>Home automation</a:t>
            </a:r>
          </a:p>
          <a:p>
            <a:pPr lvl="2"/>
            <a:r>
              <a:rPr lang="en-CA" sz="2000" dirty="0"/>
              <a:t>IDE build commands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C64765-D8CE-6BC1-FD67-076581EA7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FC16B5-5079-B2B6-2B47-18A3F38CD52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7971A5-2515-25F8-F918-B148EE878954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When to Use Command Pattern </a:t>
            </a:r>
          </a:p>
        </p:txBody>
      </p:sp>
    </p:spTree>
    <p:extLst>
      <p:ext uri="{BB962C8B-B14F-4D97-AF65-F5344CB8AC3E}">
        <p14:creationId xmlns:p14="http://schemas.microsoft.com/office/powerpoint/2010/main" val="4283212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5E95-DC05-C9EB-583C-4CF32BA43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4EFD8-AA70-50DF-C6C7-CE2193E51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lnSpcReduction="10000"/>
          </a:bodyPr>
          <a:lstStyle/>
          <a:p>
            <a:r>
              <a:rPr lang="en-CA" sz="2800" b="1" dirty="0"/>
              <a:t>Remote Controls</a:t>
            </a:r>
          </a:p>
          <a:p>
            <a:pPr lvl="1"/>
            <a:r>
              <a:rPr lang="en-CA" sz="2400" dirty="0" err="1"/>
              <a:t>PowerCommand</a:t>
            </a:r>
            <a:endParaRPr lang="en-CA" sz="2400" dirty="0"/>
          </a:p>
          <a:p>
            <a:pPr lvl="1"/>
            <a:r>
              <a:rPr lang="en-CA" sz="2400" dirty="0" err="1"/>
              <a:t>VolumeUpCommand</a:t>
            </a:r>
            <a:endParaRPr lang="en-CA" sz="2400" dirty="0"/>
          </a:p>
          <a:p>
            <a:pPr lvl="1"/>
            <a:r>
              <a:rPr lang="en-CA" sz="2400" dirty="0" err="1"/>
              <a:t>ChannelDownCommand</a:t>
            </a:r>
            <a:endParaRPr lang="en-CA" sz="2400" dirty="0"/>
          </a:p>
          <a:p>
            <a:r>
              <a:rPr lang="en-CA" sz="2800" b="1" dirty="0"/>
              <a:t>Text Editors</a:t>
            </a:r>
          </a:p>
          <a:p>
            <a:pPr lvl="1"/>
            <a:r>
              <a:rPr lang="en-CA" sz="2400" dirty="0" err="1"/>
              <a:t>CopyCommand</a:t>
            </a:r>
            <a:endParaRPr lang="en-CA" sz="2400" dirty="0"/>
          </a:p>
          <a:p>
            <a:pPr lvl="1"/>
            <a:r>
              <a:rPr lang="en-CA" sz="2400" dirty="0" err="1"/>
              <a:t>PasteCommand</a:t>
            </a:r>
            <a:endParaRPr lang="en-CA" sz="2400" dirty="0"/>
          </a:p>
          <a:p>
            <a:pPr lvl="1"/>
            <a:r>
              <a:rPr lang="en-CA" dirty="0" err="1"/>
              <a:t>DeleteCommand</a:t>
            </a:r>
            <a:endParaRPr lang="en-CA" dirty="0"/>
          </a:p>
          <a:p>
            <a:pPr lvl="1"/>
            <a:r>
              <a:rPr lang="en-CA" sz="2400" dirty="0" err="1"/>
              <a:t>UndoCommand</a:t>
            </a:r>
            <a:endParaRPr lang="en-CA" sz="2400" dirty="0"/>
          </a:p>
          <a:p>
            <a:r>
              <a:rPr lang="en-CA" sz="2800" b="1" dirty="0"/>
              <a:t>Home Automation</a:t>
            </a:r>
          </a:p>
          <a:p>
            <a:pPr lvl="1"/>
            <a:r>
              <a:rPr lang="en-CA" sz="2400" dirty="0" err="1"/>
              <a:t>OpenGarageCommand</a:t>
            </a:r>
            <a:endParaRPr lang="en-CA" sz="2400" dirty="0"/>
          </a:p>
          <a:p>
            <a:pPr lvl="1"/>
            <a:r>
              <a:rPr lang="en-CA" sz="2400" dirty="0" err="1"/>
              <a:t>TurnLightOnCommand</a:t>
            </a:r>
            <a:endParaRPr lang="en-CA" sz="2400" dirty="0"/>
          </a:p>
          <a:p>
            <a:pPr lvl="1"/>
            <a:r>
              <a:rPr lang="en-CA" sz="2400" dirty="0" err="1"/>
              <a:t>LockDoorCommand</a:t>
            </a:r>
            <a:endParaRPr lang="en-CA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134552-8A96-7CCA-A7B7-4AE6C4628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885968-82E5-6646-F85F-9DDEAB51383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B432858-94CE-E6AF-BD7D-BAE97AFB17A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Real-World Examples</a:t>
            </a:r>
          </a:p>
        </p:txBody>
      </p:sp>
    </p:spTree>
    <p:extLst>
      <p:ext uri="{BB962C8B-B14F-4D97-AF65-F5344CB8AC3E}">
        <p14:creationId xmlns:p14="http://schemas.microsoft.com/office/powerpoint/2010/main" val="1654767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A0846-81D5-E048-69B9-4DD0BF9B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BFB1C-EF8D-AEF1-DDB5-4ABCFF9F6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dirty="0"/>
              <a:t>The Command Pattern says:</a:t>
            </a:r>
          </a:p>
          <a:p>
            <a:pPr marL="0" indent="0" algn="ctr">
              <a:buNone/>
            </a:pPr>
            <a:r>
              <a:rPr lang="en-CA" sz="2800" b="1" dirty="0"/>
              <a:t>“Encapsulate a request as an object so that the requester and the performer of the action are independent.”</a:t>
            </a:r>
            <a:endParaRPr lang="en-CA" sz="2800" dirty="0"/>
          </a:p>
          <a:p>
            <a:r>
              <a:rPr lang="en-CA" sz="2800" dirty="0"/>
              <a:t>The invoker only knows:</a:t>
            </a:r>
          </a:p>
          <a:p>
            <a:pPr marL="457200" lvl="1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command.execute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CA" dirty="0"/>
              <a:t>It does not know:</a:t>
            </a:r>
          </a:p>
          <a:p>
            <a:pPr marL="457200" lvl="1" indent="0">
              <a:buNone/>
            </a:pPr>
            <a:r>
              <a:rPr lang="en-CA" sz="2400" dirty="0"/>
              <a:t>	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light.on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garage.open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fan.start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endParaRPr lang="en-CA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CA" dirty="0"/>
              <a:t>This separation makes the system more flexible and extensible.</a:t>
            </a:r>
          </a:p>
          <a:p>
            <a:pPr marL="457200" lvl="1" indent="0">
              <a:buNone/>
            </a:pPr>
            <a:endParaRPr lang="en-CA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387287-DB64-21C3-6257-C2CFFEED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50A8AD-502B-C694-01E4-CFF24BF4254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9BCBCA1-B803-D22E-7924-700FBFA7983A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Key Insight</a:t>
            </a:r>
          </a:p>
        </p:txBody>
      </p:sp>
    </p:spTree>
    <p:extLst>
      <p:ext uri="{BB962C8B-B14F-4D97-AF65-F5344CB8AC3E}">
        <p14:creationId xmlns:p14="http://schemas.microsoft.com/office/powerpoint/2010/main" val="3016617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979C-B6A6-62A3-F1D8-D69E9AAF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2F3D918A-5B2F-92E7-548D-C7756B0F14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21616"/>
              </p:ext>
            </p:extLst>
          </p:nvPr>
        </p:nvGraphicFramePr>
        <p:xfrm>
          <a:off x="457200" y="1110460"/>
          <a:ext cx="8229600" cy="45415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67830611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52424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effectLst/>
                        </a:rPr>
                        <a:t>Aspect</a:t>
                      </a:r>
                      <a:endParaRPr lang="en-CA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effectLst/>
                        </a:rPr>
                        <a:t>Command Pattern</a:t>
                      </a:r>
                      <a:endParaRPr lang="en-CA">
                        <a:effectLst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42162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Category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Behavioral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22715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Purpose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Encapsulate requests as objects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9282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Main Participants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Command, ConcreteCommand, Receiver, Invoker, Client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7637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Main Benefit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Decouples sender from receiver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72512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Supports Undo/Redo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Yes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89894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Supports Queuing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Yes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74896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Supports Logging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Yes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14756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Typical Example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Remote Control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5264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Main Drawback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Large number of command classes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28042727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F58A9-C677-54D9-C24F-2DBCB11A2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D7B6CC-8F93-D26B-EAD3-002273384D6A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53B0E97-DD42-B610-0372-A98A05E6D9A6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436416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22781</TotalTime>
  <Words>954</Words>
  <Application>Microsoft Macintosh PowerPoint</Application>
  <PresentationFormat>On-screen Show (4:3)</PresentationFormat>
  <Paragraphs>248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Courier New</vt:lpstr>
      <vt:lpstr>Times New Roman</vt:lpstr>
      <vt:lpstr>Wingdings</vt:lpstr>
      <vt:lpstr>Office Theme</vt:lpstr>
      <vt:lpstr>Object-Oriented Software Analysis &amp; Design (COMP-3220)  Lecture 6  Command Pattern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mehdi</dc:creator>
  <cp:lastModifiedBy>Saeed Samet</cp:lastModifiedBy>
  <cp:revision>3399</cp:revision>
  <dcterms:created xsi:type="dcterms:W3CDTF">2006-08-16T00:00:00Z</dcterms:created>
  <dcterms:modified xsi:type="dcterms:W3CDTF">2026-06-24T14:56:29Z</dcterms:modified>
</cp:coreProperties>
</file>