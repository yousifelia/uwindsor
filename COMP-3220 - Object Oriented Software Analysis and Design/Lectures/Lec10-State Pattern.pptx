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04" r:id="rId3"/>
    <p:sldId id="361" r:id="rId4"/>
    <p:sldId id="395" r:id="rId5"/>
    <p:sldId id="375" r:id="rId6"/>
    <p:sldId id="363" r:id="rId7"/>
    <p:sldId id="364" r:id="rId8"/>
    <p:sldId id="367" r:id="rId9"/>
    <p:sldId id="368" r:id="rId10"/>
    <p:sldId id="380" r:id="rId11"/>
    <p:sldId id="369" r:id="rId12"/>
    <p:sldId id="370" r:id="rId13"/>
    <p:sldId id="397" r:id="rId14"/>
    <p:sldId id="398" r:id="rId15"/>
    <p:sldId id="396" r:id="rId16"/>
    <p:sldId id="374" r:id="rId17"/>
    <p:sldId id="399" r:id="rId18"/>
    <p:sldId id="400" r:id="rId19"/>
    <p:sldId id="401" r:id="rId20"/>
    <p:sldId id="402" r:id="rId21"/>
    <p:sldId id="40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9FF15-BCE2-C74A-BD6E-6EEE539E23CD}" v="20" dt="2026-06-24T15:02:32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6-24T15:02:33.554" v="3940" actId="478"/>
      <pc:docMkLst>
        <pc:docMk/>
      </pc:docMkLst>
      <pc:sldChg chg="modSp mod">
        <pc:chgData name="Saeed Samet" userId="cfbf7cda-a3f0-4a18-b58e-e4747a47ab2e" providerId="ADAL" clId="{1DAAA582-D431-51E1-B726-79BB57AE61A7}" dt="2026-06-01T20:24:42.028" v="2962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6-01T20:24:42.028" v="2962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delSp modSp mod">
        <pc:chgData name="Saeed Samet" userId="cfbf7cda-a3f0-4a18-b58e-e4747a47ab2e" providerId="ADAL" clId="{1DAAA582-D431-51E1-B726-79BB57AE61A7}" dt="2026-06-24T15:01:58.017" v="3904" actId="478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6-17T16:48:16.654" v="3883" actId="20577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6-17T16:46:44.405" v="3855" actId="20577"/>
          <ac:spMkLst>
            <pc:docMk/>
            <pc:sldMk cId="223137185" sldId="361"/>
            <ac:spMk id="7" creationId="{00000000-0000-0000-0000-000000000000}"/>
          </ac:spMkLst>
        </pc:spChg>
        <pc:spChg chg="del">
          <ac:chgData name="Saeed Samet" userId="cfbf7cda-a3f0-4a18-b58e-e4747a47ab2e" providerId="ADAL" clId="{1DAAA582-D431-51E1-B726-79BB57AE61A7}" dt="2026-06-24T15:01:58.017" v="3904" actId="478"/>
          <ac:spMkLst>
            <pc:docMk/>
            <pc:sldMk cId="223137185" sldId="361"/>
            <ac:spMk id="10" creationId="{00000000-0000-0000-0000-000000000000}"/>
          </ac:spMkLst>
        </pc:spChg>
        <pc:picChg chg="del">
          <ac:chgData name="Saeed Samet" userId="cfbf7cda-a3f0-4a18-b58e-e4747a47ab2e" providerId="ADAL" clId="{1DAAA582-D431-51E1-B726-79BB57AE61A7}" dt="2026-06-24T15:01:57.344" v="3903" actId="478"/>
          <ac:picMkLst>
            <pc:docMk/>
            <pc:sldMk cId="223137185" sldId="361"/>
            <ac:picMk id="11" creationId="{00000000-0000-0000-0000-000000000000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05.163" v="3910" actId="478"/>
        <pc:sldMkLst>
          <pc:docMk/>
          <pc:sldMk cId="3523902345" sldId="363"/>
        </pc:sldMkLst>
        <pc:spChg chg="mod">
          <ac:chgData name="Saeed Samet" userId="cfbf7cda-a3f0-4a18-b58e-e4747a47ab2e" providerId="ADAL" clId="{1DAAA582-D431-51E1-B726-79BB57AE61A7}" dt="2026-06-01T20:39:42.546" v="3216" actId="20577"/>
          <ac:spMkLst>
            <pc:docMk/>
            <pc:sldMk cId="3523902345" sldId="363"/>
            <ac:spMk id="3" creationId="{398B1035-79A4-E7F6-A4A7-BADCC9EC7350}"/>
          </ac:spMkLst>
        </pc:spChg>
        <pc:spChg chg="mod">
          <ac:chgData name="Saeed Samet" userId="cfbf7cda-a3f0-4a18-b58e-e4747a47ab2e" providerId="ADAL" clId="{1DAAA582-D431-51E1-B726-79BB57AE61A7}" dt="2026-05-28T13:46:43.105" v="1046" actId="20577"/>
          <ac:spMkLst>
            <pc:docMk/>
            <pc:sldMk cId="3523902345" sldId="363"/>
            <ac:spMk id="7" creationId="{97D5F917-FD4B-24E0-7F47-D662932DE941}"/>
          </ac:spMkLst>
        </pc:spChg>
        <pc:spChg chg="del">
          <ac:chgData name="Saeed Samet" userId="cfbf7cda-a3f0-4a18-b58e-e4747a47ab2e" providerId="ADAL" clId="{1DAAA582-D431-51E1-B726-79BB57AE61A7}" dt="2026-06-24T15:02:05.163" v="3910" actId="478"/>
          <ac:spMkLst>
            <pc:docMk/>
            <pc:sldMk cId="3523902345" sldId="363"/>
            <ac:spMk id="10" creationId="{08797DC5-2E64-354E-CFF7-33A8C46FAD2E}"/>
          </ac:spMkLst>
        </pc:spChg>
        <pc:picChg chg="del">
          <ac:chgData name="Saeed Samet" userId="cfbf7cda-a3f0-4a18-b58e-e4747a47ab2e" providerId="ADAL" clId="{1DAAA582-D431-51E1-B726-79BB57AE61A7}" dt="2026-06-24T15:02:04.428" v="3909" actId="478"/>
          <ac:picMkLst>
            <pc:docMk/>
            <pc:sldMk cId="3523902345" sldId="363"/>
            <ac:picMk id="11" creationId="{3FD24B33-B04F-B0B7-B76C-E864E424B352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07.091" v="3912" actId="478"/>
        <pc:sldMkLst>
          <pc:docMk/>
          <pc:sldMk cId="2019240581" sldId="364"/>
        </pc:sldMkLst>
        <pc:spChg chg="mod">
          <ac:chgData name="Saeed Samet" userId="cfbf7cda-a3f0-4a18-b58e-e4747a47ab2e" providerId="ADAL" clId="{1DAAA582-D431-51E1-B726-79BB57AE61A7}" dt="2026-06-01T20:41:19.417" v="3263" actId="20577"/>
          <ac:spMkLst>
            <pc:docMk/>
            <pc:sldMk cId="2019240581" sldId="364"/>
            <ac:spMk id="3" creationId="{E40DB969-3BD8-1B13-7CAD-6247AF08E327}"/>
          </ac:spMkLst>
        </pc:spChg>
        <pc:spChg chg="mod">
          <ac:chgData name="Saeed Samet" userId="cfbf7cda-a3f0-4a18-b58e-e4747a47ab2e" providerId="ADAL" clId="{1DAAA582-D431-51E1-B726-79BB57AE61A7}" dt="2026-06-01T20:40:06.976" v="3221" actId="20577"/>
          <ac:spMkLst>
            <pc:docMk/>
            <pc:sldMk cId="2019240581" sldId="364"/>
            <ac:spMk id="7" creationId="{2FE63138-B97F-4D64-A2BD-3C77DDAB0972}"/>
          </ac:spMkLst>
        </pc:spChg>
        <pc:spChg chg="del">
          <ac:chgData name="Saeed Samet" userId="cfbf7cda-a3f0-4a18-b58e-e4747a47ab2e" providerId="ADAL" clId="{1DAAA582-D431-51E1-B726-79BB57AE61A7}" dt="2026-06-24T15:02:07.091" v="3912" actId="478"/>
          <ac:spMkLst>
            <pc:docMk/>
            <pc:sldMk cId="2019240581" sldId="364"/>
            <ac:spMk id="10" creationId="{9737F832-CAD1-6ABC-9046-A6EAE13A49C4}"/>
          </ac:spMkLst>
        </pc:spChg>
        <pc:picChg chg="del">
          <ac:chgData name="Saeed Samet" userId="cfbf7cda-a3f0-4a18-b58e-e4747a47ab2e" providerId="ADAL" clId="{1DAAA582-D431-51E1-B726-79BB57AE61A7}" dt="2026-06-24T15:02:06.390" v="3911" actId="478"/>
          <ac:picMkLst>
            <pc:docMk/>
            <pc:sldMk cId="2019240581" sldId="364"/>
            <ac:picMk id="11" creationId="{1930CD61-B51C-26B4-B560-B801D6A84D2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09.179" v="3914" actId="478"/>
        <pc:sldMkLst>
          <pc:docMk/>
          <pc:sldMk cId="1641611093" sldId="367"/>
        </pc:sldMkLst>
        <pc:spChg chg="mod">
          <ac:chgData name="Saeed Samet" userId="cfbf7cda-a3f0-4a18-b58e-e4747a47ab2e" providerId="ADAL" clId="{1DAAA582-D431-51E1-B726-79BB57AE61A7}" dt="2026-06-01T20:41:41.371" v="3268" actId="20577"/>
          <ac:spMkLst>
            <pc:docMk/>
            <pc:sldMk cId="1641611093" sldId="367"/>
            <ac:spMk id="7" creationId="{9A27B9D0-9FA8-4ABF-1160-8EFDB276BC95}"/>
          </ac:spMkLst>
        </pc:spChg>
        <pc:spChg chg="del">
          <ac:chgData name="Saeed Samet" userId="cfbf7cda-a3f0-4a18-b58e-e4747a47ab2e" providerId="ADAL" clId="{1DAAA582-D431-51E1-B726-79BB57AE61A7}" dt="2026-06-24T15:02:09.179" v="3914" actId="478"/>
          <ac:spMkLst>
            <pc:docMk/>
            <pc:sldMk cId="1641611093" sldId="367"/>
            <ac:spMk id="10" creationId="{409157BB-3395-EE0E-6AC4-183124020935}"/>
          </ac:spMkLst>
        </pc:spChg>
        <pc:picChg chg="add mod">
          <ac:chgData name="Saeed Samet" userId="cfbf7cda-a3f0-4a18-b58e-e4747a47ab2e" providerId="ADAL" clId="{1DAAA582-D431-51E1-B726-79BB57AE61A7}" dt="2026-06-17T18:14:40.414" v="3897" actId="1036"/>
          <ac:picMkLst>
            <pc:docMk/>
            <pc:sldMk cId="1641611093" sldId="367"/>
            <ac:picMk id="3" creationId="{940915D1-4D7A-AB97-402C-B609F44D0E79}"/>
          </ac:picMkLst>
        </pc:picChg>
        <pc:picChg chg="del">
          <ac:chgData name="Saeed Samet" userId="cfbf7cda-a3f0-4a18-b58e-e4747a47ab2e" providerId="ADAL" clId="{1DAAA582-D431-51E1-B726-79BB57AE61A7}" dt="2026-06-24T15:02:08.502" v="3913" actId="478"/>
          <ac:picMkLst>
            <pc:docMk/>
            <pc:sldMk cId="1641611093" sldId="367"/>
            <ac:picMk id="11" creationId="{B0FD4918-2574-4B0E-9DDA-F3D8216D7CB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11.079" v="3916" actId="478"/>
        <pc:sldMkLst>
          <pc:docMk/>
          <pc:sldMk cId="238699324" sldId="368"/>
        </pc:sldMkLst>
        <pc:spChg chg="mod">
          <ac:chgData name="Saeed Samet" userId="cfbf7cda-a3f0-4a18-b58e-e4747a47ab2e" providerId="ADAL" clId="{1DAAA582-D431-51E1-B726-79BB57AE61A7}" dt="2026-06-17T16:48:57.807" v="3892" actId="27636"/>
          <ac:spMkLst>
            <pc:docMk/>
            <pc:sldMk cId="238699324" sldId="368"/>
            <ac:spMk id="3" creationId="{B4A24AD4-85F6-43B5-1CB7-0E68D9E9CB30}"/>
          </ac:spMkLst>
        </pc:spChg>
        <pc:spChg chg="mod">
          <ac:chgData name="Saeed Samet" userId="cfbf7cda-a3f0-4a18-b58e-e4747a47ab2e" providerId="ADAL" clId="{1DAAA582-D431-51E1-B726-79BB57AE61A7}" dt="2026-06-01T20:45:29.203" v="3280" actId="20577"/>
          <ac:spMkLst>
            <pc:docMk/>
            <pc:sldMk cId="238699324" sldId="368"/>
            <ac:spMk id="7" creationId="{E0A94BE3-1EF7-A6E3-4CF5-96D725E28AA3}"/>
          </ac:spMkLst>
        </pc:spChg>
        <pc:spChg chg="del">
          <ac:chgData name="Saeed Samet" userId="cfbf7cda-a3f0-4a18-b58e-e4747a47ab2e" providerId="ADAL" clId="{1DAAA582-D431-51E1-B726-79BB57AE61A7}" dt="2026-06-24T15:02:11.079" v="3916" actId="478"/>
          <ac:spMkLst>
            <pc:docMk/>
            <pc:sldMk cId="238699324" sldId="368"/>
            <ac:spMk id="10" creationId="{ECB02D68-0768-6868-3C7B-24F49BD1A3A4}"/>
          </ac:spMkLst>
        </pc:spChg>
        <pc:picChg chg="add mod">
          <ac:chgData name="Saeed Samet" userId="cfbf7cda-a3f0-4a18-b58e-e4747a47ab2e" providerId="ADAL" clId="{1DAAA582-D431-51E1-B726-79BB57AE61A7}" dt="2026-06-01T20:46:43.014" v="3299" actId="1076"/>
          <ac:picMkLst>
            <pc:docMk/>
            <pc:sldMk cId="238699324" sldId="368"/>
            <ac:picMk id="4" creationId="{A27210F5-8E99-C97E-22B9-7C74EF73D36A}"/>
          </ac:picMkLst>
        </pc:picChg>
        <pc:picChg chg="del">
          <ac:chgData name="Saeed Samet" userId="cfbf7cda-a3f0-4a18-b58e-e4747a47ab2e" providerId="ADAL" clId="{1DAAA582-D431-51E1-B726-79BB57AE61A7}" dt="2026-06-24T15:02:10.445" v="3915" actId="478"/>
          <ac:picMkLst>
            <pc:docMk/>
            <pc:sldMk cId="238699324" sldId="368"/>
            <ac:picMk id="11" creationId="{A5925374-9FDE-A33F-AA13-93F62A5A73ED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14.897" v="3920" actId="478"/>
        <pc:sldMkLst>
          <pc:docMk/>
          <pc:sldMk cId="1918700562" sldId="369"/>
        </pc:sldMkLst>
        <pc:spChg chg="mod">
          <ac:chgData name="Saeed Samet" userId="cfbf7cda-a3f0-4a18-b58e-e4747a47ab2e" providerId="ADAL" clId="{1DAAA582-D431-51E1-B726-79BB57AE61A7}" dt="2026-05-28T14:16:49.988" v="1241" actId="20577"/>
          <ac:spMkLst>
            <pc:docMk/>
            <pc:sldMk cId="1918700562" sldId="369"/>
            <ac:spMk id="7" creationId="{C90F6715-0F24-B36A-FFD0-883114BE6B75}"/>
          </ac:spMkLst>
        </pc:spChg>
        <pc:spChg chg="del">
          <ac:chgData name="Saeed Samet" userId="cfbf7cda-a3f0-4a18-b58e-e4747a47ab2e" providerId="ADAL" clId="{1DAAA582-D431-51E1-B726-79BB57AE61A7}" dt="2026-06-24T15:02:14.897" v="3920" actId="478"/>
          <ac:spMkLst>
            <pc:docMk/>
            <pc:sldMk cId="1918700562" sldId="369"/>
            <ac:spMk id="10" creationId="{419AF555-DE1F-0A7B-0AE6-21D156A01BF5}"/>
          </ac:spMkLst>
        </pc:spChg>
        <pc:picChg chg="add mod">
          <ac:chgData name="Saeed Samet" userId="cfbf7cda-a3f0-4a18-b58e-e4747a47ab2e" providerId="ADAL" clId="{1DAAA582-D431-51E1-B726-79BB57AE61A7}" dt="2026-06-01T20:52:27.928" v="3360" actId="14100"/>
          <ac:picMkLst>
            <pc:docMk/>
            <pc:sldMk cId="1918700562" sldId="369"/>
            <ac:picMk id="4" creationId="{AD760E82-F393-E4DD-FB3D-66A8966165A8}"/>
          </ac:picMkLst>
        </pc:picChg>
        <pc:picChg chg="del">
          <ac:chgData name="Saeed Samet" userId="cfbf7cda-a3f0-4a18-b58e-e4747a47ab2e" providerId="ADAL" clId="{1DAAA582-D431-51E1-B726-79BB57AE61A7}" dt="2026-06-24T15:02:14.248" v="3919" actId="478"/>
          <ac:picMkLst>
            <pc:docMk/>
            <pc:sldMk cId="1918700562" sldId="369"/>
            <ac:picMk id="11" creationId="{348588FF-2290-AE3B-0710-64CCEECC5B99}"/>
          </ac:picMkLst>
        </pc:picChg>
        <pc:picChg chg="add mod">
          <ac:chgData name="Saeed Samet" userId="cfbf7cda-a3f0-4a18-b58e-e4747a47ab2e" providerId="ADAL" clId="{1DAAA582-D431-51E1-B726-79BB57AE61A7}" dt="2026-06-01T20:52:38.975" v="3362" actId="1076"/>
          <ac:picMkLst>
            <pc:docMk/>
            <pc:sldMk cId="1918700562" sldId="369"/>
            <ac:picMk id="12" creationId="{5E3F418A-6113-C349-BF61-89D65E647CE7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16.785" v="3922" actId="478"/>
        <pc:sldMkLst>
          <pc:docMk/>
          <pc:sldMk cId="4236709627" sldId="370"/>
        </pc:sldMkLst>
        <pc:spChg chg="del">
          <ac:chgData name="Saeed Samet" userId="cfbf7cda-a3f0-4a18-b58e-e4747a47ab2e" providerId="ADAL" clId="{1DAAA582-D431-51E1-B726-79BB57AE61A7}" dt="2026-06-24T15:02:16.785" v="3922" actId="478"/>
          <ac:spMkLst>
            <pc:docMk/>
            <pc:sldMk cId="4236709627" sldId="370"/>
            <ac:spMk id="10" creationId="{2FE83CB9-128B-31B6-BDBA-C7825C1F272D}"/>
          </ac:spMkLst>
        </pc:spChg>
        <pc:picChg chg="add mod">
          <ac:chgData name="Saeed Samet" userId="cfbf7cda-a3f0-4a18-b58e-e4747a47ab2e" providerId="ADAL" clId="{1DAAA582-D431-51E1-B726-79BB57AE61A7}" dt="2026-06-01T20:53:13.473" v="3369" actId="14100"/>
          <ac:picMkLst>
            <pc:docMk/>
            <pc:sldMk cId="4236709627" sldId="370"/>
            <ac:picMk id="3" creationId="{769F5D5C-B319-03BA-AD76-66E853990A1F}"/>
          </ac:picMkLst>
        </pc:picChg>
        <pc:picChg chg="del">
          <ac:chgData name="Saeed Samet" userId="cfbf7cda-a3f0-4a18-b58e-e4747a47ab2e" providerId="ADAL" clId="{1DAAA582-D431-51E1-B726-79BB57AE61A7}" dt="2026-06-24T15:02:16.124" v="3921" actId="478"/>
          <ac:picMkLst>
            <pc:docMk/>
            <pc:sldMk cId="4236709627" sldId="370"/>
            <ac:picMk id="11" creationId="{53ED5A2A-222A-2AFE-0CB6-6DAD5BED3677}"/>
          </ac:picMkLst>
        </pc:picChg>
      </pc:sldChg>
      <pc:sldChg chg="addSp delSp modSp add mod ord">
        <pc:chgData name="Saeed Samet" userId="cfbf7cda-a3f0-4a18-b58e-e4747a47ab2e" providerId="ADAL" clId="{1DAAA582-D431-51E1-B726-79BB57AE61A7}" dt="2026-06-24T15:02:23.993" v="3930" actId="478"/>
        <pc:sldMkLst>
          <pc:docMk/>
          <pc:sldMk cId="1259420481" sldId="374"/>
        </pc:sldMkLst>
        <pc:spChg chg="mod">
          <ac:chgData name="Saeed Samet" userId="cfbf7cda-a3f0-4a18-b58e-e4747a47ab2e" providerId="ADAL" clId="{1DAAA582-D431-51E1-B726-79BB57AE61A7}" dt="2026-06-19T14:27:46.494" v="3899" actId="20577"/>
          <ac:spMkLst>
            <pc:docMk/>
            <pc:sldMk cId="1259420481" sldId="374"/>
            <ac:spMk id="3" creationId="{DAEB03C5-FD83-FF7A-65BD-2EE7A56E2606}"/>
          </ac:spMkLst>
        </pc:spChg>
        <pc:spChg chg="mod">
          <ac:chgData name="Saeed Samet" userId="cfbf7cda-a3f0-4a18-b58e-e4747a47ab2e" providerId="ADAL" clId="{1DAAA582-D431-51E1-B726-79BB57AE61A7}" dt="2026-06-01T21:50:05.888" v="3511" actId="20577"/>
          <ac:spMkLst>
            <pc:docMk/>
            <pc:sldMk cId="1259420481" sldId="374"/>
            <ac:spMk id="7" creationId="{EAC2E4C5-5BFF-0943-7121-4C94A4FF263C}"/>
          </ac:spMkLst>
        </pc:spChg>
        <pc:spChg chg="del">
          <ac:chgData name="Saeed Samet" userId="cfbf7cda-a3f0-4a18-b58e-e4747a47ab2e" providerId="ADAL" clId="{1DAAA582-D431-51E1-B726-79BB57AE61A7}" dt="2026-06-24T15:02:23.993" v="3930" actId="478"/>
          <ac:spMkLst>
            <pc:docMk/>
            <pc:sldMk cId="1259420481" sldId="374"/>
            <ac:spMk id="10" creationId="{E65D1D76-A8F9-A944-FC51-E43077FA5CD3}"/>
          </ac:spMkLst>
        </pc:spChg>
        <pc:picChg chg="del">
          <ac:chgData name="Saeed Samet" userId="cfbf7cda-a3f0-4a18-b58e-e4747a47ab2e" providerId="ADAL" clId="{1DAAA582-D431-51E1-B726-79BB57AE61A7}" dt="2026-06-24T15:02:23.402" v="3929" actId="478"/>
          <ac:picMkLst>
            <pc:docMk/>
            <pc:sldMk cId="1259420481" sldId="374"/>
            <ac:picMk id="11" creationId="{8ABA9A87-E32A-55BA-894B-FB1CF18B9D63}"/>
          </ac:picMkLst>
        </pc:picChg>
        <pc:picChg chg="add mod">
          <ac:chgData name="Saeed Samet" userId="cfbf7cda-a3f0-4a18-b58e-e4747a47ab2e" providerId="ADAL" clId="{1DAAA582-D431-51E1-B726-79BB57AE61A7}" dt="2026-06-01T21:55:51.688" v="3663" actId="1037"/>
          <ac:picMkLst>
            <pc:docMk/>
            <pc:sldMk cId="1259420481" sldId="374"/>
            <ac:picMk id="13" creationId="{78A87975-B3D1-AFC2-4E93-F221DA2B4892}"/>
          </ac:picMkLst>
        </pc:picChg>
        <pc:picChg chg="add mod">
          <ac:chgData name="Saeed Samet" userId="cfbf7cda-a3f0-4a18-b58e-e4747a47ab2e" providerId="ADAL" clId="{1DAAA582-D431-51E1-B726-79BB57AE61A7}" dt="2026-06-19T14:27:49.771" v="3900" actId="1076"/>
          <ac:picMkLst>
            <pc:docMk/>
            <pc:sldMk cId="1259420481" sldId="374"/>
            <ac:picMk id="15" creationId="{24D72351-60B3-F329-E6A2-B20F980B9D9B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02.992" v="3908" actId="478"/>
        <pc:sldMkLst>
          <pc:docMk/>
          <pc:sldMk cId="1560029853" sldId="375"/>
        </pc:sldMkLst>
        <pc:spChg chg="mod">
          <ac:chgData name="Saeed Samet" userId="cfbf7cda-a3f0-4a18-b58e-e4747a47ab2e" providerId="ADAL" clId="{1DAAA582-D431-51E1-B726-79BB57AE61A7}" dt="2026-06-17T16:48:37.294" v="3890" actId="27636"/>
          <ac:spMkLst>
            <pc:docMk/>
            <pc:sldMk cId="1560029853" sldId="375"/>
            <ac:spMk id="3" creationId="{4974D5F7-1E2C-A80D-BCC9-1D84B096CA0A}"/>
          </ac:spMkLst>
        </pc:spChg>
        <pc:spChg chg="mod">
          <ac:chgData name="Saeed Samet" userId="cfbf7cda-a3f0-4a18-b58e-e4747a47ab2e" providerId="ADAL" clId="{1DAAA582-D431-51E1-B726-79BB57AE61A7}" dt="2026-05-28T19:16:53.752" v="1921" actId="20577"/>
          <ac:spMkLst>
            <pc:docMk/>
            <pc:sldMk cId="1560029853" sldId="375"/>
            <ac:spMk id="7" creationId="{26279FA8-599F-72FA-3386-9193EFCB38AF}"/>
          </ac:spMkLst>
        </pc:spChg>
        <pc:spChg chg="del">
          <ac:chgData name="Saeed Samet" userId="cfbf7cda-a3f0-4a18-b58e-e4747a47ab2e" providerId="ADAL" clId="{1DAAA582-D431-51E1-B726-79BB57AE61A7}" dt="2026-06-24T15:02:02.992" v="3908" actId="478"/>
          <ac:spMkLst>
            <pc:docMk/>
            <pc:sldMk cId="1560029853" sldId="375"/>
            <ac:spMk id="10" creationId="{DE04D13A-CAE7-1B43-209D-B85735286B95}"/>
          </ac:spMkLst>
        </pc:spChg>
        <pc:picChg chg="del">
          <ac:chgData name="Saeed Samet" userId="cfbf7cda-a3f0-4a18-b58e-e4747a47ab2e" providerId="ADAL" clId="{1DAAA582-D431-51E1-B726-79BB57AE61A7}" dt="2026-06-24T15:02:02.279" v="3907" actId="478"/>
          <ac:picMkLst>
            <pc:docMk/>
            <pc:sldMk cId="1560029853" sldId="375"/>
            <ac:picMk id="11" creationId="{DCED60FF-82E2-69D7-ADD9-2642093097C8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12.991" v="3918" actId="478"/>
        <pc:sldMkLst>
          <pc:docMk/>
          <pc:sldMk cId="3268277237" sldId="380"/>
        </pc:sldMkLst>
        <pc:spChg chg="mod">
          <ac:chgData name="Saeed Samet" userId="cfbf7cda-a3f0-4a18-b58e-e4747a47ab2e" providerId="ADAL" clId="{1DAAA582-D431-51E1-B726-79BB57AE61A7}" dt="2026-06-01T20:49:38.621" v="3351" actId="108"/>
          <ac:spMkLst>
            <pc:docMk/>
            <pc:sldMk cId="3268277237" sldId="380"/>
            <ac:spMk id="3" creationId="{83C0C274-2AFC-BFDC-9C89-B51B28C4C6E8}"/>
          </ac:spMkLst>
        </pc:spChg>
        <pc:spChg chg="mod">
          <ac:chgData name="Saeed Samet" userId="cfbf7cda-a3f0-4a18-b58e-e4747a47ab2e" providerId="ADAL" clId="{1DAAA582-D431-51E1-B726-79BB57AE61A7}" dt="2026-05-29T19:05:24.693" v="2499"/>
          <ac:spMkLst>
            <pc:docMk/>
            <pc:sldMk cId="3268277237" sldId="380"/>
            <ac:spMk id="7" creationId="{BCD77A75-98D0-47E2-1B5B-AE6CFE00016C}"/>
          </ac:spMkLst>
        </pc:spChg>
        <pc:spChg chg="del">
          <ac:chgData name="Saeed Samet" userId="cfbf7cda-a3f0-4a18-b58e-e4747a47ab2e" providerId="ADAL" clId="{1DAAA582-D431-51E1-B726-79BB57AE61A7}" dt="2026-06-24T15:02:12.991" v="3918" actId="478"/>
          <ac:spMkLst>
            <pc:docMk/>
            <pc:sldMk cId="3268277237" sldId="380"/>
            <ac:spMk id="10" creationId="{BBE311E0-EBC1-DAA9-5C6E-2FB0645B8B51}"/>
          </ac:spMkLst>
        </pc:spChg>
        <pc:picChg chg="del">
          <ac:chgData name="Saeed Samet" userId="cfbf7cda-a3f0-4a18-b58e-e4747a47ab2e" providerId="ADAL" clId="{1DAAA582-D431-51E1-B726-79BB57AE61A7}" dt="2026-06-24T15:02:12.348" v="3917" actId="478"/>
          <ac:picMkLst>
            <pc:docMk/>
            <pc:sldMk cId="3268277237" sldId="380"/>
            <ac:picMk id="11" creationId="{03B411E7-106C-2ADF-983B-413C63138BA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00.967" v="3906" actId="478"/>
        <pc:sldMkLst>
          <pc:docMk/>
          <pc:sldMk cId="3795463626" sldId="395"/>
        </pc:sldMkLst>
        <pc:spChg chg="mod">
          <ac:chgData name="Saeed Samet" userId="cfbf7cda-a3f0-4a18-b58e-e4747a47ab2e" providerId="ADAL" clId="{1DAAA582-D431-51E1-B726-79BB57AE61A7}" dt="2026-06-01T20:31:21.129" v="3046" actId="20577"/>
          <ac:spMkLst>
            <pc:docMk/>
            <pc:sldMk cId="3795463626" sldId="395"/>
            <ac:spMk id="3" creationId="{AB6F1FDC-DE38-8CDF-3184-42D7F2675CF2}"/>
          </ac:spMkLst>
        </pc:spChg>
        <pc:spChg chg="mod">
          <ac:chgData name="Saeed Samet" userId="cfbf7cda-a3f0-4a18-b58e-e4747a47ab2e" providerId="ADAL" clId="{1DAAA582-D431-51E1-B726-79BB57AE61A7}" dt="2026-06-01T20:29:30.582" v="3008" actId="20577"/>
          <ac:spMkLst>
            <pc:docMk/>
            <pc:sldMk cId="3795463626" sldId="395"/>
            <ac:spMk id="7" creationId="{42C7251C-C7EC-6453-5B7E-AE9D3523C1BA}"/>
          </ac:spMkLst>
        </pc:spChg>
        <pc:spChg chg="del">
          <ac:chgData name="Saeed Samet" userId="cfbf7cda-a3f0-4a18-b58e-e4747a47ab2e" providerId="ADAL" clId="{1DAAA582-D431-51E1-B726-79BB57AE61A7}" dt="2026-06-24T15:02:00.967" v="3906" actId="478"/>
          <ac:spMkLst>
            <pc:docMk/>
            <pc:sldMk cId="3795463626" sldId="395"/>
            <ac:spMk id="10" creationId="{CC089679-D300-78FF-12AC-A52197E54485}"/>
          </ac:spMkLst>
        </pc:spChg>
        <pc:picChg chg="add mod">
          <ac:chgData name="Saeed Samet" userId="cfbf7cda-a3f0-4a18-b58e-e4747a47ab2e" providerId="ADAL" clId="{1DAAA582-D431-51E1-B726-79BB57AE61A7}" dt="2026-06-01T20:30:46.861" v="3028" actId="1076"/>
          <ac:picMkLst>
            <pc:docMk/>
            <pc:sldMk cId="3795463626" sldId="395"/>
            <ac:picMk id="4" creationId="{6F6E690A-AEB8-42FA-F974-8A9DD6DE6C2E}"/>
          </ac:picMkLst>
        </pc:picChg>
        <pc:picChg chg="del">
          <ac:chgData name="Saeed Samet" userId="cfbf7cda-a3f0-4a18-b58e-e4747a47ab2e" providerId="ADAL" clId="{1DAAA582-D431-51E1-B726-79BB57AE61A7}" dt="2026-06-24T15:02:00.304" v="3905" actId="478"/>
          <ac:picMkLst>
            <pc:docMk/>
            <pc:sldMk cId="3795463626" sldId="395"/>
            <ac:picMk id="11" creationId="{A54ADDA5-5D26-9F04-696D-EBCA8D30B05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2:22.170" v="3928" actId="478"/>
        <pc:sldMkLst>
          <pc:docMk/>
          <pc:sldMk cId="2055075613" sldId="396"/>
        </pc:sldMkLst>
        <pc:spChg chg="del">
          <ac:chgData name="Saeed Samet" userId="cfbf7cda-a3f0-4a18-b58e-e4747a47ab2e" providerId="ADAL" clId="{1DAAA582-D431-51E1-B726-79BB57AE61A7}" dt="2026-06-24T15:02:22.170" v="3928" actId="478"/>
          <ac:spMkLst>
            <pc:docMk/>
            <pc:sldMk cId="2055075613" sldId="396"/>
            <ac:spMk id="10" creationId="{F4833361-1200-146D-3517-263F67D9B56F}"/>
          </ac:spMkLst>
        </pc:spChg>
        <pc:picChg chg="add mod">
          <ac:chgData name="Saeed Samet" userId="cfbf7cda-a3f0-4a18-b58e-e4747a47ab2e" providerId="ADAL" clId="{1DAAA582-D431-51E1-B726-79BB57AE61A7}" dt="2026-06-01T20:54:26.186" v="3381" actId="14100"/>
          <ac:picMkLst>
            <pc:docMk/>
            <pc:sldMk cId="2055075613" sldId="396"/>
            <ac:picMk id="3" creationId="{962EEC66-6B97-F0D0-1D8C-EB36D1883068}"/>
          </ac:picMkLst>
        </pc:picChg>
        <pc:picChg chg="add mod">
          <ac:chgData name="Saeed Samet" userId="cfbf7cda-a3f0-4a18-b58e-e4747a47ab2e" providerId="ADAL" clId="{1DAAA582-D431-51E1-B726-79BB57AE61A7}" dt="2026-06-01T20:54:30.972" v="3382" actId="1076"/>
          <ac:picMkLst>
            <pc:docMk/>
            <pc:sldMk cId="2055075613" sldId="396"/>
            <ac:picMk id="5" creationId="{BB7DEB73-071B-A6B3-4B66-317B7F8D962E}"/>
          </ac:picMkLst>
        </pc:picChg>
        <pc:picChg chg="del">
          <ac:chgData name="Saeed Samet" userId="cfbf7cda-a3f0-4a18-b58e-e4747a47ab2e" providerId="ADAL" clId="{1DAAA582-D431-51E1-B726-79BB57AE61A7}" dt="2026-06-24T15:02:21.552" v="3927" actId="478"/>
          <ac:picMkLst>
            <pc:docMk/>
            <pc:sldMk cId="2055075613" sldId="396"/>
            <ac:picMk id="11" creationId="{F5D0F574-AC79-F9FB-7D5F-6631EA54C468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18.554" v="3924" actId="478"/>
        <pc:sldMkLst>
          <pc:docMk/>
          <pc:sldMk cId="3714223882" sldId="397"/>
        </pc:sldMkLst>
        <pc:spChg chg="del">
          <ac:chgData name="Saeed Samet" userId="cfbf7cda-a3f0-4a18-b58e-e4747a47ab2e" providerId="ADAL" clId="{1DAAA582-D431-51E1-B726-79BB57AE61A7}" dt="2026-06-24T15:02:18.554" v="3924" actId="478"/>
          <ac:spMkLst>
            <pc:docMk/>
            <pc:sldMk cId="3714223882" sldId="397"/>
            <ac:spMk id="10" creationId="{A3948A4F-303D-D106-D487-8E14A8683BDB}"/>
          </ac:spMkLst>
        </pc:spChg>
        <pc:picChg chg="mod">
          <ac:chgData name="Saeed Samet" userId="cfbf7cda-a3f0-4a18-b58e-e4747a47ab2e" providerId="ADAL" clId="{1DAAA582-D431-51E1-B726-79BB57AE61A7}" dt="2026-06-01T20:53:28.689" v="3371" actId="14826"/>
          <ac:picMkLst>
            <pc:docMk/>
            <pc:sldMk cId="3714223882" sldId="397"/>
            <ac:picMk id="3" creationId="{9D6A33AB-6CBC-158A-86E9-2DC989075408}"/>
          </ac:picMkLst>
        </pc:picChg>
        <pc:picChg chg="del">
          <ac:chgData name="Saeed Samet" userId="cfbf7cda-a3f0-4a18-b58e-e4747a47ab2e" providerId="ADAL" clId="{1DAAA582-D431-51E1-B726-79BB57AE61A7}" dt="2026-06-24T15:02:17.920" v="3923" actId="478"/>
          <ac:picMkLst>
            <pc:docMk/>
            <pc:sldMk cId="3714223882" sldId="397"/>
            <ac:picMk id="11" creationId="{C09C4DDE-7D6A-30C3-ECF1-49A1934B2DE3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20.319" v="3926" actId="478"/>
        <pc:sldMkLst>
          <pc:docMk/>
          <pc:sldMk cId="3934398031" sldId="398"/>
        </pc:sldMkLst>
        <pc:spChg chg="del">
          <ac:chgData name="Saeed Samet" userId="cfbf7cda-a3f0-4a18-b58e-e4747a47ab2e" providerId="ADAL" clId="{1DAAA582-D431-51E1-B726-79BB57AE61A7}" dt="2026-06-24T15:02:20.319" v="3926" actId="478"/>
          <ac:spMkLst>
            <pc:docMk/>
            <pc:sldMk cId="3934398031" sldId="398"/>
            <ac:spMk id="10" creationId="{8095F522-6104-D281-3C9C-8875EA46BCBC}"/>
          </ac:spMkLst>
        </pc:spChg>
        <pc:picChg chg="mod">
          <ac:chgData name="Saeed Samet" userId="cfbf7cda-a3f0-4a18-b58e-e4747a47ab2e" providerId="ADAL" clId="{1DAAA582-D431-51E1-B726-79BB57AE61A7}" dt="2026-06-01T20:53:55.500" v="3375" actId="14100"/>
          <ac:picMkLst>
            <pc:docMk/>
            <pc:sldMk cId="3934398031" sldId="398"/>
            <ac:picMk id="3" creationId="{45594CDC-97D3-002F-31E2-836D0B77B9E9}"/>
          </ac:picMkLst>
        </pc:picChg>
        <pc:picChg chg="del">
          <ac:chgData name="Saeed Samet" userId="cfbf7cda-a3f0-4a18-b58e-e4747a47ab2e" providerId="ADAL" clId="{1DAAA582-D431-51E1-B726-79BB57AE61A7}" dt="2026-06-24T15:02:19.693" v="3925" actId="478"/>
          <ac:picMkLst>
            <pc:docMk/>
            <pc:sldMk cId="3934398031" sldId="398"/>
            <ac:picMk id="11" creationId="{69DAC9AC-A106-0816-BA92-0198F27D3305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25.878" v="3932" actId="478"/>
        <pc:sldMkLst>
          <pc:docMk/>
          <pc:sldMk cId="2302305438" sldId="399"/>
        </pc:sldMkLst>
        <pc:spChg chg="mod">
          <ac:chgData name="Saeed Samet" userId="cfbf7cda-a3f0-4a18-b58e-e4747a47ab2e" providerId="ADAL" clId="{1DAAA582-D431-51E1-B726-79BB57AE61A7}" dt="2026-06-01T21:57:17.003" v="3716" actId="20577"/>
          <ac:spMkLst>
            <pc:docMk/>
            <pc:sldMk cId="2302305438" sldId="399"/>
            <ac:spMk id="3" creationId="{A773A53D-52D2-96A7-15C8-907142B60211}"/>
          </ac:spMkLst>
        </pc:spChg>
        <pc:spChg chg="mod">
          <ac:chgData name="Saeed Samet" userId="cfbf7cda-a3f0-4a18-b58e-e4747a47ab2e" providerId="ADAL" clId="{1DAAA582-D431-51E1-B726-79BB57AE61A7}" dt="2026-06-01T21:56:19.325" v="3679" actId="20577"/>
          <ac:spMkLst>
            <pc:docMk/>
            <pc:sldMk cId="2302305438" sldId="399"/>
            <ac:spMk id="7" creationId="{4A88C4FA-9348-9643-08A3-92AAB06E4D94}"/>
          </ac:spMkLst>
        </pc:spChg>
        <pc:spChg chg="del">
          <ac:chgData name="Saeed Samet" userId="cfbf7cda-a3f0-4a18-b58e-e4747a47ab2e" providerId="ADAL" clId="{1DAAA582-D431-51E1-B726-79BB57AE61A7}" dt="2026-06-24T15:02:25.878" v="3932" actId="478"/>
          <ac:spMkLst>
            <pc:docMk/>
            <pc:sldMk cId="2302305438" sldId="399"/>
            <ac:spMk id="10" creationId="{9437F362-33E7-52DC-D6B1-B943A3F2895B}"/>
          </ac:spMkLst>
        </pc:spChg>
        <pc:picChg chg="del">
          <ac:chgData name="Saeed Samet" userId="cfbf7cda-a3f0-4a18-b58e-e4747a47ab2e" providerId="ADAL" clId="{1DAAA582-D431-51E1-B726-79BB57AE61A7}" dt="2026-06-24T15:02:25.267" v="3931" actId="478"/>
          <ac:picMkLst>
            <pc:docMk/>
            <pc:sldMk cId="2302305438" sldId="399"/>
            <ac:picMk id="11" creationId="{26911C83-EF9C-0E5E-9F06-3C4F80A14959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27.719" v="3934" actId="478"/>
        <pc:sldMkLst>
          <pc:docMk/>
          <pc:sldMk cId="4283212431" sldId="400"/>
        </pc:sldMkLst>
        <pc:spChg chg="mod">
          <ac:chgData name="Saeed Samet" userId="cfbf7cda-a3f0-4a18-b58e-e4747a47ab2e" providerId="ADAL" clId="{1DAAA582-D431-51E1-B726-79BB57AE61A7}" dt="2026-06-01T22:00:36.581" v="3763" actId="404"/>
          <ac:spMkLst>
            <pc:docMk/>
            <pc:sldMk cId="4283212431" sldId="400"/>
            <ac:spMk id="3" creationId="{2F6BEE52-0A43-369F-B011-3562A909779B}"/>
          </ac:spMkLst>
        </pc:spChg>
        <pc:spChg chg="mod">
          <ac:chgData name="Saeed Samet" userId="cfbf7cda-a3f0-4a18-b58e-e4747a47ab2e" providerId="ADAL" clId="{1DAAA582-D431-51E1-B726-79BB57AE61A7}" dt="2026-06-01T21:58:10.680" v="3724"/>
          <ac:spMkLst>
            <pc:docMk/>
            <pc:sldMk cId="4283212431" sldId="400"/>
            <ac:spMk id="7" creationId="{6E7971A5-2515-25F8-F918-B148EE878954}"/>
          </ac:spMkLst>
        </pc:spChg>
        <pc:spChg chg="del">
          <ac:chgData name="Saeed Samet" userId="cfbf7cda-a3f0-4a18-b58e-e4747a47ab2e" providerId="ADAL" clId="{1DAAA582-D431-51E1-B726-79BB57AE61A7}" dt="2026-06-24T15:02:27.719" v="3934" actId="478"/>
          <ac:spMkLst>
            <pc:docMk/>
            <pc:sldMk cId="4283212431" sldId="400"/>
            <ac:spMk id="10" creationId="{1C278993-5DF6-7936-1B48-FAD2D80CA616}"/>
          </ac:spMkLst>
        </pc:spChg>
        <pc:picChg chg="del">
          <ac:chgData name="Saeed Samet" userId="cfbf7cda-a3f0-4a18-b58e-e4747a47ab2e" providerId="ADAL" clId="{1DAAA582-D431-51E1-B726-79BB57AE61A7}" dt="2026-06-24T15:02:27.076" v="3933" actId="478"/>
          <ac:picMkLst>
            <pc:docMk/>
            <pc:sldMk cId="4283212431" sldId="400"/>
            <ac:picMk id="11" creationId="{4B61D694-55D9-41E8-C8D7-8E612E32E009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29.831" v="3936" actId="478"/>
        <pc:sldMkLst>
          <pc:docMk/>
          <pc:sldMk cId="1654767883" sldId="401"/>
        </pc:sldMkLst>
        <pc:spChg chg="mod">
          <ac:chgData name="Saeed Samet" userId="cfbf7cda-a3f0-4a18-b58e-e4747a47ab2e" providerId="ADAL" clId="{1DAAA582-D431-51E1-B726-79BB57AE61A7}" dt="2026-06-01T22:02:43.633" v="3807" actId="5793"/>
          <ac:spMkLst>
            <pc:docMk/>
            <pc:sldMk cId="1654767883" sldId="401"/>
            <ac:spMk id="3" creationId="{6D64EFD8-AA70-50DF-C6C7-CE2193E51B41}"/>
          </ac:spMkLst>
        </pc:spChg>
        <pc:spChg chg="mod">
          <ac:chgData name="Saeed Samet" userId="cfbf7cda-a3f0-4a18-b58e-e4747a47ab2e" providerId="ADAL" clId="{1DAAA582-D431-51E1-B726-79BB57AE61A7}" dt="2026-06-01T22:01:39.611" v="3781"/>
          <ac:spMkLst>
            <pc:docMk/>
            <pc:sldMk cId="1654767883" sldId="401"/>
            <ac:spMk id="7" creationId="{7B432858-94CE-E6AF-BD7D-BAE97AFB17AF}"/>
          </ac:spMkLst>
        </pc:spChg>
        <pc:spChg chg="del">
          <ac:chgData name="Saeed Samet" userId="cfbf7cda-a3f0-4a18-b58e-e4747a47ab2e" providerId="ADAL" clId="{1DAAA582-D431-51E1-B726-79BB57AE61A7}" dt="2026-06-24T15:02:29.831" v="3936" actId="478"/>
          <ac:spMkLst>
            <pc:docMk/>
            <pc:sldMk cId="1654767883" sldId="401"/>
            <ac:spMk id="10" creationId="{9DBF0F2C-ED3E-3819-FC9B-2C36A3D34C6E}"/>
          </ac:spMkLst>
        </pc:spChg>
        <pc:picChg chg="del">
          <ac:chgData name="Saeed Samet" userId="cfbf7cda-a3f0-4a18-b58e-e4747a47ab2e" providerId="ADAL" clId="{1DAAA582-D431-51E1-B726-79BB57AE61A7}" dt="2026-06-24T15:02:29.158" v="3935" actId="478"/>
          <ac:picMkLst>
            <pc:docMk/>
            <pc:sldMk cId="1654767883" sldId="401"/>
            <ac:picMk id="11" creationId="{833E1CA8-9A12-5E28-14F2-D7C8EA8E1755}"/>
          </ac:picMkLst>
        </pc:picChg>
      </pc:sldChg>
      <pc:sldChg chg="delSp modSp add del mod">
        <pc:chgData name="Saeed Samet" userId="cfbf7cda-a3f0-4a18-b58e-e4747a47ab2e" providerId="ADAL" clId="{1DAAA582-D431-51E1-B726-79BB57AE61A7}" dt="2026-06-24T15:02:31.686" v="3938" actId="478"/>
        <pc:sldMkLst>
          <pc:docMk/>
          <pc:sldMk cId="3920563623" sldId="402"/>
        </pc:sldMkLst>
        <pc:spChg chg="mod">
          <ac:chgData name="Saeed Samet" userId="cfbf7cda-a3f0-4a18-b58e-e4747a47ab2e" providerId="ADAL" clId="{1DAAA582-D431-51E1-B726-79BB57AE61A7}" dt="2026-06-01T22:02:39.373" v="3805" actId="5793"/>
          <ac:spMkLst>
            <pc:docMk/>
            <pc:sldMk cId="3920563623" sldId="402"/>
            <ac:spMk id="3" creationId="{6EE73179-2824-66D7-34EE-3137E49380C7}"/>
          </ac:spMkLst>
        </pc:spChg>
        <pc:spChg chg="del">
          <ac:chgData name="Saeed Samet" userId="cfbf7cda-a3f0-4a18-b58e-e4747a47ab2e" providerId="ADAL" clId="{1DAAA582-D431-51E1-B726-79BB57AE61A7}" dt="2026-06-24T15:02:31.686" v="3938" actId="478"/>
          <ac:spMkLst>
            <pc:docMk/>
            <pc:sldMk cId="3920563623" sldId="402"/>
            <ac:spMk id="10" creationId="{515FB204-B46D-3EC3-F228-3AE5D13E554B}"/>
          </ac:spMkLst>
        </pc:spChg>
        <pc:picChg chg="del">
          <ac:chgData name="Saeed Samet" userId="cfbf7cda-a3f0-4a18-b58e-e4747a47ab2e" providerId="ADAL" clId="{1DAAA582-D431-51E1-B726-79BB57AE61A7}" dt="2026-06-24T15:02:31.043" v="3937" actId="478"/>
          <ac:picMkLst>
            <pc:docMk/>
            <pc:sldMk cId="3920563623" sldId="402"/>
            <ac:picMk id="11" creationId="{D60293DA-5FB5-0F3A-0604-41791FCC54C5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2:33.554" v="3940" actId="478"/>
        <pc:sldMkLst>
          <pc:docMk/>
          <pc:sldMk cId="3016617468" sldId="403"/>
        </pc:sldMkLst>
        <pc:spChg chg="mod">
          <ac:chgData name="Saeed Samet" userId="cfbf7cda-a3f0-4a18-b58e-e4747a47ab2e" providerId="ADAL" clId="{1DAAA582-D431-51E1-B726-79BB57AE61A7}" dt="2026-06-01T22:04:32.992" v="3843" actId="20577"/>
          <ac:spMkLst>
            <pc:docMk/>
            <pc:sldMk cId="3016617468" sldId="403"/>
            <ac:spMk id="3" creationId="{AF9BFB1C-EF8D-AEF1-DDB5-4ABCFF9F61C8}"/>
          </ac:spMkLst>
        </pc:spChg>
        <pc:spChg chg="mod">
          <ac:chgData name="Saeed Samet" userId="cfbf7cda-a3f0-4a18-b58e-e4747a47ab2e" providerId="ADAL" clId="{1DAAA582-D431-51E1-B726-79BB57AE61A7}" dt="2026-06-01T22:03:39.876" v="3811"/>
          <ac:spMkLst>
            <pc:docMk/>
            <pc:sldMk cId="3016617468" sldId="403"/>
            <ac:spMk id="7" creationId="{19BCBCA1-B803-D22E-7924-700FBFA7983A}"/>
          </ac:spMkLst>
        </pc:spChg>
        <pc:spChg chg="del">
          <ac:chgData name="Saeed Samet" userId="cfbf7cda-a3f0-4a18-b58e-e4747a47ab2e" providerId="ADAL" clId="{1DAAA582-D431-51E1-B726-79BB57AE61A7}" dt="2026-06-24T15:02:33.554" v="3940" actId="478"/>
          <ac:spMkLst>
            <pc:docMk/>
            <pc:sldMk cId="3016617468" sldId="403"/>
            <ac:spMk id="10" creationId="{96B66F44-DCB9-AC44-EAAD-9C828105AC29}"/>
          </ac:spMkLst>
        </pc:spChg>
        <pc:picChg chg="del">
          <ac:chgData name="Saeed Samet" userId="cfbf7cda-a3f0-4a18-b58e-e4747a47ab2e" providerId="ADAL" clId="{1DAAA582-D431-51E1-B726-79BB57AE61A7}" dt="2026-06-24T15:02:32.915" v="3939" actId="478"/>
          <ac:picMkLst>
            <pc:docMk/>
            <pc:sldMk cId="3016617468" sldId="403"/>
            <ac:picMk id="11" creationId="{0B52DDBB-63E7-3C8E-50EA-542C6FA628F3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5:01:55.824" v="3902" actId="478"/>
        <pc:sldMkLst>
          <pc:docMk/>
          <pc:sldMk cId="4063983204" sldId="404"/>
        </pc:sldMkLst>
        <pc:spChg chg="mod">
          <ac:chgData name="Saeed Samet" userId="cfbf7cda-a3f0-4a18-b58e-e4747a47ab2e" providerId="ADAL" clId="{1DAAA582-D431-51E1-B726-79BB57AE61A7}" dt="2026-06-17T16:47:08.342" v="3861" actId="403"/>
          <ac:spMkLst>
            <pc:docMk/>
            <pc:sldMk cId="4063983204" sldId="404"/>
            <ac:spMk id="3" creationId="{BF965203-6C13-799D-B596-3BCCEFE69B9B}"/>
          </ac:spMkLst>
        </pc:spChg>
        <pc:spChg chg="mod">
          <ac:chgData name="Saeed Samet" userId="cfbf7cda-a3f0-4a18-b58e-e4747a47ab2e" providerId="ADAL" clId="{1DAAA582-D431-51E1-B726-79BB57AE61A7}" dt="2026-06-17T16:46:17.928" v="3847" actId="20577"/>
          <ac:spMkLst>
            <pc:docMk/>
            <pc:sldMk cId="4063983204" sldId="404"/>
            <ac:spMk id="7" creationId="{7E80CE12-93C1-2293-D240-B6748867FCC4}"/>
          </ac:spMkLst>
        </pc:spChg>
        <pc:spChg chg="del">
          <ac:chgData name="Saeed Samet" userId="cfbf7cda-a3f0-4a18-b58e-e4747a47ab2e" providerId="ADAL" clId="{1DAAA582-D431-51E1-B726-79BB57AE61A7}" dt="2026-06-24T15:01:55.824" v="3902" actId="478"/>
          <ac:spMkLst>
            <pc:docMk/>
            <pc:sldMk cId="4063983204" sldId="404"/>
            <ac:spMk id="10" creationId="{36219C89-39CF-8748-F574-F2A2AA002616}"/>
          </ac:spMkLst>
        </pc:spChg>
        <pc:picChg chg="del">
          <ac:chgData name="Saeed Samet" userId="cfbf7cda-a3f0-4a18-b58e-e4747a47ab2e" providerId="ADAL" clId="{1DAAA582-D431-51E1-B726-79BB57AE61A7}" dt="2026-06-24T15:01:54.974" v="3901" actId="478"/>
          <ac:picMkLst>
            <pc:docMk/>
            <pc:sldMk cId="4063983204" sldId="404"/>
            <ac:picMk id="11" creationId="{77F26FCA-40F1-4DAB-2FEB-CC622399FBB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>
                <a:latin typeface="+mn-lt"/>
                <a:cs typeface="Times New Roman" panose="02020603050405020304" pitchFamily="18" charset="0"/>
              </a:rPr>
            </a:br>
            <a:r>
              <a:rPr lang="en-US" sz="3200" b="1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>
                <a:latin typeface="+mn-lt"/>
                <a:cs typeface="Times New Roman" panose="02020603050405020304" pitchFamily="18" charset="0"/>
              </a:rPr>
            </a:br>
            <a:br>
              <a:rPr lang="en-US" sz="3600" b="1">
                <a:cs typeface="Times New Roman" panose="02020603050405020304" pitchFamily="18" charset="0"/>
              </a:rPr>
            </a:br>
            <a:r>
              <a:rPr lang="en-US" sz="2800" b="1">
                <a:cs typeface="Times New Roman" panose="02020603050405020304" pitchFamily="18" charset="0"/>
              </a:rPr>
              <a:t>Lecture 10</a:t>
            </a:r>
            <a:br>
              <a:rPr lang="en-US" sz="2800" b="1">
                <a:cs typeface="Times New Roman" panose="02020603050405020304" pitchFamily="18" charset="0"/>
              </a:rPr>
            </a:br>
            <a:br>
              <a:rPr lang="en-US" sz="2800" b="1">
                <a:latin typeface="+mn-lt"/>
                <a:cs typeface="Times New Roman" panose="02020603050405020304" pitchFamily="18" charset="0"/>
              </a:rPr>
            </a:br>
            <a:r>
              <a:rPr lang="en-US" sz="3200" b="1">
                <a:latin typeface="+mn-lt"/>
                <a:cs typeface="Times New Roman" panose="02020603050405020304" pitchFamily="18" charset="0"/>
              </a:rPr>
              <a:t>State Pattern</a:t>
            </a:r>
            <a:endParaRPr lang="en-US" sz="2800" b="1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Dr. Saeed Samet</a:t>
            </a: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13D7-B6E1-6FD0-B475-D42ABC87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5203-6C13-799D-B596-3BCCEFE6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/>
              <a:t>The State Pattern allows an object to alter its behavior when its internal state changes.</a:t>
            </a:r>
          </a:p>
          <a:p>
            <a:endParaRPr lang="en-US" sz="2800"/>
          </a:p>
          <a:p>
            <a:r>
              <a:rPr lang="en-US" sz="2800"/>
              <a:t>The object appears to change its class at runtime.</a:t>
            </a:r>
          </a:p>
          <a:p>
            <a:endParaRPr lang="en-US" sz="2800"/>
          </a:p>
          <a:p>
            <a:r>
              <a:rPr lang="en-US" sz="2800"/>
              <a:t>Instead of using large conditional statements (if-else or switch), behavior is delegated to state objects.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B5502-D716-EE3F-7CB9-3BA481F5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BA8837-CACB-A733-A418-DDFE75B908A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80CE12-93C1-2293-D240-B6748867FCC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406398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pPr marL="514350" indent="-457200"/>
            <a:r>
              <a:rPr lang="en-US"/>
              <a:t>Consider a system where an object’s behavior depends heavily on its current state.</a:t>
            </a:r>
          </a:p>
          <a:p>
            <a:pPr marL="514350" indent="-457200"/>
            <a:r>
              <a:rPr lang="en-US"/>
              <a:t>Examples: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/>
              <a:t>A vending machine</a:t>
            </a:r>
          </a:p>
          <a:p>
            <a:pPr lvl="2">
              <a:buFont typeface="Wingdings" pitchFamily="2" charset="2"/>
              <a:buChar char="Ø"/>
            </a:pPr>
            <a:endParaRPr lang="en-US" sz="2800"/>
          </a:p>
          <a:p>
            <a:pPr lvl="2">
              <a:buFont typeface="Wingdings" pitchFamily="2" charset="2"/>
              <a:buChar char="Ø"/>
            </a:pPr>
            <a:r>
              <a:rPr lang="en-US" sz="2800"/>
              <a:t>A traffic light</a:t>
            </a:r>
          </a:p>
          <a:p>
            <a:pPr lvl="2">
              <a:buFont typeface="Wingdings" pitchFamily="2" charset="2"/>
              <a:buChar char="Ø"/>
            </a:pPr>
            <a:endParaRPr lang="en-US" sz="2800"/>
          </a:p>
          <a:p>
            <a:pPr lvl="2">
              <a:buFont typeface="Wingdings" pitchFamily="2" charset="2"/>
              <a:buChar char="Ø"/>
            </a:pPr>
            <a:r>
              <a:rPr lang="en-US" sz="2800"/>
              <a:t>A media player</a:t>
            </a:r>
          </a:p>
          <a:p>
            <a:pPr lvl="2">
              <a:buFont typeface="Wingdings" pitchFamily="2" charset="2"/>
              <a:buChar char="Ø"/>
            </a:pPr>
            <a:endParaRPr lang="en-US" sz="2800"/>
          </a:p>
          <a:p>
            <a:pPr lvl="2">
              <a:buFont typeface="Wingdings" pitchFamily="2" charset="2"/>
              <a:buChar char="Ø"/>
            </a:pPr>
            <a:r>
              <a:rPr lang="en-US" sz="2800"/>
              <a:t>A TCP connection</a:t>
            </a:r>
          </a:p>
          <a:p>
            <a:pPr lvl="2">
              <a:buFont typeface="Wingdings" pitchFamily="2" charset="2"/>
              <a:buChar char="Ø"/>
            </a:pPr>
            <a:endParaRPr lang="en-US" sz="2800"/>
          </a:p>
          <a:p>
            <a:pPr lvl="2">
              <a:buFont typeface="Wingdings" pitchFamily="2" charset="2"/>
              <a:buChar char="Ø"/>
            </a:pPr>
            <a:r>
              <a:rPr lang="en-US" sz="2800"/>
              <a:t>An online order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32F8-FD85-0373-E2CE-0420FF54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1FDC-DE38-8CDF-3184-42D7F2675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pPr marL="352425" lvl="1" indent="-342900"/>
            <a:r>
              <a:rPr lang="en-US" sz="2200"/>
              <a:t>A naive implementation often looks </a:t>
            </a:r>
            <a:r>
              <a:rPr lang="en-US" sz="2200" err="1"/>
              <a:t>like:Examples</a:t>
            </a:r>
            <a:r>
              <a:rPr lang="en-US" sz="2200"/>
              <a:t>:</a:t>
            </a:r>
          </a:p>
          <a:p>
            <a:pPr marL="352425" lvl="1" indent="-342900"/>
            <a:endParaRPr lang="en-US" sz="2200"/>
          </a:p>
          <a:p>
            <a:pPr marL="352425" lvl="1" indent="-342900"/>
            <a:endParaRPr lang="en-US" sz="2200"/>
          </a:p>
          <a:p>
            <a:pPr marL="352425" lvl="1" indent="-342900"/>
            <a:endParaRPr lang="en-US" sz="2200"/>
          </a:p>
          <a:p>
            <a:pPr marL="352425" lvl="1" indent="-342900"/>
            <a:endParaRPr lang="en-US" sz="2200"/>
          </a:p>
          <a:p>
            <a:pPr marL="352425" lvl="1" indent="-342900"/>
            <a:endParaRPr lang="en-US" sz="2200"/>
          </a:p>
          <a:p>
            <a:pPr marL="352425" lvl="1" indent="-342900"/>
            <a:endParaRPr lang="en-US" sz="2200"/>
          </a:p>
          <a:p>
            <a:pPr marL="457200" lvl="1" indent="0">
              <a:buNone/>
            </a:pPr>
            <a:r>
              <a:rPr lang="en-US" sz="2000"/>
              <a:t>As states and behaviors grow:</a:t>
            </a:r>
          </a:p>
          <a:p>
            <a:pPr marL="457200" lvl="1" indent="0">
              <a:buNone/>
            </a:pPr>
            <a:endParaRPr lang="en-US" sz="2000"/>
          </a:p>
          <a:p>
            <a:pPr lvl="1"/>
            <a:r>
              <a:rPr lang="en-US" sz="2000"/>
              <a:t>Code becomes difficult to maintain.</a:t>
            </a:r>
          </a:p>
          <a:p>
            <a:pPr lvl="1"/>
            <a:r>
              <a:rPr lang="en-US" sz="2000"/>
              <a:t>Conditional logic spreads everywhere.</a:t>
            </a:r>
          </a:p>
          <a:p>
            <a:pPr lvl="1"/>
            <a:r>
              <a:rPr lang="en-US" sz="2000"/>
              <a:t>Adding new states requires modifying existing code.</a:t>
            </a:r>
          </a:p>
          <a:p>
            <a:pPr lvl="1"/>
            <a:endParaRPr lang="en-US" sz="2000"/>
          </a:p>
          <a:p>
            <a:pPr marL="457200" lvl="1" indent="0">
              <a:buNone/>
            </a:pPr>
            <a:r>
              <a:rPr lang="en-US" sz="2000"/>
              <a:t>The State Pattern encapsulates state-specific behavior into separate classes.</a:t>
            </a:r>
            <a:endParaRPr lang="en-US" sz="22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3A2FC-97D3-3B67-094A-19903C0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8E94D8-8BB7-9D87-A246-22C6CE0FEF3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C7251C-C7EC-6453-5B7E-AE9D3523C1B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Motivation (Continued)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E690A-AEB8-42FA-F974-8A9DD6DE6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1358900"/>
            <a:ext cx="36576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6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6437-75D2-B43A-AADE-625EB19A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D5F7-1E2C-A80D-BCC9-1D84B096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US"/>
              <a:t>Eliminates large conditional statements.</a:t>
            </a:r>
          </a:p>
          <a:p>
            <a:endParaRPr lang="en-US"/>
          </a:p>
          <a:p>
            <a:r>
              <a:rPr lang="en-US"/>
              <a:t>Encapsulates state-specific behavior.</a:t>
            </a:r>
          </a:p>
          <a:p>
            <a:endParaRPr lang="en-US"/>
          </a:p>
          <a:p>
            <a:r>
              <a:rPr lang="en-US"/>
              <a:t>Makes state transitions explicit.</a:t>
            </a:r>
          </a:p>
          <a:p>
            <a:endParaRPr lang="en-US"/>
          </a:p>
          <a:p>
            <a:r>
              <a:rPr lang="en-US"/>
              <a:t>Simplifies maintenance.</a:t>
            </a:r>
          </a:p>
          <a:p>
            <a:endParaRPr lang="en-US"/>
          </a:p>
          <a:p>
            <a:r>
              <a:rPr lang="en-US"/>
              <a:t>Supports Open/Closed Principle.</a:t>
            </a:r>
          </a:p>
          <a:p>
            <a:endParaRPr lang="en-US"/>
          </a:p>
          <a:p>
            <a:r>
              <a:rPr lang="en-US"/>
              <a:t>Improves readability.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851E-1F00-6477-C06F-9087652D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9F2C9E-C5FB-212E-C4D4-880AD4E2294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79FA8-599F-72FA-3386-9193EFCB38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156002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CD41-DBB3-EBBB-5468-95AC132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1035-79A4-E7F6-A4A7-BADCC9EC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20000"/>
          </a:bodyPr>
          <a:lstStyle/>
          <a:p>
            <a:r>
              <a:rPr lang="en-US" sz="2800"/>
              <a:t>Music Player</a:t>
            </a:r>
          </a:p>
          <a:p>
            <a:pPr marL="0" indent="365125">
              <a:buNone/>
            </a:pPr>
            <a:r>
              <a:rPr lang="en-US" sz="2600"/>
              <a:t>A music player behaves differently depending on its state.</a:t>
            </a:r>
          </a:p>
          <a:p>
            <a:pPr lvl="1"/>
            <a:r>
              <a:rPr lang="en-US" sz="2300"/>
              <a:t>Playing State</a:t>
            </a:r>
          </a:p>
          <a:p>
            <a:pPr lvl="2"/>
            <a:r>
              <a:rPr lang="en-US" sz="2000"/>
              <a:t>Press Play: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US" sz="2100"/>
              <a:t>	Already playing.</a:t>
            </a:r>
          </a:p>
          <a:p>
            <a:pPr lvl="2"/>
            <a:r>
              <a:rPr lang="en-US" sz="2100"/>
              <a:t>Press Pause: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US" sz="2100"/>
              <a:t>	Music pauses.</a:t>
            </a:r>
          </a:p>
          <a:p>
            <a:pPr lvl="1"/>
            <a:r>
              <a:rPr lang="en-US" sz="2300"/>
              <a:t>Paused State</a:t>
            </a:r>
          </a:p>
          <a:p>
            <a:pPr lvl="2"/>
            <a:r>
              <a:rPr lang="en-US" sz="2100"/>
              <a:t>Press Play: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US" sz="2100"/>
              <a:t>	Resume music.</a:t>
            </a:r>
          </a:p>
          <a:p>
            <a:pPr lvl="2"/>
            <a:r>
              <a:rPr lang="en-US" sz="2100"/>
              <a:t>Press Stop: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US" sz="2100"/>
              <a:t>	Stop music.</a:t>
            </a:r>
          </a:p>
          <a:p>
            <a:pPr lvl="1"/>
            <a:r>
              <a:rPr lang="en-US" sz="2300"/>
              <a:t>Stopped State</a:t>
            </a:r>
          </a:p>
          <a:p>
            <a:pPr lvl="2"/>
            <a:r>
              <a:rPr lang="en-US" sz="2100"/>
              <a:t>Press Play: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US" sz="2100"/>
              <a:t>	Start music.</a:t>
            </a:r>
          </a:p>
          <a:p>
            <a:pPr lvl="2"/>
            <a:r>
              <a:rPr lang="en-US" sz="2100"/>
              <a:t>Press Pause:</a:t>
            </a:r>
          </a:p>
          <a:p>
            <a:pPr marL="1200150" lvl="2" indent="-342900">
              <a:buFont typeface="Wingdings" pitchFamily="2" charset="2"/>
              <a:buChar char="Ø"/>
            </a:pPr>
            <a:r>
              <a:rPr lang="en-US" sz="2100"/>
              <a:t>	No effect.</a:t>
            </a:r>
          </a:p>
          <a:p>
            <a:r>
              <a:rPr lang="en-US" sz="2800"/>
              <a:t>The button behavior depends on the current state.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6F74F-B70E-7A9E-F533-8A26F4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3D9F-C4DF-CC42-A654-EC043B49377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D5F917-FD4B-24E0-7F47-D662932DE94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Real-Life Analogy</a:t>
            </a:r>
          </a:p>
        </p:txBody>
      </p:sp>
    </p:spTree>
    <p:extLst>
      <p:ext uri="{BB962C8B-B14F-4D97-AF65-F5344CB8AC3E}">
        <p14:creationId xmlns:p14="http://schemas.microsoft.com/office/powerpoint/2010/main" val="352390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0CDA-C174-85CF-68C0-65D13FD8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B969-3BD8-1B13-7CAD-6247AF08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/>
              <a:t>Main Participants</a:t>
            </a:r>
          </a:p>
          <a:p>
            <a:pPr lvl="1"/>
            <a:r>
              <a:rPr lang="en-US"/>
              <a:t>Context</a:t>
            </a:r>
          </a:p>
          <a:p>
            <a:pPr marL="457200" lvl="1" indent="0">
              <a:buNone/>
            </a:pPr>
            <a:r>
              <a:rPr lang="en-US"/>
              <a:t>	Maintains the current state.</a:t>
            </a:r>
          </a:p>
          <a:p>
            <a:pPr lvl="1"/>
            <a:r>
              <a:rPr lang="en-US"/>
              <a:t>State</a:t>
            </a:r>
          </a:p>
          <a:p>
            <a:pPr marL="457200" lvl="1" indent="0">
              <a:buNone/>
            </a:pPr>
            <a:r>
              <a:rPr lang="en-US"/>
              <a:t>	Defines state-specific operations.</a:t>
            </a:r>
          </a:p>
          <a:p>
            <a:pPr lvl="1"/>
            <a:r>
              <a:rPr lang="en-US"/>
              <a:t>Concrete States</a:t>
            </a:r>
          </a:p>
          <a:p>
            <a:pPr marL="457200" lvl="1" indent="0">
              <a:buNone/>
            </a:pPr>
            <a:r>
              <a:rPr lang="en-US"/>
              <a:t>	Implement behavior for each state.</a:t>
            </a:r>
          </a:p>
          <a:p>
            <a:pPr lvl="1"/>
            <a:r>
              <a:rPr lang="en-US"/>
              <a:t>Client</a:t>
            </a:r>
          </a:p>
          <a:p>
            <a:pPr marL="457200" lvl="1" indent="0">
              <a:buNone/>
            </a:pPr>
            <a:r>
              <a:rPr lang="en-US"/>
              <a:t>	Interacts with the Context.</a:t>
            </a:r>
            <a:endParaRPr lang="en-US" sz="24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2A0-2656-DE9E-8BF5-4618F629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E326A-1692-DF63-72B3-C5F6269E09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63138-B97F-4D64-A2BD-3C77DDAB097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State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201924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DA5-2BCE-5336-B8CB-084F2DD3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72AAB-2BDA-1B1C-AA61-335F3A5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9E41B-075B-8321-05B2-DAA9379265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27B9D0-9FA8-4ABF-1160-8EFDB276BC9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State Pattern – 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0915D1-4D7A-AB97-402C-B609F44D0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899263"/>
            <a:ext cx="8610600" cy="550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48C3-7EDF-6FC9-8454-7706BC8D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4AD4-85F6-43B5-1CB7-0E68D9E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US"/>
              <a:t>States</a:t>
            </a:r>
          </a:p>
          <a:p>
            <a:pPr lvl="1"/>
            <a:r>
              <a:rPr lang="en-US"/>
              <a:t>Playing</a:t>
            </a:r>
          </a:p>
          <a:p>
            <a:pPr lvl="1"/>
            <a:r>
              <a:rPr lang="en-US"/>
              <a:t>Paused</a:t>
            </a:r>
          </a:p>
          <a:p>
            <a:pPr lvl="1"/>
            <a:r>
              <a:rPr lang="en-US"/>
              <a:t>Stopped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same buttons behave differently depending on the current state.</a:t>
            </a:r>
            <a:endParaRPr lang="en-US" sz="24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5AF62-B091-6868-4C3B-EDD0EC7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F08D8-989E-263D-0F12-9C01AB09B3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A94BE3-1EF7-A6E3-4CF5-96D725E28AA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Example: Music Player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210F5-8E99-C97E-22B9-7C74EF73D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561" y="895020"/>
            <a:ext cx="4805277" cy="4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DC0B-51F6-1ECC-CAB1-00270A74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C274-2AFC-BFDC-9C89-B51B28C4C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MusicPlayer</a:t>
            </a:r>
            <a:r>
              <a:rPr lang="en-US" sz="2800"/>
              <a:t> starts in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StoppedState</a:t>
            </a:r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/>
              <a:t>User presses Play</a:t>
            </a:r>
          </a:p>
          <a:p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StoppedState</a:t>
            </a:r>
            <a:r>
              <a:rPr lang="en-US" sz="2800"/>
              <a:t> handles request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en-US" sz="2800"/>
              <a:t> changes to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PlayingState</a:t>
            </a:r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/>
          </a:p>
          <a:p>
            <a:r>
              <a:rPr lang="en-US" sz="2800"/>
              <a:t>User presses Pause</a:t>
            </a:r>
          </a:p>
          <a:p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PlayingState</a:t>
            </a:r>
            <a:r>
              <a:rPr lang="en-US" sz="2800"/>
              <a:t> handles request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en-US" sz="2800"/>
              <a:t> changes to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PausedState</a:t>
            </a:r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/>
          </a:p>
          <a:p>
            <a:r>
              <a:rPr lang="en-US" sz="2800"/>
              <a:t>User presses Play again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en-US" sz="2800"/>
              <a:t> changes back to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PlayingState</a:t>
            </a:r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6CF20-8DE1-0AC6-6BC9-8B13B9BF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9ECDB-D909-84FA-11C6-968A40A06D6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D77A75-98D0-47E2-1B5B-AE6CFE00016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326827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8B56-24E6-1122-2730-B648A852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150C-72AF-8790-2D5C-5D06D6B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C0162-0154-263A-0E6A-A9C9E61C1A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F6715-0F24-B36A-FFD0-883114BE6B7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60E82-F393-E4DD-FB3D-66A896616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51477"/>
            <a:ext cx="3581400" cy="2828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3F418A-6113-C349-BF61-89D65E64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443" y="851477"/>
            <a:ext cx="4531804" cy="573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2EBD-D386-CC4D-D16C-9A3E180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45E9F-C23F-A8B7-DE5E-175DB94D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DA1B3-A7F5-4B2B-07C2-3FA611D0EC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9F7F1-B886-CD46-6B77-74E11380A82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9F5D5C-B319-03BA-AD76-66E85399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860677"/>
            <a:ext cx="5858486" cy="56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B73F-D3A5-1E58-66BB-DF9D4397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AB3DF6-2FC2-8F27-4407-545DA484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07C555-B6FD-17EB-86C2-CACDA5BFBB3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124542-5DFC-DC80-D213-E3280A4D989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A33AB-6CBC-158A-86E9-2DC989075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32" y="860677"/>
            <a:ext cx="5777564" cy="56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23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C6BD-D277-8414-F1E6-CE0CD593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D8BD8-0941-14CA-D590-CFFE04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BDC7E-A1F9-E20A-E3BA-B3A3A4DD7F1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0FCA4B-5E38-6A0F-09F4-C92DDB8851A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94CDC-97D3-002F-31E2-836D0B77B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99" y="939172"/>
            <a:ext cx="6781229" cy="515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98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99F40-50BC-F630-4528-42789763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E6357-B14C-57E0-40E2-D103A0A8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3E7E5-D581-11BB-2B7A-3F09C706E4D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BD7E63-47A4-665D-9701-B2FC8D5D7FC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EEC66-6B97-F0D0-1D8C-EB36D1883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06249"/>
            <a:ext cx="5867400" cy="4656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DEB73-071B-A6B3-4B66-317B7F8D9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00921"/>
            <a:ext cx="2393092" cy="283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75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6560-3E94-A829-2B60-C7CBC33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03C5-FD83-FF7A-65BD-2EE7A56E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400" b="1" dirty="0"/>
              <a:t>Eliminates Large Conditional Statements</a:t>
            </a:r>
          </a:p>
          <a:p>
            <a:pPr marL="57150" indent="254000">
              <a:buNone/>
            </a:pPr>
            <a:r>
              <a:rPr lang="en-CA" sz="2000" dirty="0"/>
              <a:t>Instead of:			</a:t>
            </a:r>
          </a:p>
          <a:p>
            <a:pPr marL="57150" indent="254000">
              <a:buNone/>
            </a:pPr>
            <a:endParaRPr lang="en-CA" sz="2000" dirty="0"/>
          </a:p>
          <a:p>
            <a:pPr marL="57150" indent="254000">
              <a:buNone/>
            </a:pPr>
            <a:r>
              <a:rPr lang="en-CA" sz="2000" dirty="0"/>
              <a:t>behavior is delegated to state objects.</a:t>
            </a:r>
            <a:endParaRPr lang="en-US" sz="2400" dirty="0"/>
          </a:p>
          <a:p>
            <a:r>
              <a:rPr lang="en-US" sz="2400" b="1" dirty="0"/>
              <a:t>Encapsulates State-Specific Behavior</a:t>
            </a:r>
          </a:p>
          <a:p>
            <a:pPr marL="57150" indent="254000">
              <a:buNone/>
            </a:pPr>
            <a:r>
              <a:rPr lang="en-US" sz="2000" dirty="0"/>
              <a:t>Each state manages its own logic.</a:t>
            </a:r>
          </a:p>
          <a:p>
            <a:r>
              <a:rPr lang="en-CA" sz="2400" b="1" dirty="0"/>
              <a:t>Easier to Add New States</a:t>
            </a:r>
          </a:p>
          <a:p>
            <a:pPr marL="57150" indent="254000">
              <a:buNone/>
            </a:pPr>
            <a:r>
              <a:rPr lang="en-CA" sz="2000" dirty="0"/>
              <a:t>	Add:</a:t>
            </a:r>
          </a:p>
          <a:p>
            <a:pPr marL="57150" indent="254000">
              <a:buNone/>
            </a:pPr>
            <a:r>
              <a:rPr lang="en-CA" sz="2000" dirty="0"/>
              <a:t>without modifying existing states.</a:t>
            </a:r>
            <a:endParaRPr lang="en-CA" sz="2400" dirty="0"/>
          </a:p>
          <a:p>
            <a:r>
              <a:rPr lang="en-CA" sz="2400" b="1" dirty="0"/>
              <a:t>Improves Maintainability</a:t>
            </a:r>
          </a:p>
          <a:p>
            <a:pPr marL="57150" indent="254000">
              <a:buNone/>
            </a:pPr>
            <a:r>
              <a:rPr lang="en-CA" sz="2000" dirty="0"/>
              <a:t>State logic is localized.</a:t>
            </a:r>
          </a:p>
          <a:p>
            <a:r>
              <a:rPr lang="en-CA" sz="2400" b="1" dirty="0"/>
              <a:t>Supports Open/Closed Principle</a:t>
            </a:r>
            <a:endParaRPr lang="en-CA" sz="2000" b="1" dirty="0"/>
          </a:p>
          <a:p>
            <a:pPr marL="57150" indent="254000">
              <a:buNone/>
            </a:pPr>
            <a:r>
              <a:rPr lang="en-CA" sz="2000" dirty="0"/>
              <a:t>New states can be introduced with minimal changes.</a:t>
            </a:r>
          </a:p>
          <a:p>
            <a:r>
              <a:rPr lang="en-CA" sz="2400" b="1" dirty="0"/>
              <a:t>Makes State Transitions Explicit</a:t>
            </a:r>
            <a:endParaRPr lang="en-CA" sz="2000" b="1" dirty="0"/>
          </a:p>
          <a:p>
            <a:pPr marL="57150" indent="254000">
              <a:buNone/>
            </a:pPr>
            <a:r>
              <a:rPr lang="en-CA" sz="2000" dirty="0"/>
              <a:t>Transitions are easy to locate and understand.</a:t>
            </a:r>
          </a:p>
          <a:p>
            <a:pPr marL="57150" indent="0">
              <a:buNone/>
            </a:pPr>
            <a:endParaRPr lang="en-CA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73305-F0BC-FA8B-FC36-56AFA73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13FFB-B949-FF25-A38F-D15D80A89BC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C2E4C5-5BFF-0943-7121-4C94A4FF263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/>
              <a:t>Advantages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A87975-B3D1-AFC2-4E93-F221DA2B4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20800"/>
            <a:ext cx="2997200" cy="584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D72351-60B3-F329-E6A2-B20F980B9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957" y="3649518"/>
            <a:ext cx="15748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0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2AA9-23AE-6419-662D-A0A6D56F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A53D-52D2-96A7-15C8-907142B60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/>
              <a:t>Increases Number of Classes</a:t>
            </a:r>
          </a:p>
          <a:p>
            <a:pPr marL="0" indent="0">
              <a:buNone/>
            </a:pPr>
            <a:r>
              <a:rPr lang="en-CA" sz="2800"/>
              <a:t>	Each state typically requires a separate class.</a:t>
            </a:r>
          </a:p>
          <a:p>
            <a:r>
              <a:rPr lang="en-CA" sz="2800" b="1"/>
              <a:t>Can Be Overkill for Simple State Machines</a:t>
            </a:r>
          </a:p>
          <a:p>
            <a:pPr marL="0" indent="0">
              <a:buNone/>
            </a:pPr>
            <a:r>
              <a:rPr lang="en-CA" sz="2800"/>
              <a:t>	If only two simple states exist, conditionals may be 	simpler.</a:t>
            </a:r>
          </a:p>
          <a:p>
            <a:r>
              <a:rPr lang="en-CA" sz="2800" b="1"/>
              <a:t>State Transitions May Become Scattered</a:t>
            </a:r>
          </a:p>
          <a:p>
            <a:pPr marL="0" indent="0">
              <a:buNone/>
            </a:pPr>
            <a:r>
              <a:rPr lang="en-CA" sz="2800"/>
              <a:t>	Transitions can be distributed among multiple state 	classes.</a:t>
            </a:r>
          </a:p>
          <a:p>
            <a:r>
              <a:rPr lang="en-CA" sz="2800" b="1"/>
              <a:t>More Objects Created</a:t>
            </a:r>
          </a:p>
          <a:p>
            <a:pPr marL="0" indent="0">
              <a:buNone/>
            </a:pPr>
            <a:r>
              <a:rPr lang="en-CA" sz="2800"/>
              <a:t>	Large state machines may introduce many objects.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3B10D-C2F5-5912-34BF-ABF6C8F3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D53097-99A4-6376-1826-8D30E7E261F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88C4FA-9348-9643-08A3-92AAB06E4D9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/>
              <a:t>Disadvantages </a:t>
            </a:r>
          </a:p>
        </p:txBody>
      </p:sp>
    </p:spTree>
    <p:extLst>
      <p:ext uri="{BB962C8B-B14F-4D97-AF65-F5344CB8AC3E}">
        <p14:creationId xmlns:p14="http://schemas.microsoft.com/office/powerpoint/2010/main" val="2302305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2C9A-4B31-AB39-213B-A9BECC3C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EE52-0A43-369F-B011-3562A9097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/>
          </a:bodyPr>
          <a:lstStyle/>
          <a:p>
            <a:r>
              <a:rPr lang="en-CA" sz="2800" b="1"/>
              <a:t>Object behavior changes significantly based on state</a:t>
            </a:r>
          </a:p>
          <a:p>
            <a:pPr marL="0" indent="365125">
              <a:buNone/>
            </a:pPr>
            <a:r>
              <a:rPr lang="en-CA" sz="2800"/>
              <a:t>Examples:</a:t>
            </a:r>
          </a:p>
          <a:p>
            <a:pPr lvl="1"/>
            <a:r>
              <a:rPr lang="en-CA" sz="2400"/>
              <a:t>Media players</a:t>
            </a:r>
          </a:p>
          <a:p>
            <a:pPr lvl="1"/>
            <a:r>
              <a:rPr lang="en-CA" sz="2400"/>
              <a:t>Vending machines</a:t>
            </a:r>
          </a:p>
          <a:p>
            <a:pPr lvl="1"/>
            <a:r>
              <a:rPr lang="en-CA" sz="2400"/>
              <a:t>Traffic lights</a:t>
            </a:r>
          </a:p>
          <a:p>
            <a:pPr lvl="1"/>
            <a:r>
              <a:rPr lang="en-CA" sz="2400"/>
              <a:t>Network connections</a:t>
            </a:r>
            <a:endParaRPr lang="en-CA" sz="2800"/>
          </a:p>
          <a:p>
            <a:r>
              <a:rPr lang="en-CA" sz="2800" b="1"/>
              <a:t>You Have Large Conditional Logic</a:t>
            </a:r>
          </a:p>
          <a:p>
            <a:pPr marL="365125" indent="0">
              <a:buNone/>
            </a:pPr>
            <a:r>
              <a:rPr lang="en-CA" sz="2800"/>
              <a:t>Many: </a:t>
            </a:r>
            <a:r>
              <a:rPr lang="en-CA" sz="2200">
                <a:latin typeface="Courier New" panose="02070309020205020404" pitchFamily="49" charset="0"/>
                <a:cs typeface="Courier New" panose="02070309020205020404" pitchFamily="49" charset="0"/>
              </a:rPr>
              <a:t>if(state == ...) </a:t>
            </a:r>
            <a:r>
              <a:rPr lang="en-CA" sz="2800"/>
              <a:t>statements indicate a potential State Pattern.</a:t>
            </a:r>
          </a:p>
          <a:p>
            <a:r>
              <a:rPr lang="en-CA" sz="2800" b="1"/>
              <a:t>State Transitions Are Important</a:t>
            </a:r>
          </a:p>
          <a:p>
            <a:pPr marL="0" indent="365125">
              <a:buNone/>
            </a:pPr>
            <a:r>
              <a:rPr lang="en-CA" sz="2800"/>
              <a:t>When moving from one state to another is a core business rule.</a:t>
            </a:r>
          </a:p>
          <a:p>
            <a:r>
              <a:rPr lang="en-CA" sz="2800" b="1"/>
              <a:t>New States May Be Added Later</a:t>
            </a:r>
          </a:p>
          <a:p>
            <a:pPr marL="0" indent="365125">
              <a:buNone/>
            </a:pPr>
            <a:r>
              <a:rPr lang="en-CA" sz="2800"/>
              <a:t>The pattern scales well as states grow.</a:t>
            </a:r>
          </a:p>
          <a:p>
            <a:pPr marL="365125" indent="0">
              <a:buNone/>
            </a:pPr>
            <a:endParaRPr lang="en-CA" sz="2800"/>
          </a:p>
          <a:p>
            <a:pPr marL="0" indent="365125">
              <a:buNone/>
            </a:pPr>
            <a:endParaRPr lang="en-CA" sz="2800"/>
          </a:p>
          <a:p>
            <a:pPr marL="0" indent="365125">
              <a:buNone/>
            </a:pPr>
            <a:endParaRPr lang="en-CA" sz="28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64765-D8CE-6BC1-FD67-076581EA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FC16B5-5079-B2B6-2B47-18A3F38CD52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7971A5-2515-25F8-F918-B148EE87895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/>
              <a:t>When to Use State Pattern </a:t>
            </a:r>
          </a:p>
        </p:txBody>
      </p:sp>
    </p:spTree>
    <p:extLst>
      <p:ext uri="{BB962C8B-B14F-4D97-AF65-F5344CB8AC3E}">
        <p14:creationId xmlns:p14="http://schemas.microsoft.com/office/powerpoint/2010/main" val="4283212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5E95-DC05-C9EB-583C-4CF32BA4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4EFD8-AA70-50DF-C6C7-CE2193E51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/>
              <a:t>Media Players</a:t>
            </a:r>
          </a:p>
          <a:p>
            <a:pPr marL="457200" lvl="1" indent="0">
              <a:buNone/>
            </a:pPr>
            <a:r>
              <a:rPr lang="en-CA" sz="2400"/>
              <a:t>States:</a:t>
            </a:r>
          </a:p>
          <a:p>
            <a:pPr lvl="1"/>
            <a:r>
              <a:rPr lang="en-CA" sz="2400"/>
              <a:t>Playing</a:t>
            </a:r>
          </a:p>
          <a:p>
            <a:pPr lvl="1"/>
            <a:r>
              <a:rPr lang="en-CA" sz="2400"/>
              <a:t>Paused</a:t>
            </a:r>
          </a:p>
          <a:p>
            <a:pPr lvl="1"/>
            <a:r>
              <a:rPr lang="en-CA" sz="2400"/>
              <a:t>Stopped</a:t>
            </a:r>
          </a:p>
          <a:p>
            <a:pPr lvl="1"/>
            <a:r>
              <a:rPr lang="en-CA" sz="2400"/>
              <a:t>Buffering</a:t>
            </a:r>
            <a:endParaRPr lang="en-CA" sz="2800"/>
          </a:p>
          <a:p>
            <a:r>
              <a:rPr lang="en-CA" sz="2800" b="1"/>
              <a:t>Vending Machines</a:t>
            </a:r>
          </a:p>
          <a:p>
            <a:pPr marL="457200" lvl="1" indent="0">
              <a:buNone/>
            </a:pPr>
            <a:r>
              <a:rPr lang="en-CA" sz="2400"/>
              <a:t>States:</a:t>
            </a:r>
          </a:p>
          <a:p>
            <a:pPr lvl="1"/>
            <a:r>
              <a:rPr lang="en-CA" sz="2400" err="1"/>
              <a:t>NoCoin</a:t>
            </a:r>
            <a:endParaRPr lang="en-CA" sz="2400"/>
          </a:p>
          <a:p>
            <a:pPr lvl="1"/>
            <a:r>
              <a:rPr lang="en-CA" sz="2400" err="1"/>
              <a:t>HasCoin</a:t>
            </a:r>
            <a:endParaRPr lang="en-CA" sz="2400"/>
          </a:p>
          <a:p>
            <a:pPr lvl="1"/>
            <a:r>
              <a:rPr lang="en-CA" sz="2400"/>
              <a:t>Dispensing</a:t>
            </a:r>
          </a:p>
          <a:p>
            <a:pPr lvl="1"/>
            <a:r>
              <a:rPr lang="en-CA" sz="2400" err="1"/>
              <a:t>SoldOut</a:t>
            </a:r>
            <a:endParaRPr lang="en-CA" sz="24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34552-8A96-7CCA-A7B7-4AE6C462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885968-82E5-6646-F85F-9DDEAB51383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432858-94CE-E6AF-BD7D-BAE97AFB17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/>
              <a:t>Real-World Examples</a:t>
            </a:r>
          </a:p>
        </p:txBody>
      </p:sp>
    </p:spTree>
    <p:extLst>
      <p:ext uri="{BB962C8B-B14F-4D97-AF65-F5344CB8AC3E}">
        <p14:creationId xmlns:p14="http://schemas.microsoft.com/office/powerpoint/2010/main" val="1654767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8F5B-5C3E-8F74-DC33-1C9398FB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73179-2824-66D7-34EE-3137E4938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/>
              <a:t>TCP Connections</a:t>
            </a:r>
          </a:p>
          <a:p>
            <a:pPr marL="457200" lvl="1" indent="0">
              <a:buNone/>
            </a:pPr>
            <a:r>
              <a:rPr lang="en-CA" sz="2400"/>
              <a:t>States:</a:t>
            </a:r>
          </a:p>
          <a:p>
            <a:pPr lvl="1"/>
            <a:r>
              <a:rPr lang="en-CA" sz="2400"/>
              <a:t>Listening</a:t>
            </a:r>
          </a:p>
          <a:p>
            <a:pPr lvl="1"/>
            <a:r>
              <a:rPr lang="en-CA" sz="2400"/>
              <a:t>Established</a:t>
            </a:r>
          </a:p>
          <a:p>
            <a:pPr lvl="1"/>
            <a:r>
              <a:rPr lang="en-CA" sz="2400"/>
              <a:t>Closed</a:t>
            </a:r>
            <a:endParaRPr lang="en-CA" sz="2800"/>
          </a:p>
          <a:p>
            <a:r>
              <a:rPr lang="en-CA" sz="2800" b="1"/>
              <a:t>Online Orders</a:t>
            </a:r>
          </a:p>
          <a:p>
            <a:pPr marL="457200" lvl="1" indent="0">
              <a:buNone/>
            </a:pPr>
            <a:r>
              <a:rPr lang="en-CA" sz="2400"/>
              <a:t>States:</a:t>
            </a:r>
          </a:p>
          <a:p>
            <a:pPr lvl="1"/>
            <a:r>
              <a:rPr lang="en-CA" sz="2400"/>
              <a:t>Created</a:t>
            </a:r>
          </a:p>
          <a:p>
            <a:pPr lvl="1"/>
            <a:r>
              <a:rPr lang="en-CA" sz="2400"/>
              <a:t>Paid</a:t>
            </a:r>
          </a:p>
          <a:p>
            <a:pPr lvl="1"/>
            <a:r>
              <a:rPr lang="en-CA" sz="2400"/>
              <a:t>Shipped</a:t>
            </a:r>
          </a:p>
          <a:p>
            <a:pPr lvl="1"/>
            <a:r>
              <a:rPr lang="en-CA" sz="2400"/>
              <a:t>Delivered</a:t>
            </a:r>
          </a:p>
          <a:p>
            <a:pPr lvl="1"/>
            <a:r>
              <a:rPr lang="en-CA" sz="2400"/>
              <a:t>Cancelled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7CA4E-BEA9-41D8-A3CF-ECD32C6A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1513E9-FC8C-3D01-2BEA-69AAF970967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1646F1-0CCC-5812-9B4D-CB1A3D26041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/>
              <a:t>Real-World Examples</a:t>
            </a:r>
          </a:p>
        </p:txBody>
      </p:sp>
    </p:spTree>
    <p:extLst>
      <p:ext uri="{BB962C8B-B14F-4D97-AF65-F5344CB8AC3E}">
        <p14:creationId xmlns:p14="http://schemas.microsoft.com/office/powerpoint/2010/main" val="3920563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0846-81D5-E048-69B9-4DD0BF9B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FB1C-EF8D-AEF1-DDB5-4ABCFF9F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/>
              <a:t>The </a:t>
            </a:r>
            <a:r>
              <a:rPr lang="en-CA" sz="2800" b="1"/>
              <a:t>State Pattern</a:t>
            </a:r>
            <a:r>
              <a:rPr lang="en-CA" sz="2800"/>
              <a:t> lets an object change its behavior by changing the object that represents its current state.</a:t>
            </a:r>
          </a:p>
          <a:p>
            <a:pPr marL="0" indent="0">
              <a:buNone/>
            </a:pPr>
            <a:r>
              <a:rPr lang="en-CA" sz="2800"/>
              <a:t>	</a:t>
            </a:r>
          </a:p>
          <a:p>
            <a:pPr marL="0" indent="0">
              <a:buNone/>
            </a:pPr>
            <a:r>
              <a:rPr lang="en-CA" sz="2800"/>
              <a:t>	Instead of asking:</a:t>
            </a:r>
          </a:p>
          <a:p>
            <a:pPr marL="0" indent="0">
              <a:buNone/>
            </a:pPr>
            <a:r>
              <a:rPr lang="en-CA" sz="2800"/>
              <a:t>	</a:t>
            </a:r>
          </a:p>
          <a:p>
            <a:pPr marL="0" indent="0">
              <a:buNone/>
            </a:pPr>
            <a:r>
              <a:rPr lang="en-CA" sz="2800"/>
              <a:t>		“What state am I in?”</a:t>
            </a:r>
          </a:p>
          <a:p>
            <a:pPr marL="0" indent="0">
              <a:buNone/>
            </a:pPr>
            <a:r>
              <a:rPr lang="en-CA"/>
              <a:t>	</a:t>
            </a:r>
          </a:p>
          <a:p>
            <a:pPr marL="0" indent="0">
              <a:buNone/>
            </a:pPr>
            <a:r>
              <a:rPr lang="en-CA"/>
              <a:t>	</a:t>
            </a:r>
            <a:r>
              <a:rPr lang="en-CA" sz="2800"/>
              <a:t>the object delegates work to the current state  and lets 	that state decide how to respond.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87287-DB64-21C3-6257-C2CFFEED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50A8AD-502B-C694-01E4-CFF24BF4254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BCBCA1-B803-D22E-7924-700FBFA7983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/>
              <a:t>Key Insight</a:t>
            </a:r>
          </a:p>
        </p:txBody>
      </p:sp>
    </p:spTree>
    <p:extLst>
      <p:ext uri="{BB962C8B-B14F-4D97-AF65-F5344CB8AC3E}">
        <p14:creationId xmlns:p14="http://schemas.microsoft.com/office/powerpoint/2010/main" val="301661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Microsoft Macintosh PowerPoint</Application>
  <PresentationFormat>On-screen Show (4:3)</PresentationFormat>
  <Paragraphs>204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Times New Roman</vt:lpstr>
      <vt:lpstr>Wingdings</vt:lpstr>
      <vt:lpstr>Office Theme</vt:lpstr>
      <vt:lpstr>Object-Oriented Software Analysis &amp; Design (COMP-3220)  Lecture 10  State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1</cp:revision>
  <dcterms:created xsi:type="dcterms:W3CDTF">2006-08-16T00:00:00Z</dcterms:created>
  <dcterms:modified xsi:type="dcterms:W3CDTF">2026-06-24T15:02:36Z</dcterms:modified>
</cp:coreProperties>
</file>