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6" r:id="rId2"/>
    <p:sldId id="361" r:id="rId3"/>
    <p:sldId id="371" r:id="rId4"/>
    <p:sldId id="372" r:id="rId5"/>
    <p:sldId id="373" r:id="rId6"/>
    <p:sldId id="374" r:id="rId7"/>
    <p:sldId id="375" r:id="rId8"/>
    <p:sldId id="376" r:id="rId9"/>
    <p:sldId id="377" r:id="rId10"/>
    <p:sldId id="378" r:id="rId11"/>
    <p:sldId id="379" r:id="rId12"/>
    <p:sldId id="380" r:id="rId13"/>
    <p:sldId id="381" r:id="rId14"/>
    <p:sldId id="382" r:id="rId15"/>
    <p:sldId id="383" r:id="rId16"/>
    <p:sldId id="384" r:id="rId17"/>
    <p:sldId id="385" r:id="rId18"/>
    <p:sldId id="386" r:id="rId19"/>
    <p:sldId id="387" r:id="rId20"/>
    <p:sldId id="388" r:id="rId21"/>
    <p:sldId id="389" r:id="rId22"/>
    <p:sldId id="390" r:id="rId23"/>
    <p:sldId id="391" r:id="rId24"/>
    <p:sldId id="392" r:id="rId25"/>
    <p:sldId id="393" r:id="rId26"/>
    <p:sldId id="394" r:id="rId27"/>
    <p:sldId id="395" r:id="rId28"/>
    <p:sldId id="396" r:id="rId29"/>
    <p:sldId id="397" r:id="rId30"/>
    <p:sldId id="398"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008000"/>
    <a:srgbClr val="D60093"/>
    <a:srgbClr val="FF3399"/>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D98E46-03D3-3046-9436-404A2F8067D1}" v="40" dt="2026-04-19T22:36:50.1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87" autoAdjust="0"/>
    <p:restoredTop sz="96301" autoAdjust="0"/>
  </p:normalViewPr>
  <p:slideViewPr>
    <p:cSldViewPr>
      <p:cViewPr varScale="1">
        <p:scale>
          <a:sx n="123" d="100"/>
          <a:sy n="123" d="100"/>
        </p:scale>
        <p:origin x="1872" y="184"/>
      </p:cViewPr>
      <p:guideLst>
        <p:guide orient="horz" pos="2160"/>
        <p:guide pos="2880"/>
      </p:guideLst>
    </p:cSldViewPr>
  </p:slideViewPr>
  <p:notesTextViewPr>
    <p:cViewPr>
      <p:scale>
        <a:sx n="3" d="2"/>
        <a:sy n="3" d="2"/>
      </p:scale>
      <p:origin x="0" y="0"/>
    </p:cViewPr>
  </p:notesTextViewPr>
  <p:notesViewPr>
    <p:cSldViewPr>
      <p:cViewPr varScale="1">
        <p:scale>
          <a:sx n="88" d="100"/>
          <a:sy n="88" d="100"/>
        </p:scale>
        <p:origin x="382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eed Samet" userId="cfbf7cda-a3f0-4a18-b58e-e4747a47ab2e" providerId="ADAL" clId="{1DAAA582-D431-51E1-B726-79BB57AE61A7}"/>
    <pc:docChg chg="undo custSel addSld delSld modSld sldOrd">
      <pc:chgData name="Saeed Samet" userId="cfbf7cda-a3f0-4a18-b58e-e4747a47ab2e" providerId="ADAL" clId="{1DAAA582-D431-51E1-B726-79BB57AE61A7}" dt="2026-04-19T22:43:46.360" v="573" actId="20577"/>
      <pc:docMkLst>
        <pc:docMk/>
      </pc:docMkLst>
      <pc:sldChg chg="addSp delSp modSp mod">
        <pc:chgData name="Saeed Samet" userId="cfbf7cda-a3f0-4a18-b58e-e4747a47ab2e" providerId="ADAL" clId="{1DAAA582-D431-51E1-B726-79BB57AE61A7}" dt="2026-04-19T22:43:46.360" v="573" actId="20577"/>
        <pc:sldMkLst>
          <pc:docMk/>
          <pc:sldMk cId="2931880077" sldId="256"/>
        </pc:sldMkLst>
        <pc:spChg chg="mod">
          <ac:chgData name="Saeed Samet" userId="cfbf7cda-a3f0-4a18-b58e-e4747a47ab2e" providerId="ADAL" clId="{1DAAA582-D431-51E1-B726-79BB57AE61A7}" dt="2026-04-19T22:43:46.360" v="573" actId="20577"/>
          <ac:spMkLst>
            <pc:docMk/>
            <pc:sldMk cId="2931880077" sldId="256"/>
            <ac:spMk id="2" creationId="{00000000-0000-0000-0000-000000000000}"/>
          </ac:spMkLst>
        </pc:spChg>
        <pc:picChg chg="add del mod">
          <ac:chgData name="Saeed Samet" userId="cfbf7cda-a3f0-4a18-b58e-e4747a47ab2e" providerId="ADAL" clId="{1DAAA582-D431-51E1-B726-79BB57AE61A7}" dt="2026-04-18T22:44:26.995" v="61" actId="21"/>
          <ac:picMkLst>
            <pc:docMk/>
            <pc:sldMk cId="2931880077" sldId="256"/>
            <ac:picMk id="6" creationId="{60666F8F-49ED-F449-0DDB-11418F0BFD64}"/>
          </ac:picMkLst>
        </pc:picChg>
      </pc:sldChg>
      <pc:sldChg chg="addSp modSp mod">
        <pc:chgData name="Saeed Samet" userId="cfbf7cda-a3f0-4a18-b58e-e4747a47ab2e" providerId="ADAL" clId="{1DAAA582-D431-51E1-B726-79BB57AE61A7}" dt="2026-04-18T22:46:07.182" v="85" actId="14100"/>
        <pc:sldMkLst>
          <pc:docMk/>
          <pc:sldMk cId="223137185" sldId="361"/>
        </pc:sldMkLst>
        <pc:spChg chg="mod">
          <ac:chgData name="Saeed Samet" userId="cfbf7cda-a3f0-4a18-b58e-e4747a47ab2e" providerId="ADAL" clId="{1DAAA582-D431-51E1-B726-79BB57AE61A7}" dt="2026-04-18T22:45:55.906" v="83" actId="27636"/>
          <ac:spMkLst>
            <pc:docMk/>
            <pc:sldMk cId="223137185" sldId="361"/>
            <ac:spMk id="3" creationId="{00000000-0000-0000-0000-000000000000}"/>
          </ac:spMkLst>
        </pc:spChg>
        <pc:spChg chg="mod">
          <ac:chgData name="Saeed Samet" userId="cfbf7cda-a3f0-4a18-b58e-e4747a47ab2e" providerId="ADAL" clId="{1DAAA582-D431-51E1-B726-79BB57AE61A7}" dt="2026-04-18T22:19:28.045" v="52" actId="20577"/>
          <ac:spMkLst>
            <pc:docMk/>
            <pc:sldMk cId="223137185" sldId="361"/>
            <ac:spMk id="7" creationId="{00000000-0000-0000-0000-000000000000}"/>
          </ac:spMkLst>
        </pc:spChg>
        <pc:picChg chg="add mod">
          <ac:chgData name="Saeed Samet" userId="cfbf7cda-a3f0-4a18-b58e-e4747a47ab2e" providerId="ADAL" clId="{1DAAA582-D431-51E1-B726-79BB57AE61A7}" dt="2026-04-18T22:46:07.182" v="85" actId="14100"/>
          <ac:picMkLst>
            <pc:docMk/>
            <pc:sldMk cId="223137185" sldId="361"/>
            <ac:picMk id="2" creationId="{B63314CB-2F0D-D914-949D-8577E2B45A5D}"/>
          </ac:picMkLst>
        </pc:picChg>
      </pc:sldChg>
      <pc:sldChg chg="del">
        <pc:chgData name="Saeed Samet" userId="cfbf7cda-a3f0-4a18-b58e-e4747a47ab2e" providerId="ADAL" clId="{1DAAA582-D431-51E1-B726-79BB57AE61A7}" dt="2026-04-18T21:39:32.198" v="2" actId="2696"/>
        <pc:sldMkLst>
          <pc:docMk/>
          <pc:sldMk cId="1204296183" sldId="362"/>
        </pc:sldMkLst>
      </pc:sldChg>
      <pc:sldChg chg="del">
        <pc:chgData name="Saeed Samet" userId="cfbf7cda-a3f0-4a18-b58e-e4747a47ab2e" providerId="ADAL" clId="{1DAAA582-D431-51E1-B726-79BB57AE61A7}" dt="2026-04-18T21:39:43.739" v="3" actId="2696"/>
        <pc:sldMkLst>
          <pc:docMk/>
          <pc:sldMk cId="1707613629" sldId="363"/>
        </pc:sldMkLst>
      </pc:sldChg>
      <pc:sldChg chg="del">
        <pc:chgData name="Saeed Samet" userId="cfbf7cda-a3f0-4a18-b58e-e4747a47ab2e" providerId="ADAL" clId="{1DAAA582-D431-51E1-B726-79BB57AE61A7}" dt="2026-04-18T21:39:43.749" v="5" actId="2696"/>
        <pc:sldMkLst>
          <pc:docMk/>
          <pc:sldMk cId="573604698" sldId="364"/>
        </pc:sldMkLst>
      </pc:sldChg>
      <pc:sldChg chg="del">
        <pc:chgData name="Saeed Samet" userId="cfbf7cda-a3f0-4a18-b58e-e4747a47ab2e" providerId="ADAL" clId="{1DAAA582-D431-51E1-B726-79BB57AE61A7}" dt="2026-04-18T21:39:43.761" v="9" actId="2696"/>
        <pc:sldMkLst>
          <pc:docMk/>
          <pc:sldMk cId="1556815088" sldId="365"/>
        </pc:sldMkLst>
      </pc:sldChg>
      <pc:sldChg chg="del">
        <pc:chgData name="Saeed Samet" userId="cfbf7cda-a3f0-4a18-b58e-e4747a47ab2e" providerId="ADAL" clId="{1DAAA582-D431-51E1-B726-79BB57AE61A7}" dt="2026-04-18T21:39:43.751" v="7" actId="2696"/>
        <pc:sldMkLst>
          <pc:docMk/>
          <pc:sldMk cId="2859326394" sldId="366"/>
        </pc:sldMkLst>
      </pc:sldChg>
      <pc:sldChg chg="del">
        <pc:chgData name="Saeed Samet" userId="cfbf7cda-a3f0-4a18-b58e-e4747a47ab2e" providerId="ADAL" clId="{1DAAA582-D431-51E1-B726-79BB57AE61A7}" dt="2026-04-18T21:39:43.750" v="6" actId="2696"/>
        <pc:sldMkLst>
          <pc:docMk/>
          <pc:sldMk cId="1276983292" sldId="367"/>
        </pc:sldMkLst>
      </pc:sldChg>
      <pc:sldChg chg="del">
        <pc:chgData name="Saeed Samet" userId="cfbf7cda-a3f0-4a18-b58e-e4747a47ab2e" providerId="ADAL" clId="{1DAAA582-D431-51E1-B726-79BB57AE61A7}" dt="2026-04-18T21:39:43.765" v="10" actId="2696"/>
        <pc:sldMkLst>
          <pc:docMk/>
          <pc:sldMk cId="3373684738" sldId="368"/>
        </pc:sldMkLst>
      </pc:sldChg>
      <pc:sldChg chg="del">
        <pc:chgData name="Saeed Samet" userId="cfbf7cda-a3f0-4a18-b58e-e4747a47ab2e" providerId="ADAL" clId="{1DAAA582-D431-51E1-B726-79BB57AE61A7}" dt="2026-04-18T21:39:53.839" v="12" actId="2696"/>
        <pc:sldMkLst>
          <pc:docMk/>
          <pc:sldMk cId="50990525" sldId="369"/>
        </pc:sldMkLst>
      </pc:sldChg>
      <pc:sldChg chg="del">
        <pc:chgData name="Saeed Samet" userId="cfbf7cda-a3f0-4a18-b58e-e4747a47ab2e" providerId="ADAL" clId="{1DAAA582-D431-51E1-B726-79BB57AE61A7}" dt="2026-04-18T21:39:43.741" v="4" actId="2696"/>
        <pc:sldMkLst>
          <pc:docMk/>
          <pc:sldMk cId="3291455083" sldId="370"/>
        </pc:sldMkLst>
      </pc:sldChg>
      <pc:sldChg chg="delSp modSp mod">
        <pc:chgData name="Saeed Samet" userId="cfbf7cda-a3f0-4a18-b58e-e4747a47ab2e" providerId="ADAL" clId="{1DAAA582-D431-51E1-B726-79BB57AE61A7}" dt="2026-04-19T02:33:10.245" v="192" actId="113"/>
        <pc:sldMkLst>
          <pc:docMk/>
          <pc:sldMk cId="4128109122" sldId="371"/>
        </pc:sldMkLst>
        <pc:spChg chg="mod">
          <ac:chgData name="Saeed Samet" userId="cfbf7cda-a3f0-4a18-b58e-e4747a47ab2e" providerId="ADAL" clId="{1DAAA582-D431-51E1-B726-79BB57AE61A7}" dt="2026-04-19T02:33:10.245" v="192" actId="113"/>
          <ac:spMkLst>
            <pc:docMk/>
            <pc:sldMk cId="4128109122" sldId="371"/>
            <ac:spMk id="3" creationId="{DED8431E-DA6F-A8E4-6583-3440123FA2AA}"/>
          </ac:spMkLst>
        </pc:spChg>
        <pc:spChg chg="mod">
          <ac:chgData name="Saeed Samet" userId="cfbf7cda-a3f0-4a18-b58e-e4747a47ab2e" providerId="ADAL" clId="{1DAAA582-D431-51E1-B726-79BB57AE61A7}" dt="2026-04-18T22:46:42.536" v="86"/>
          <ac:spMkLst>
            <pc:docMk/>
            <pc:sldMk cId="4128109122" sldId="371"/>
            <ac:spMk id="7" creationId="{85D1FC31-FE45-19E1-0A0D-E78EED9BCC65}"/>
          </ac:spMkLst>
        </pc:spChg>
        <pc:picChg chg="del mod">
          <ac:chgData name="Saeed Samet" userId="cfbf7cda-a3f0-4a18-b58e-e4747a47ab2e" providerId="ADAL" clId="{1DAAA582-D431-51E1-B726-79BB57AE61A7}" dt="2026-04-19T02:25:01.073" v="118" actId="478"/>
          <ac:picMkLst>
            <pc:docMk/>
            <pc:sldMk cId="4128109122" sldId="371"/>
            <ac:picMk id="4" creationId="{36A5A31F-3EC0-9DDA-0D63-307329301965}"/>
          </ac:picMkLst>
        </pc:picChg>
      </pc:sldChg>
      <pc:sldChg chg="del">
        <pc:chgData name="Saeed Samet" userId="cfbf7cda-a3f0-4a18-b58e-e4747a47ab2e" providerId="ADAL" clId="{1DAAA582-D431-51E1-B726-79BB57AE61A7}" dt="2026-04-18T21:39:53.837" v="11" actId="2696"/>
        <pc:sldMkLst>
          <pc:docMk/>
          <pc:sldMk cId="1656083836" sldId="372"/>
        </pc:sldMkLst>
      </pc:sldChg>
      <pc:sldChg chg="addSp delSp modSp add mod">
        <pc:chgData name="Saeed Samet" userId="cfbf7cda-a3f0-4a18-b58e-e4747a47ab2e" providerId="ADAL" clId="{1DAAA582-D431-51E1-B726-79BB57AE61A7}" dt="2026-04-19T02:33:26.799" v="200" actId="20577"/>
        <pc:sldMkLst>
          <pc:docMk/>
          <pc:sldMk cId="3506785376" sldId="372"/>
        </pc:sldMkLst>
        <pc:spChg chg="del">
          <ac:chgData name="Saeed Samet" userId="cfbf7cda-a3f0-4a18-b58e-e4747a47ab2e" providerId="ADAL" clId="{1DAAA582-D431-51E1-B726-79BB57AE61A7}" dt="2026-04-19T02:25:12.708" v="122" actId="478"/>
          <ac:spMkLst>
            <pc:docMk/>
            <pc:sldMk cId="3506785376" sldId="372"/>
            <ac:spMk id="3" creationId="{B9F410B6-43E8-C0FE-4840-F55056488001}"/>
          </ac:spMkLst>
        </pc:spChg>
        <pc:spChg chg="add del mod">
          <ac:chgData name="Saeed Samet" userId="cfbf7cda-a3f0-4a18-b58e-e4747a47ab2e" providerId="ADAL" clId="{1DAAA582-D431-51E1-B726-79BB57AE61A7}" dt="2026-04-19T02:25:16.505" v="123" actId="478"/>
          <ac:spMkLst>
            <pc:docMk/>
            <pc:sldMk cId="3506785376" sldId="372"/>
            <ac:spMk id="5" creationId="{842747BB-475B-58C7-EF23-F470008A1F7A}"/>
          </ac:spMkLst>
        </pc:spChg>
        <pc:spChg chg="add del">
          <ac:chgData name="Saeed Samet" userId="cfbf7cda-a3f0-4a18-b58e-e4747a47ab2e" providerId="ADAL" clId="{1DAAA582-D431-51E1-B726-79BB57AE61A7}" dt="2026-04-19T02:28:00.663" v="137" actId="478"/>
          <ac:spMkLst>
            <pc:docMk/>
            <pc:sldMk cId="3506785376" sldId="372"/>
            <ac:spMk id="12" creationId="{7AD5490C-29F7-BD87-CD95-1C7053B510C2}"/>
          </ac:spMkLst>
        </pc:spChg>
        <pc:spChg chg="add mod">
          <ac:chgData name="Saeed Samet" userId="cfbf7cda-a3f0-4a18-b58e-e4747a47ab2e" providerId="ADAL" clId="{1DAAA582-D431-51E1-B726-79BB57AE61A7}" dt="2026-04-19T02:33:26.799" v="200" actId="20577"/>
          <ac:spMkLst>
            <pc:docMk/>
            <pc:sldMk cId="3506785376" sldId="372"/>
            <ac:spMk id="13" creationId="{10C59A64-B084-EE8B-0FCE-BD10D3CB4EFF}"/>
          </ac:spMkLst>
        </pc:spChg>
        <pc:picChg chg="mod">
          <ac:chgData name="Saeed Samet" userId="cfbf7cda-a3f0-4a18-b58e-e4747a47ab2e" providerId="ADAL" clId="{1DAAA582-D431-51E1-B726-79BB57AE61A7}" dt="2026-04-19T02:29:29.102" v="175" actId="1076"/>
          <ac:picMkLst>
            <pc:docMk/>
            <pc:sldMk cId="3506785376" sldId="372"/>
            <ac:picMk id="4" creationId="{8610FC1E-0045-A78B-46CB-92CD686A26FF}"/>
          </ac:picMkLst>
        </pc:picChg>
      </pc:sldChg>
      <pc:sldChg chg="addSp delSp modSp add mod ord">
        <pc:chgData name="Saeed Samet" userId="cfbf7cda-a3f0-4a18-b58e-e4747a47ab2e" providerId="ADAL" clId="{1DAAA582-D431-51E1-B726-79BB57AE61A7}" dt="2026-04-19T02:32:44.466" v="187" actId="20578"/>
        <pc:sldMkLst>
          <pc:docMk/>
          <pc:sldMk cId="1232401219" sldId="373"/>
        </pc:sldMkLst>
        <pc:spChg chg="add del mod">
          <ac:chgData name="Saeed Samet" userId="cfbf7cda-a3f0-4a18-b58e-e4747a47ab2e" providerId="ADAL" clId="{1DAAA582-D431-51E1-B726-79BB57AE61A7}" dt="2026-04-19T02:31:45.876" v="181" actId="478"/>
          <ac:spMkLst>
            <pc:docMk/>
            <pc:sldMk cId="1232401219" sldId="373"/>
            <ac:spMk id="3" creationId="{1DC0ADA4-6650-7784-2FA1-5FE14B4AA786}"/>
          </ac:spMkLst>
        </pc:spChg>
        <pc:spChg chg="mod">
          <ac:chgData name="Saeed Samet" userId="cfbf7cda-a3f0-4a18-b58e-e4747a47ab2e" providerId="ADAL" clId="{1DAAA582-D431-51E1-B726-79BB57AE61A7}" dt="2026-04-19T02:30:10.620" v="177"/>
          <ac:spMkLst>
            <pc:docMk/>
            <pc:sldMk cId="1232401219" sldId="373"/>
            <ac:spMk id="7" creationId="{6B3AD7EF-6B7B-FB50-7FDE-142E3CFCDB51}"/>
          </ac:spMkLst>
        </pc:spChg>
        <pc:spChg chg="del">
          <ac:chgData name="Saeed Samet" userId="cfbf7cda-a3f0-4a18-b58e-e4747a47ab2e" providerId="ADAL" clId="{1DAAA582-D431-51E1-B726-79BB57AE61A7}" dt="2026-04-19T02:31:38.273" v="178" actId="478"/>
          <ac:spMkLst>
            <pc:docMk/>
            <pc:sldMk cId="1232401219" sldId="373"/>
            <ac:spMk id="13" creationId="{0456940B-9B73-76DB-AB3F-826CF96CD6C8}"/>
          </ac:spMkLst>
        </pc:spChg>
        <pc:picChg chg="add del mod">
          <ac:chgData name="Saeed Samet" userId="cfbf7cda-a3f0-4a18-b58e-e4747a47ab2e" providerId="ADAL" clId="{1DAAA582-D431-51E1-B726-79BB57AE61A7}" dt="2026-04-19T02:32:17.604" v="185" actId="1076"/>
          <ac:picMkLst>
            <pc:docMk/>
            <pc:sldMk cId="1232401219" sldId="373"/>
            <ac:picMk id="4" creationId="{FF4034FF-59EF-D104-9A0B-D9B4CFF8C408}"/>
          </ac:picMkLst>
        </pc:picChg>
      </pc:sldChg>
      <pc:sldChg chg="del">
        <pc:chgData name="Saeed Samet" userId="cfbf7cda-a3f0-4a18-b58e-e4747a47ab2e" providerId="ADAL" clId="{1DAAA582-D431-51E1-B726-79BB57AE61A7}" dt="2026-04-18T21:39:53.851" v="22" actId="2696"/>
        <pc:sldMkLst>
          <pc:docMk/>
          <pc:sldMk cId="2527302615" sldId="373"/>
        </pc:sldMkLst>
      </pc:sldChg>
      <pc:sldChg chg="modSp add mod">
        <pc:chgData name="Saeed Samet" userId="cfbf7cda-a3f0-4a18-b58e-e4747a47ab2e" providerId="ADAL" clId="{1DAAA582-D431-51E1-B726-79BB57AE61A7}" dt="2026-04-19T21:50:50.280" v="259" actId="113"/>
        <pc:sldMkLst>
          <pc:docMk/>
          <pc:sldMk cId="1012881760" sldId="374"/>
        </pc:sldMkLst>
        <pc:spChg chg="mod">
          <ac:chgData name="Saeed Samet" userId="cfbf7cda-a3f0-4a18-b58e-e4747a47ab2e" providerId="ADAL" clId="{1DAAA582-D431-51E1-B726-79BB57AE61A7}" dt="2026-04-19T21:50:50.280" v="259" actId="113"/>
          <ac:spMkLst>
            <pc:docMk/>
            <pc:sldMk cId="1012881760" sldId="374"/>
            <ac:spMk id="13" creationId="{FFB7547F-2899-729C-3A2C-0D2096036522}"/>
          </ac:spMkLst>
        </pc:spChg>
        <pc:picChg chg="mod">
          <ac:chgData name="Saeed Samet" userId="cfbf7cda-a3f0-4a18-b58e-e4747a47ab2e" providerId="ADAL" clId="{1DAAA582-D431-51E1-B726-79BB57AE61A7}" dt="2026-04-19T02:34:05.497" v="203" actId="14826"/>
          <ac:picMkLst>
            <pc:docMk/>
            <pc:sldMk cId="1012881760" sldId="374"/>
            <ac:picMk id="4" creationId="{E096590A-77B8-67B1-66F4-E4AE89BD6C7C}"/>
          </ac:picMkLst>
        </pc:picChg>
      </pc:sldChg>
      <pc:sldChg chg="del">
        <pc:chgData name="Saeed Samet" userId="cfbf7cda-a3f0-4a18-b58e-e4747a47ab2e" providerId="ADAL" clId="{1DAAA582-D431-51E1-B726-79BB57AE61A7}" dt="2026-04-18T21:39:43.752" v="8" actId="2696"/>
        <pc:sldMkLst>
          <pc:docMk/>
          <pc:sldMk cId="1253111549" sldId="375"/>
        </pc:sldMkLst>
      </pc:sldChg>
      <pc:sldChg chg="addSp delSp modSp add mod">
        <pc:chgData name="Saeed Samet" userId="cfbf7cda-a3f0-4a18-b58e-e4747a47ab2e" providerId="ADAL" clId="{1DAAA582-D431-51E1-B726-79BB57AE61A7}" dt="2026-04-19T21:48:35.100" v="245" actId="27636"/>
        <pc:sldMkLst>
          <pc:docMk/>
          <pc:sldMk cId="3666578005" sldId="375"/>
        </pc:sldMkLst>
        <pc:spChg chg="add del mod">
          <ac:chgData name="Saeed Samet" userId="cfbf7cda-a3f0-4a18-b58e-e4747a47ab2e" providerId="ADAL" clId="{1DAAA582-D431-51E1-B726-79BB57AE61A7}" dt="2026-04-19T02:35:20.994" v="210" actId="1076"/>
          <ac:spMkLst>
            <pc:docMk/>
            <pc:sldMk cId="3666578005" sldId="375"/>
            <ac:spMk id="7" creationId="{24CF0827-E338-B1C3-9786-8DEC200A127C}"/>
          </ac:spMkLst>
        </pc:spChg>
        <pc:spChg chg="mod">
          <ac:chgData name="Saeed Samet" userId="cfbf7cda-a3f0-4a18-b58e-e4747a47ab2e" providerId="ADAL" clId="{1DAAA582-D431-51E1-B726-79BB57AE61A7}" dt="2026-04-19T21:48:35.100" v="245" actId="27636"/>
          <ac:spMkLst>
            <pc:docMk/>
            <pc:sldMk cId="3666578005" sldId="375"/>
            <ac:spMk id="13" creationId="{89533832-08AB-DC47-94B5-2FF779FE65F7}"/>
          </ac:spMkLst>
        </pc:spChg>
        <pc:picChg chg="del">
          <ac:chgData name="Saeed Samet" userId="cfbf7cda-a3f0-4a18-b58e-e4747a47ab2e" providerId="ADAL" clId="{1DAAA582-D431-51E1-B726-79BB57AE61A7}" dt="2026-04-19T02:35:38.168" v="213" actId="478"/>
          <ac:picMkLst>
            <pc:docMk/>
            <pc:sldMk cId="3666578005" sldId="375"/>
            <ac:picMk id="4" creationId="{0DE98D7E-7B60-0654-4349-D140B747BED7}"/>
          </ac:picMkLst>
        </pc:picChg>
      </pc:sldChg>
      <pc:sldChg chg="del">
        <pc:chgData name="Saeed Samet" userId="cfbf7cda-a3f0-4a18-b58e-e4747a47ab2e" providerId="ADAL" clId="{1DAAA582-D431-51E1-B726-79BB57AE61A7}" dt="2026-04-18T21:39:53.843" v="16" actId="2696"/>
        <pc:sldMkLst>
          <pc:docMk/>
          <pc:sldMk cId="752078057" sldId="376"/>
        </pc:sldMkLst>
      </pc:sldChg>
      <pc:sldChg chg="addSp delSp modSp add mod">
        <pc:chgData name="Saeed Samet" userId="cfbf7cda-a3f0-4a18-b58e-e4747a47ab2e" providerId="ADAL" clId="{1DAAA582-D431-51E1-B726-79BB57AE61A7}" dt="2026-04-19T21:49:53.658" v="253" actId="1076"/>
        <pc:sldMkLst>
          <pc:docMk/>
          <pc:sldMk cId="1497750895" sldId="376"/>
        </pc:sldMkLst>
        <pc:spChg chg="add del mod">
          <ac:chgData name="Saeed Samet" userId="cfbf7cda-a3f0-4a18-b58e-e4747a47ab2e" providerId="ADAL" clId="{1DAAA582-D431-51E1-B726-79BB57AE61A7}" dt="2026-04-19T21:49:31.003" v="249" actId="478"/>
          <ac:spMkLst>
            <pc:docMk/>
            <pc:sldMk cId="1497750895" sldId="376"/>
            <ac:spMk id="3" creationId="{E8716776-CABE-B578-A404-869EDD9B1049}"/>
          </ac:spMkLst>
        </pc:spChg>
        <pc:spChg chg="mod">
          <ac:chgData name="Saeed Samet" userId="cfbf7cda-a3f0-4a18-b58e-e4747a47ab2e" providerId="ADAL" clId="{1DAAA582-D431-51E1-B726-79BB57AE61A7}" dt="2026-04-19T21:49:24.988" v="247"/>
          <ac:spMkLst>
            <pc:docMk/>
            <pc:sldMk cId="1497750895" sldId="376"/>
            <ac:spMk id="7" creationId="{608903A7-DB29-DF11-6C36-FA7A9524D3C9}"/>
          </ac:spMkLst>
        </pc:spChg>
        <pc:spChg chg="del">
          <ac:chgData name="Saeed Samet" userId="cfbf7cda-a3f0-4a18-b58e-e4747a47ab2e" providerId="ADAL" clId="{1DAAA582-D431-51E1-B726-79BB57AE61A7}" dt="2026-04-19T21:49:29.021" v="248" actId="478"/>
          <ac:spMkLst>
            <pc:docMk/>
            <pc:sldMk cId="1497750895" sldId="376"/>
            <ac:spMk id="13" creationId="{96197073-FAB0-5562-AFCF-27328EC3B180}"/>
          </ac:spMkLst>
        </pc:spChg>
        <pc:picChg chg="mod">
          <ac:chgData name="Saeed Samet" userId="cfbf7cda-a3f0-4a18-b58e-e4747a47ab2e" providerId="ADAL" clId="{1DAAA582-D431-51E1-B726-79BB57AE61A7}" dt="2026-04-19T21:49:53.658" v="253" actId="1076"/>
          <ac:picMkLst>
            <pc:docMk/>
            <pc:sldMk cId="1497750895" sldId="376"/>
            <ac:picMk id="4" creationId="{9255837A-E6D1-1BEE-250D-86511FD1F7FA}"/>
          </ac:picMkLst>
        </pc:picChg>
      </pc:sldChg>
      <pc:sldChg chg="del">
        <pc:chgData name="Saeed Samet" userId="cfbf7cda-a3f0-4a18-b58e-e4747a47ab2e" providerId="ADAL" clId="{1DAAA582-D431-51E1-B726-79BB57AE61A7}" dt="2026-04-18T21:39:53.845" v="17" actId="2696"/>
        <pc:sldMkLst>
          <pc:docMk/>
          <pc:sldMk cId="2505799607" sldId="377"/>
        </pc:sldMkLst>
      </pc:sldChg>
      <pc:sldChg chg="modSp add mod">
        <pc:chgData name="Saeed Samet" userId="cfbf7cda-a3f0-4a18-b58e-e4747a47ab2e" providerId="ADAL" clId="{1DAAA582-D431-51E1-B726-79BB57AE61A7}" dt="2026-04-19T21:52:05.771" v="268" actId="1076"/>
        <pc:sldMkLst>
          <pc:docMk/>
          <pc:sldMk cId="3669952988" sldId="377"/>
        </pc:sldMkLst>
        <pc:spChg chg="mod">
          <ac:chgData name="Saeed Samet" userId="cfbf7cda-a3f0-4a18-b58e-e4747a47ab2e" providerId="ADAL" clId="{1DAAA582-D431-51E1-B726-79BB57AE61A7}" dt="2026-04-19T21:50:31.950" v="255"/>
          <ac:spMkLst>
            <pc:docMk/>
            <pc:sldMk cId="3669952988" sldId="377"/>
            <ac:spMk id="7" creationId="{DF70C144-ABEC-1CEA-BEB6-F290C99B4D7D}"/>
          </ac:spMkLst>
        </pc:spChg>
        <pc:spChg chg="mod">
          <ac:chgData name="Saeed Samet" userId="cfbf7cda-a3f0-4a18-b58e-e4747a47ab2e" providerId="ADAL" clId="{1DAAA582-D431-51E1-B726-79BB57AE61A7}" dt="2026-04-19T21:51:51.437" v="266" actId="27636"/>
          <ac:spMkLst>
            <pc:docMk/>
            <pc:sldMk cId="3669952988" sldId="377"/>
            <ac:spMk id="13" creationId="{2DCD2EFD-FDC7-947C-9FB9-39FC6C89E2B3}"/>
          </ac:spMkLst>
        </pc:spChg>
        <pc:picChg chg="mod">
          <ac:chgData name="Saeed Samet" userId="cfbf7cda-a3f0-4a18-b58e-e4747a47ab2e" providerId="ADAL" clId="{1DAAA582-D431-51E1-B726-79BB57AE61A7}" dt="2026-04-19T21:52:05.771" v="268" actId="1076"/>
          <ac:picMkLst>
            <pc:docMk/>
            <pc:sldMk cId="3669952988" sldId="377"/>
            <ac:picMk id="4" creationId="{52F326F6-E4F0-57BA-48D5-C4DFE6D9240D}"/>
          </ac:picMkLst>
        </pc:picChg>
      </pc:sldChg>
      <pc:sldChg chg="modSp add mod">
        <pc:chgData name="Saeed Samet" userId="cfbf7cda-a3f0-4a18-b58e-e4747a47ab2e" providerId="ADAL" clId="{1DAAA582-D431-51E1-B726-79BB57AE61A7}" dt="2026-04-19T21:54:08.843" v="284" actId="167"/>
        <pc:sldMkLst>
          <pc:docMk/>
          <pc:sldMk cId="2774754909" sldId="378"/>
        </pc:sldMkLst>
        <pc:spChg chg="mod">
          <ac:chgData name="Saeed Samet" userId="cfbf7cda-a3f0-4a18-b58e-e4747a47ab2e" providerId="ADAL" clId="{1DAAA582-D431-51E1-B726-79BB57AE61A7}" dt="2026-04-19T21:52:32.555" v="270"/>
          <ac:spMkLst>
            <pc:docMk/>
            <pc:sldMk cId="2774754909" sldId="378"/>
            <ac:spMk id="7" creationId="{F3241459-EED7-883F-93CB-4E53EE6863AF}"/>
          </ac:spMkLst>
        </pc:spChg>
        <pc:spChg chg="mod">
          <ac:chgData name="Saeed Samet" userId="cfbf7cda-a3f0-4a18-b58e-e4747a47ab2e" providerId="ADAL" clId="{1DAAA582-D431-51E1-B726-79BB57AE61A7}" dt="2026-04-19T21:53:46.066" v="280" actId="1076"/>
          <ac:spMkLst>
            <pc:docMk/>
            <pc:sldMk cId="2774754909" sldId="378"/>
            <ac:spMk id="13" creationId="{DB4D8245-2F41-5914-5430-9EED3D9D25E8}"/>
          </ac:spMkLst>
        </pc:spChg>
        <pc:picChg chg="mod">
          <ac:chgData name="Saeed Samet" userId="cfbf7cda-a3f0-4a18-b58e-e4747a47ab2e" providerId="ADAL" clId="{1DAAA582-D431-51E1-B726-79BB57AE61A7}" dt="2026-04-19T21:54:08.843" v="284" actId="167"/>
          <ac:picMkLst>
            <pc:docMk/>
            <pc:sldMk cId="2774754909" sldId="378"/>
            <ac:picMk id="4" creationId="{A4E7C1C3-6B00-EC48-DF20-316ACBC3B1CF}"/>
          </ac:picMkLst>
        </pc:picChg>
      </pc:sldChg>
      <pc:sldChg chg="del">
        <pc:chgData name="Saeed Samet" userId="cfbf7cda-a3f0-4a18-b58e-e4747a47ab2e" providerId="ADAL" clId="{1DAAA582-D431-51E1-B726-79BB57AE61A7}" dt="2026-04-18T21:39:53.863" v="32" actId="2696"/>
        <pc:sldMkLst>
          <pc:docMk/>
          <pc:sldMk cId="3915238594" sldId="378"/>
        </pc:sldMkLst>
      </pc:sldChg>
      <pc:sldChg chg="modSp add mod">
        <pc:chgData name="Saeed Samet" userId="cfbf7cda-a3f0-4a18-b58e-e4747a47ab2e" providerId="ADAL" clId="{1DAAA582-D431-51E1-B726-79BB57AE61A7}" dt="2026-04-19T21:56:09.571" v="295" actId="14100"/>
        <pc:sldMkLst>
          <pc:docMk/>
          <pc:sldMk cId="1793481142" sldId="379"/>
        </pc:sldMkLst>
        <pc:spChg chg="mod">
          <ac:chgData name="Saeed Samet" userId="cfbf7cda-a3f0-4a18-b58e-e4747a47ab2e" providerId="ADAL" clId="{1DAAA582-D431-51E1-B726-79BB57AE61A7}" dt="2026-04-19T21:54:54.600" v="286"/>
          <ac:spMkLst>
            <pc:docMk/>
            <pc:sldMk cId="1793481142" sldId="379"/>
            <ac:spMk id="7" creationId="{00AD513A-9381-EF77-01CC-4FDB0ED88016}"/>
          </ac:spMkLst>
        </pc:spChg>
        <pc:spChg chg="mod">
          <ac:chgData name="Saeed Samet" userId="cfbf7cda-a3f0-4a18-b58e-e4747a47ab2e" providerId="ADAL" clId="{1DAAA582-D431-51E1-B726-79BB57AE61A7}" dt="2026-04-19T21:55:38.587" v="292" actId="20577"/>
          <ac:spMkLst>
            <pc:docMk/>
            <pc:sldMk cId="1793481142" sldId="379"/>
            <ac:spMk id="13" creationId="{276B2726-976C-8DE1-75B9-98E219F7E65E}"/>
          </ac:spMkLst>
        </pc:spChg>
        <pc:picChg chg="mod">
          <ac:chgData name="Saeed Samet" userId="cfbf7cda-a3f0-4a18-b58e-e4747a47ab2e" providerId="ADAL" clId="{1DAAA582-D431-51E1-B726-79BB57AE61A7}" dt="2026-04-19T21:56:09.571" v="295" actId="14100"/>
          <ac:picMkLst>
            <pc:docMk/>
            <pc:sldMk cId="1793481142" sldId="379"/>
            <ac:picMk id="4" creationId="{AE059B25-EDD1-6DF8-1667-790BCFE839A1}"/>
          </ac:picMkLst>
        </pc:picChg>
      </pc:sldChg>
      <pc:sldChg chg="del">
        <pc:chgData name="Saeed Samet" userId="cfbf7cda-a3f0-4a18-b58e-e4747a47ab2e" providerId="ADAL" clId="{1DAAA582-D431-51E1-B726-79BB57AE61A7}" dt="2026-04-18T21:39:53.840" v="13" actId="2696"/>
        <pc:sldMkLst>
          <pc:docMk/>
          <pc:sldMk cId="4276886733" sldId="379"/>
        </pc:sldMkLst>
      </pc:sldChg>
      <pc:sldChg chg="del">
        <pc:chgData name="Saeed Samet" userId="cfbf7cda-a3f0-4a18-b58e-e4747a47ab2e" providerId="ADAL" clId="{1DAAA582-D431-51E1-B726-79BB57AE61A7}" dt="2026-04-18T21:39:53.856" v="28" actId="2696"/>
        <pc:sldMkLst>
          <pc:docMk/>
          <pc:sldMk cId="1457159896" sldId="380"/>
        </pc:sldMkLst>
      </pc:sldChg>
      <pc:sldChg chg="addSp delSp modSp add mod">
        <pc:chgData name="Saeed Samet" userId="cfbf7cda-a3f0-4a18-b58e-e4747a47ab2e" providerId="ADAL" clId="{1DAAA582-D431-51E1-B726-79BB57AE61A7}" dt="2026-04-19T21:58:40.779" v="320" actId="1076"/>
        <pc:sldMkLst>
          <pc:docMk/>
          <pc:sldMk cId="2241463425" sldId="380"/>
        </pc:sldMkLst>
        <pc:spChg chg="add del mod">
          <ac:chgData name="Saeed Samet" userId="cfbf7cda-a3f0-4a18-b58e-e4747a47ab2e" providerId="ADAL" clId="{1DAAA582-D431-51E1-B726-79BB57AE61A7}" dt="2026-04-19T21:57:46.105" v="312" actId="478"/>
          <ac:spMkLst>
            <pc:docMk/>
            <pc:sldMk cId="2241463425" sldId="380"/>
            <ac:spMk id="3" creationId="{F8FB5DDA-EE7A-C8C6-DD3E-BB34216955F5}"/>
          </ac:spMkLst>
        </pc:spChg>
        <pc:spChg chg="mod">
          <ac:chgData name="Saeed Samet" userId="cfbf7cda-a3f0-4a18-b58e-e4747a47ab2e" providerId="ADAL" clId="{1DAAA582-D431-51E1-B726-79BB57AE61A7}" dt="2026-04-19T21:57:31.294" v="310" actId="20577"/>
          <ac:spMkLst>
            <pc:docMk/>
            <pc:sldMk cId="2241463425" sldId="380"/>
            <ac:spMk id="7" creationId="{8160B6D0-BB4D-AA6F-EAF3-BEAE9CAEFFB6}"/>
          </ac:spMkLst>
        </pc:spChg>
        <pc:spChg chg="del">
          <ac:chgData name="Saeed Samet" userId="cfbf7cda-a3f0-4a18-b58e-e4747a47ab2e" providerId="ADAL" clId="{1DAAA582-D431-51E1-B726-79BB57AE61A7}" dt="2026-04-19T21:57:43.829" v="311" actId="478"/>
          <ac:spMkLst>
            <pc:docMk/>
            <pc:sldMk cId="2241463425" sldId="380"/>
            <ac:spMk id="13" creationId="{C1B064F5-BAA9-E749-4C3A-42BD534F27EA}"/>
          </ac:spMkLst>
        </pc:spChg>
        <pc:picChg chg="del mod">
          <ac:chgData name="Saeed Samet" userId="cfbf7cda-a3f0-4a18-b58e-e4747a47ab2e" providerId="ADAL" clId="{1DAAA582-D431-51E1-B726-79BB57AE61A7}" dt="2026-04-19T21:58:26.979" v="316" actId="478"/>
          <ac:picMkLst>
            <pc:docMk/>
            <pc:sldMk cId="2241463425" sldId="380"/>
            <ac:picMk id="4" creationId="{92F6AAEF-DE65-DFB7-85BD-B7C3BB57DB73}"/>
          </ac:picMkLst>
        </pc:picChg>
        <pc:picChg chg="add mod">
          <ac:chgData name="Saeed Samet" userId="cfbf7cda-a3f0-4a18-b58e-e4747a47ab2e" providerId="ADAL" clId="{1DAAA582-D431-51E1-B726-79BB57AE61A7}" dt="2026-04-19T21:58:40.779" v="320" actId="1076"/>
          <ac:picMkLst>
            <pc:docMk/>
            <pc:sldMk cId="2241463425" sldId="380"/>
            <ac:picMk id="8" creationId="{E5B89BB8-0A2D-25E8-90BD-C00D8D3C80DF}"/>
          </ac:picMkLst>
        </pc:picChg>
      </pc:sldChg>
      <pc:sldChg chg="addSp delSp modSp add mod">
        <pc:chgData name="Saeed Samet" userId="cfbf7cda-a3f0-4a18-b58e-e4747a47ab2e" providerId="ADAL" clId="{1DAAA582-D431-51E1-B726-79BB57AE61A7}" dt="2026-04-19T22:05:30.390" v="361" actId="108"/>
        <pc:sldMkLst>
          <pc:docMk/>
          <pc:sldMk cId="1606104652" sldId="381"/>
        </pc:sldMkLst>
        <pc:spChg chg="mod">
          <ac:chgData name="Saeed Samet" userId="cfbf7cda-a3f0-4a18-b58e-e4747a47ab2e" providerId="ADAL" clId="{1DAAA582-D431-51E1-B726-79BB57AE61A7}" dt="2026-04-19T21:59:27.102" v="322"/>
          <ac:spMkLst>
            <pc:docMk/>
            <pc:sldMk cId="1606104652" sldId="381"/>
            <ac:spMk id="7" creationId="{A18582B9-22E5-6766-04FC-060403FA85B9}"/>
          </ac:spMkLst>
        </pc:spChg>
        <pc:spChg chg="mod">
          <ac:chgData name="Saeed Samet" userId="cfbf7cda-a3f0-4a18-b58e-e4747a47ab2e" providerId="ADAL" clId="{1DAAA582-D431-51E1-B726-79BB57AE61A7}" dt="2026-04-19T22:05:30.390" v="361" actId="108"/>
          <ac:spMkLst>
            <pc:docMk/>
            <pc:sldMk cId="1606104652" sldId="381"/>
            <ac:spMk id="13" creationId="{975EF94B-8963-D397-EE82-E0C6D2E2BFF4}"/>
          </ac:spMkLst>
        </pc:spChg>
        <pc:picChg chg="add mod">
          <ac:chgData name="Saeed Samet" userId="cfbf7cda-a3f0-4a18-b58e-e4747a47ab2e" providerId="ADAL" clId="{1DAAA582-D431-51E1-B726-79BB57AE61A7}" dt="2026-04-19T22:00:50.889" v="331" actId="1076"/>
          <ac:picMkLst>
            <pc:docMk/>
            <pc:sldMk cId="1606104652" sldId="381"/>
            <ac:picMk id="3" creationId="{A3C66D51-FFBD-A51B-6ECD-DDD4234EFA63}"/>
          </ac:picMkLst>
        </pc:picChg>
        <pc:picChg chg="del">
          <ac:chgData name="Saeed Samet" userId="cfbf7cda-a3f0-4a18-b58e-e4747a47ab2e" providerId="ADAL" clId="{1DAAA582-D431-51E1-B726-79BB57AE61A7}" dt="2026-04-19T21:59:54.906" v="325" actId="478"/>
          <ac:picMkLst>
            <pc:docMk/>
            <pc:sldMk cId="1606104652" sldId="381"/>
            <ac:picMk id="4" creationId="{318DB37F-950B-29EF-33FC-15CAE6A7AA38}"/>
          </ac:picMkLst>
        </pc:picChg>
      </pc:sldChg>
      <pc:sldChg chg="del">
        <pc:chgData name="Saeed Samet" userId="cfbf7cda-a3f0-4a18-b58e-e4747a47ab2e" providerId="ADAL" clId="{1DAAA582-D431-51E1-B726-79BB57AE61A7}" dt="2026-04-18T21:39:53.842" v="14" actId="2696"/>
        <pc:sldMkLst>
          <pc:docMk/>
          <pc:sldMk cId="1709283513" sldId="381"/>
        </pc:sldMkLst>
      </pc:sldChg>
      <pc:sldChg chg="del">
        <pc:chgData name="Saeed Samet" userId="cfbf7cda-a3f0-4a18-b58e-e4747a47ab2e" providerId="ADAL" clId="{1DAAA582-D431-51E1-B726-79BB57AE61A7}" dt="2026-04-18T21:39:53.842" v="15" actId="2696"/>
        <pc:sldMkLst>
          <pc:docMk/>
          <pc:sldMk cId="71703699" sldId="382"/>
        </pc:sldMkLst>
      </pc:sldChg>
      <pc:sldChg chg="modSp add mod">
        <pc:chgData name="Saeed Samet" userId="cfbf7cda-a3f0-4a18-b58e-e4747a47ab2e" providerId="ADAL" clId="{1DAAA582-D431-51E1-B726-79BB57AE61A7}" dt="2026-04-19T22:01:47.078" v="340" actId="1076"/>
        <pc:sldMkLst>
          <pc:docMk/>
          <pc:sldMk cId="1918678043" sldId="382"/>
        </pc:sldMkLst>
        <pc:spChg chg="mod">
          <ac:chgData name="Saeed Samet" userId="cfbf7cda-a3f0-4a18-b58e-e4747a47ab2e" providerId="ADAL" clId="{1DAAA582-D431-51E1-B726-79BB57AE61A7}" dt="2026-04-19T22:01:20.222" v="336" actId="14100"/>
          <ac:spMkLst>
            <pc:docMk/>
            <pc:sldMk cId="1918678043" sldId="382"/>
            <ac:spMk id="13" creationId="{34AD80A8-A7EE-42FD-FF5B-F53B95C57E43}"/>
          </ac:spMkLst>
        </pc:spChg>
        <pc:picChg chg="mod">
          <ac:chgData name="Saeed Samet" userId="cfbf7cda-a3f0-4a18-b58e-e4747a47ab2e" providerId="ADAL" clId="{1DAAA582-D431-51E1-B726-79BB57AE61A7}" dt="2026-04-19T22:01:47.078" v="340" actId="1076"/>
          <ac:picMkLst>
            <pc:docMk/>
            <pc:sldMk cId="1918678043" sldId="382"/>
            <ac:picMk id="3" creationId="{408A3961-1C09-E81C-09DD-B8978ABBB583}"/>
          </ac:picMkLst>
        </pc:picChg>
      </pc:sldChg>
      <pc:sldChg chg="del">
        <pc:chgData name="Saeed Samet" userId="cfbf7cda-a3f0-4a18-b58e-e4747a47ab2e" providerId="ADAL" clId="{1DAAA582-D431-51E1-B726-79BB57AE61A7}" dt="2026-04-18T21:39:53.853" v="24" actId="2696"/>
        <pc:sldMkLst>
          <pc:docMk/>
          <pc:sldMk cId="624459573" sldId="383"/>
        </pc:sldMkLst>
      </pc:sldChg>
      <pc:sldChg chg="modSp add mod">
        <pc:chgData name="Saeed Samet" userId="cfbf7cda-a3f0-4a18-b58e-e4747a47ab2e" providerId="ADAL" clId="{1DAAA582-D431-51E1-B726-79BB57AE61A7}" dt="2026-04-19T22:05:16.824" v="360" actId="113"/>
        <pc:sldMkLst>
          <pc:docMk/>
          <pc:sldMk cId="2882729525" sldId="383"/>
        </pc:sldMkLst>
        <pc:spChg chg="mod">
          <ac:chgData name="Saeed Samet" userId="cfbf7cda-a3f0-4a18-b58e-e4747a47ab2e" providerId="ADAL" clId="{1DAAA582-D431-51E1-B726-79BB57AE61A7}" dt="2026-04-19T22:05:16.824" v="360" actId="113"/>
          <ac:spMkLst>
            <pc:docMk/>
            <pc:sldMk cId="2882729525" sldId="383"/>
            <ac:spMk id="13" creationId="{F444B4B7-F2F8-BC1E-1C18-8B4316CEDC94}"/>
          </ac:spMkLst>
        </pc:spChg>
        <pc:picChg chg="mod">
          <ac:chgData name="Saeed Samet" userId="cfbf7cda-a3f0-4a18-b58e-e4747a47ab2e" providerId="ADAL" clId="{1DAAA582-D431-51E1-B726-79BB57AE61A7}" dt="2026-04-19T22:02:40.711" v="344" actId="14826"/>
          <ac:picMkLst>
            <pc:docMk/>
            <pc:sldMk cId="2882729525" sldId="383"/>
            <ac:picMk id="3" creationId="{39005756-E06E-CCF3-98D6-DEFD5AA850D4}"/>
          </ac:picMkLst>
        </pc:picChg>
      </pc:sldChg>
      <pc:sldChg chg="modSp add mod">
        <pc:chgData name="Saeed Samet" userId="cfbf7cda-a3f0-4a18-b58e-e4747a47ab2e" providerId="ADAL" clId="{1DAAA582-D431-51E1-B726-79BB57AE61A7}" dt="2026-04-19T22:03:29.879" v="348" actId="14826"/>
        <pc:sldMkLst>
          <pc:docMk/>
          <pc:sldMk cId="35853307" sldId="384"/>
        </pc:sldMkLst>
        <pc:spChg chg="mod">
          <ac:chgData name="Saeed Samet" userId="cfbf7cda-a3f0-4a18-b58e-e4747a47ab2e" providerId="ADAL" clId="{1DAAA582-D431-51E1-B726-79BB57AE61A7}" dt="2026-04-19T22:03:05.533" v="347" actId="113"/>
          <ac:spMkLst>
            <pc:docMk/>
            <pc:sldMk cId="35853307" sldId="384"/>
            <ac:spMk id="13" creationId="{08099FE8-CBDC-2DA1-E1EA-828A133D6527}"/>
          </ac:spMkLst>
        </pc:spChg>
        <pc:picChg chg="mod">
          <ac:chgData name="Saeed Samet" userId="cfbf7cda-a3f0-4a18-b58e-e4747a47ab2e" providerId="ADAL" clId="{1DAAA582-D431-51E1-B726-79BB57AE61A7}" dt="2026-04-19T22:03:29.879" v="348" actId="14826"/>
          <ac:picMkLst>
            <pc:docMk/>
            <pc:sldMk cId="35853307" sldId="384"/>
            <ac:picMk id="3" creationId="{5E965880-2035-E29A-6C74-0B97EDFE7A23}"/>
          </ac:picMkLst>
        </pc:picChg>
      </pc:sldChg>
      <pc:sldChg chg="del">
        <pc:chgData name="Saeed Samet" userId="cfbf7cda-a3f0-4a18-b58e-e4747a47ab2e" providerId="ADAL" clId="{1DAAA582-D431-51E1-B726-79BB57AE61A7}" dt="2026-04-18T21:39:53.857" v="30" actId="2696"/>
        <pc:sldMkLst>
          <pc:docMk/>
          <pc:sldMk cId="3776638731" sldId="384"/>
        </pc:sldMkLst>
      </pc:sldChg>
      <pc:sldChg chg="del">
        <pc:chgData name="Saeed Samet" userId="cfbf7cda-a3f0-4a18-b58e-e4747a47ab2e" providerId="ADAL" clId="{1DAAA582-D431-51E1-B726-79BB57AE61A7}" dt="2026-04-18T21:39:53.855" v="27" actId="2696"/>
        <pc:sldMkLst>
          <pc:docMk/>
          <pc:sldMk cId="47370732" sldId="385"/>
        </pc:sldMkLst>
      </pc:sldChg>
      <pc:sldChg chg="modSp add mod">
        <pc:chgData name="Saeed Samet" userId="cfbf7cda-a3f0-4a18-b58e-e4747a47ab2e" providerId="ADAL" clId="{1DAAA582-D431-51E1-B726-79BB57AE61A7}" dt="2026-04-19T22:04:35.624" v="354" actId="14826"/>
        <pc:sldMkLst>
          <pc:docMk/>
          <pc:sldMk cId="1371190401" sldId="385"/>
        </pc:sldMkLst>
        <pc:spChg chg="mod">
          <ac:chgData name="Saeed Samet" userId="cfbf7cda-a3f0-4a18-b58e-e4747a47ab2e" providerId="ADAL" clId="{1DAAA582-D431-51E1-B726-79BB57AE61A7}" dt="2026-04-19T22:04:23.591" v="353" actId="113"/>
          <ac:spMkLst>
            <pc:docMk/>
            <pc:sldMk cId="1371190401" sldId="385"/>
            <ac:spMk id="13" creationId="{A7B1EE66-EBB9-1115-9013-EF0557AEBB11}"/>
          </ac:spMkLst>
        </pc:spChg>
        <pc:picChg chg="mod">
          <ac:chgData name="Saeed Samet" userId="cfbf7cda-a3f0-4a18-b58e-e4747a47ab2e" providerId="ADAL" clId="{1DAAA582-D431-51E1-B726-79BB57AE61A7}" dt="2026-04-19T22:04:35.624" v="354" actId="14826"/>
          <ac:picMkLst>
            <pc:docMk/>
            <pc:sldMk cId="1371190401" sldId="385"/>
            <ac:picMk id="3" creationId="{A37D7D3E-2B01-B5CE-FF3A-7808AC0E9F45}"/>
          </ac:picMkLst>
        </pc:picChg>
      </pc:sldChg>
      <pc:sldChg chg="modSp add mod">
        <pc:chgData name="Saeed Samet" userId="cfbf7cda-a3f0-4a18-b58e-e4747a47ab2e" providerId="ADAL" clId="{1DAAA582-D431-51E1-B726-79BB57AE61A7}" dt="2026-04-19T22:06:36.072" v="362" actId="14826"/>
        <pc:sldMkLst>
          <pc:docMk/>
          <pc:sldMk cId="83799300" sldId="386"/>
        </pc:sldMkLst>
        <pc:spChg chg="mod">
          <ac:chgData name="Saeed Samet" userId="cfbf7cda-a3f0-4a18-b58e-e4747a47ab2e" providerId="ADAL" clId="{1DAAA582-D431-51E1-B726-79BB57AE61A7}" dt="2026-04-19T22:05:01.531" v="357" actId="113"/>
          <ac:spMkLst>
            <pc:docMk/>
            <pc:sldMk cId="83799300" sldId="386"/>
            <ac:spMk id="13" creationId="{AD05B12B-7D34-6318-F449-6E260DA38234}"/>
          </ac:spMkLst>
        </pc:spChg>
        <pc:picChg chg="mod">
          <ac:chgData name="Saeed Samet" userId="cfbf7cda-a3f0-4a18-b58e-e4747a47ab2e" providerId="ADAL" clId="{1DAAA582-D431-51E1-B726-79BB57AE61A7}" dt="2026-04-19T22:06:36.072" v="362" actId="14826"/>
          <ac:picMkLst>
            <pc:docMk/>
            <pc:sldMk cId="83799300" sldId="386"/>
            <ac:picMk id="3" creationId="{DB20152A-ED3C-5EAB-7B22-D55F5EB6DBBA}"/>
          </ac:picMkLst>
        </pc:picChg>
      </pc:sldChg>
      <pc:sldChg chg="del">
        <pc:chgData name="Saeed Samet" userId="cfbf7cda-a3f0-4a18-b58e-e4747a47ab2e" providerId="ADAL" clId="{1DAAA582-D431-51E1-B726-79BB57AE61A7}" dt="2026-04-18T21:39:53.848" v="21" actId="2696"/>
        <pc:sldMkLst>
          <pc:docMk/>
          <pc:sldMk cId="1958804935" sldId="386"/>
        </pc:sldMkLst>
      </pc:sldChg>
      <pc:sldChg chg="modSp add mod">
        <pc:chgData name="Saeed Samet" userId="cfbf7cda-a3f0-4a18-b58e-e4747a47ab2e" providerId="ADAL" clId="{1DAAA582-D431-51E1-B726-79BB57AE61A7}" dt="2026-04-19T22:08:56.610" v="371" actId="14826"/>
        <pc:sldMkLst>
          <pc:docMk/>
          <pc:sldMk cId="529422641" sldId="387"/>
        </pc:sldMkLst>
        <pc:spChg chg="mod">
          <ac:chgData name="Saeed Samet" userId="cfbf7cda-a3f0-4a18-b58e-e4747a47ab2e" providerId="ADAL" clId="{1DAAA582-D431-51E1-B726-79BB57AE61A7}" dt="2026-04-19T22:07:22.425" v="364"/>
          <ac:spMkLst>
            <pc:docMk/>
            <pc:sldMk cId="529422641" sldId="387"/>
            <ac:spMk id="7" creationId="{FBEE3BF8-CF9E-C937-3825-6ADC2C8D9143}"/>
          </ac:spMkLst>
        </pc:spChg>
        <pc:spChg chg="mod">
          <ac:chgData name="Saeed Samet" userId="cfbf7cda-a3f0-4a18-b58e-e4747a47ab2e" providerId="ADAL" clId="{1DAAA582-D431-51E1-B726-79BB57AE61A7}" dt="2026-04-19T22:08:35.524" v="370" actId="113"/>
          <ac:spMkLst>
            <pc:docMk/>
            <pc:sldMk cId="529422641" sldId="387"/>
            <ac:spMk id="13" creationId="{477A23EA-BE5F-D08C-C7EC-D112F2E370CA}"/>
          </ac:spMkLst>
        </pc:spChg>
        <pc:picChg chg="mod">
          <ac:chgData name="Saeed Samet" userId="cfbf7cda-a3f0-4a18-b58e-e4747a47ab2e" providerId="ADAL" clId="{1DAAA582-D431-51E1-B726-79BB57AE61A7}" dt="2026-04-19T22:08:56.610" v="371" actId="14826"/>
          <ac:picMkLst>
            <pc:docMk/>
            <pc:sldMk cId="529422641" sldId="387"/>
            <ac:picMk id="3" creationId="{AC66693A-84DA-5FFA-1302-1626248F0063}"/>
          </ac:picMkLst>
        </pc:picChg>
      </pc:sldChg>
      <pc:sldChg chg="del">
        <pc:chgData name="Saeed Samet" userId="cfbf7cda-a3f0-4a18-b58e-e4747a47ab2e" providerId="ADAL" clId="{1DAAA582-D431-51E1-B726-79BB57AE61A7}" dt="2026-04-18T21:39:53.846" v="18" actId="2696"/>
        <pc:sldMkLst>
          <pc:docMk/>
          <pc:sldMk cId="4184193210" sldId="387"/>
        </pc:sldMkLst>
      </pc:sldChg>
      <pc:sldChg chg="delSp modSp add mod">
        <pc:chgData name="Saeed Samet" userId="cfbf7cda-a3f0-4a18-b58e-e4747a47ab2e" providerId="ADAL" clId="{1DAAA582-D431-51E1-B726-79BB57AE61A7}" dt="2026-04-19T22:10:47.424" v="388" actId="113"/>
        <pc:sldMkLst>
          <pc:docMk/>
          <pc:sldMk cId="3071030564" sldId="388"/>
        </pc:sldMkLst>
        <pc:spChg chg="mod">
          <ac:chgData name="Saeed Samet" userId="cfbf7cda-a3f0-4a18-b58e-e4747a47ab2e" providerId="ADAL" clId="{1DAAA582-D431-51E1-B726-79BB57AE61A7}" dt="2026-04-19T22:10:47.424" v="388" actId="113"/>
          <ac:spMkLst>
            <pc:docMk/>
            <pc:sldMk cId="3071030564" sldId="388"/>
            <ac:spMk id="13" creationId="{051CE5BF-F957-0868-B878-24C96E027C98}"/>
          </ac:spMkLst>
        </pc:spChg>
        <pc:picChg chg="del">
          <ac:chgData name="Saeed Samet" userId="cfbf7cda-a3f0-4a18-b58e-e4747a47ab2e" providerId="ADAL" clId="{1DAAA582-D431-51E1-B726-79BB57AE61A7}" dt="2026-04-19T22:09:20.876" v="373" actId="478"/>
          <ac:picMkLst>
            <pc:docMk/>
            <pc:sldMk cId="3071030564" sldId="388"/>
            <ac:picMk id="3" creationId="{D41B2197-6867-499B-E1DF-F25D1646C73D}"/>
          </ac:picMkLst>
        </pc:picChg>
      </pc:sldChg>
      <pc:sldChg chg="del">
        <pc:chgData name="Saeed Samet" userId="cfbf7cda-a3f0-4a18-b58e-e4747a47ab2e" providerId="ADAL" clId="{1DAAA582-D431-51E1-B726-79BB57AE61A7}" dt="2026-04-18T21:39:53.858" v="31" actId="2696"/>
        <pc:sldMkLst>
          <pc:docMk/>
          <pc:sldMk cId="3941590278" sldId="388"/>
        </pc:sldMkLst>
      </pc:sldChg>
      <pc:sldChg chg="addSp delSp modSp add mod">
        <pc:chgData name="Saeed Samet" userId="cfbf7cda-a3f0-4a18-b58e-e4747a47ab2e" providerId="ADAL" clId="{1DAAA582-D431-51E1-B726-79BB57AE61A7}" dt="2026-04-19T22:12:33.289" v="403" actId="14100"/>
        <pc:sldMkLst>
          <pc:docMk/>
          <pc:sldMk cId="2373853182" sldId="389"/>
        </pc:sldMkLst>
        <pc:spChg chg="add del mod">
          <ac:chgData name="Saeed Samet" userId="cfbf7cda-a3f0-4a18-b58e-e4747a47ab2e" providerId="ADAL" clId="{1DAAA582-D431-51E1-B726-79BB57AE61A7}" dt="2026-04-19T22:11:48.956" v="394" actId="478"/>
          <ac:spMkLst>
            <pc:docMk/>
            <pc:sldMk cId="2373853182" sldId="389"/>
            <ac:spMk id="4" creationId="{E04F818A-EB64-AD8E-D4BD-8C7C0FE819C2}"/>
          </ac:spMkLst>
        </pc:spChg>
        <pc:spChg chg="mod">
          <ac:chgData name="Saeed Samet" userId="cfbf7cda-a3f0-4a18-b58e-e4747a47ab2e" providerId="ADAL" clId="{1DAAA582-D431-51E1-B726-79BB57AE61A7}" dt="2026-04-19T22:11:15.071" v="390"/>
          <ac:spMkLst>
            <pc:docMk/>
            <pc:sldMk cId="2373853182" sldId="389"/>
            <ac:spMk id="7" creationId="{FF466927-4F04-5BA3-AB36-FCC0157FD1C1}"/>
          </ac:spMkLst>
        </pc:spChg>
        <pc:spChg chg="del mod">
          <ac:chgData name="Saeed Samet" userId="cfbf7cda-a3f0-4a18-b58e-e4747a47ab2e" providerId="ADAL" clId="{1DAAA582-D431-51E1-B726-79BB57AE61A7}" dt="2026-04-19T22:11:44.788" v="393" actId="478"/>
          <ac:spMkLst>
            <pc:docMk/>
            <pc:sldMk cId="2373853182" sldId="389"/>
            <ac:spMk id="13" creationId="{94C023BC-3727-0AB7-6B2C-EDA73ED0E4EE}"/>
          </ac:spMkLst>
        </pc:spChg>
        <pc:picChg chg="mod">
          <ac:chgData name="Saeed Samet" userId="cfbf7cda-a3f0-4a18-b58e-e4747a47ab2e" providerId="ADAL" clId="{1DAAA582-D431-51E1-B726-79BB57AE61A7}" dt="2026-04-19T22:12:33.289" v="403" actId="14100"/>
          <ac:picMkLst>
            <pc:docMk/>
            <pc:sldMk cId="2373853182" sldId="389"/>
            <ac:picMk id="3" creationId="{9B84B533-5BB8-1597-E4D2-6194389B975E}"/>
          </ac:picMkLst>
        </pc:picChg>
      </pc:sldChg>
      <pc:sldChg chg="del">
        <pc:chgData name="Saeed Samet" userId="cfbf7cda-a3f0-4a18-b58e-e4747a47ab2e" providerId="ADAL" clId="{1DAAA582-D431-51E1-B726-79BB57AE61A7}" dt="2026-04-18T21:39:53.867" v="33" actId="2696"/>
        <pc:sldMkLst>
          <pc:docMk/>
          <pc:sldMk cId="3655507039" sldId="389"/>
        </pc:sldMkLst>
      </pc:sldChg>
      <pc:sldChg chg="del">
        <pc:chgData name="Saeed Samet" userId="cfbf7cda-a3f0-4a18-b58e-e4747a47ab2e" providerId="ADAL" clId="{1DAAA582-D431-51E1-B726-79BB57AE61A7}" dt="2026-04-18T21:39:53.854" v="25" actId="2696"/>
        <pc:sldMkLst>
          <pc:docMk/>
          <pc:sldMk cId="849371465" sldId="390"/>
        </pc:sldMkLst>
      </pc:sldChg>
      <pc:sldChg chg="delSp modSp add mod">
        <pc:chgData name="Saeed Samet" userId="cfbf7cda-a3f0-4a18-b58e-e4747a47ab2e" providerId="ADAL" clId="{1DAAA582-D431-51E1-B726-79BB57AE61A7}" dt="2026-04-19T22:18:47.037" v="456" actId="27636"/>
        <pc:sldMkLst>
          <pc:docMk/>
          <pc:sldMk cId="4242252147" sldId="390"/>
        </pc:sldMkLst>
        <pc:spChg chg="mod">
          <ac:chgData name="Saeed Samet" userId="cfbf7cda-a3f0-4a18-b58e-e4747a47ab2e" providerId="ADAL" clId="{1DAAA582-D431-51E1-B726-79BB57AE61A7}" dt="2026-04-19T22:13:10.796" v="405"/>
          <ac:spMkLst>
            <pc:docMk/>
            <pc:sldMk cId="4242252147" sldId="390"/>
            <ac:spMk id="7" creationId="{78EE7D8B-B7CB-B250-E11F-90143BC6F5B6}"/>
          </ac:spMkLst>
        </pc:spChg>
        <pc:spChg chg="mod">
          <ac:chgData name="Saeed Samet" userId="cfbf7cda-a3f0-4a18-b58e-e4747a47ab2e" providerId="ADAL" clId="{1DAAA582-D431-51E1-B726-79BB57AE61A7}" dt="2026-04-19T22:18:47.037" v="456" actId="27636"/>
          <ac:spMkLst>
            <pc:docMk/>
            <pc:sldMk cId="4242252147" sldId="390"/>
            <ac:spMk id="13" creationId="{B972FDB6-9DC0-917A-269B-7DE9FA4701F6}"/>
          </ac:spMkLst>
        </pc:spChg>
        <pc:picChg chg="del">
          <ac:chgData name="Saeed Samet" userId="cfbf7cda-a3f0-4a18-b58e-e4747a47ab2e" providerId="ADAL" clId="{1DAAA582-D431-51E1-B726-79BB57AE61A7}" dt="2026-04-19T22:13:33.318" v="408" actId="478"/>
          <ac:picMkLst>
            <pc:docMk/>
            <pc:sldMk cId="4242252147" sldId="390"/>
            <ac:picMk id="3" creationId="{3954ED6B-D8E9-0FEA-D592-34B7C718AB9C}"/>
          </ac:picMkLst>
        </pc:picChg>
      </pc:sldChg>
      <pc:sldChg chg="del">
        <pc:chgData name="Saeed Samet" userId="cfbf7cda-a3f0-4a18-b58e-e4747a47ab2e" providerId="ADAL" clId="{1DAAA582-D431-51E1-B726-79BB57AE61A7}" dt="2026-04-18T21:39:53.857" v="29" actId="2696"/>
        <pc:sldMkLst>
          <pc:docMk/>
          <pc:sldMk cId="1602559072" sldId="391"/>
        </pc:sldMkLst>
      </pc:sldChg>
      <pc:sldChg chg="addSp delSp modSp add mod">
        <pc:chgData name="Saeed Samet" userId="cfbf7cda-a3f0-4a18-b58e-e4747a47ab2e" providerId="ADAL" clId="{1DAAA582-D431-51E1-B726-79BB57AE61A7}" dt="2026-04-19T22:22:10.987" v="484" actId="403"/>
        <pc:sldMkLst>
          <pc:docMk/>
          <pc:sldMk cId="1751302329" sldId="391"/>
        </pc:sldMkLst>
        <pc:spChg chg="add del mod">
          <ac:chgData name="Saeed Samet" userId="cfbf7cda-a3f0-4a18-b58e-e4747a47ab2e" providerId="ADAL" clId="{1DAAA582-D431-51E1-B726-79BB57AE61A7}" dt="2026-04-19T22:20:46.565" v="467"/>
          <ac:spMkLst>
            <pc:docMk/>
            <pc:sldMk cId="1751302329" sldId="391"/>
            <ac:spMk id="4" creationId="{574E2623-5551-B7D9-00AA-9055E3142817}"/>
          </ac:spMkLst>
        </pc:spChg>
        <pc:spChg chg="add del mod">
          <ac:chgData name="Saeed Samet" userId="cfbf7cda-a3f0-4a18-b58e-e4747a47ab2e" providerId="ADAL" clId="{1DAAA582-D431-51E1-B726-79BB57AE61A7}" dt="2026-04-19T22:21:03.633" v="469" actId="478"/>
          <ac:spMkLst>
            <pc:docMk/>
            <pc:sldMk cId="1751302329" sldId="391"/>
            <ac:spMk id="5" creationId="{36F33FD0-8AE5-0ECE-02C3-9EC58A4C42E9}"/>
          </ac:spMkLst>
        </pc:spChg>
        <pc:spChg chg="add mod">
          <ac:chgData name="Saeed Samet" userId="cfbf7cda-a3f0-4a18-b58e-e4747a47ab2e" providerId="ADAL" clId="{1DAAA582-D431-51E1-B726-79BB57AE61A7}" dt="2026-04-19T22:22:10.987" v="484" actId="403"/>
          <ac:spMkLst>
            <pc:docMk/>
            <pc:sldMk cId="1751302329" sldId="391"/>
            <ac:spMk id="8" creationId="{0B4B0A86-901D-A189-506F-90A1AD043594}"/>
          </ac:spMkLst>
        </pc:spChg>
        <pc:spChg chg="add del mod">
          <ac:chgData name="Saeed Samet" userId="cfbf7cda-a3f0-4a18-b58e-e4747a47ab2e" providerId="ADAL" clId="{1DAAA582-D431-51E1-B726-79BB57AE61A7}" dt="2026-04-19T22:21:06.617" v="470" actId="478"/>
          <ac:spMkLst>
            <pc:docMk/>
            <pc:sldMk cId="1751302329" sldId="391"/>
            <ac:spMk id="13" creationId="{9B1CC6B7-9100-10BE-D357-2485038D5C9C}"/>
          </ac:spMkLst>
        </pc:spChg>
        <pc:picChg chg="mod">
          <ac:chgData name="Saeed Samet" userId="cfbf7cda-a3f0-4a18-b58e-e4747a47ab2e" providerId="ADAL" clId="{1DAAA582-D431-51E1-B726-79BB57AE61A7}" dt="2026-04-19T22:21:15.758" v="472" actId="1076"/>
          <ac:picMkLst>
            <pc:docMk/>
            <pc:sldMk cId="1751302329" sldId="391"/>
            <ac:picMk id="3" creationId="{88E89ECC-3CE0-8A75-6856-D80FCE91BB8F}"/>
          </ac:picMkLst>
        </pc:picChg>
      </pc:sldChg>
      <pc:sldChg chg="delSp modSp add mod">
        <pc:chgData name="Saeed Samet" userId="cfbf7cda-a3f0-4a18-b58e-e4747a47ab2e" providerId="ADAL" clId="{1DAAA582-D431-51E1-B726-79BB57AE61A7}" dt="2026-04-19T22:23:51.619" v="494" actId="1076"/>
        <pc:sldMkLst>
          <pc:docMk/>
          <pc:sldMk cId="1628501459" sldId="392"/>
        </pc:sldMkLst>
        <pc:spChg chg="mod">
          <ac:chgData name="Saeed Samet" userId="cfbf7cda-a3f0-4a18-b58e-e4747a47ab2e" providerId="ADAL" clId="{1DAAA582-D431-51E1-B726-79BB57AE61A7}" dt="2026-04-19T22:22:52.009" v="486"/>
          <ac:spMkLst>
            <pc:docMk/>
            <pc:sldMk cId="1628501459" sldId="392"/>
            <ac:spMk id="7" creationId="{019B6AC7-5116-0DA0-E3B6-2BB5EA8D3656}"/>
          </ac:spMkLst>
        </pc:spChg>
        <pc:spChg chg="del mod">
          <ac:chgData name="Saeed Samet" userId="cfbf7cda-a3f0-4a18-b58e-e4747a47ab2e" providerId="ADAL" clId="{1DAAA582-D431-51E1-B726-79BB57AE61A7}" dt="2026-04-19T22:23:22.054" v="489" actId="478"/>
          <ac:spMkLst>
            <pc:docMk/>
            <pc:sldMk cId="1628501459" sldId="392"/>
            <ac:spMk id="8" creationId="{CA0977DA-48D0-8E7E-FE1B-E2F2EA41CCCD}"/>
          </ac:spMkLst>
        </pc:spChg>
        <pc:picChg chg="mod">
          <ac:chgData name="Saeed Samet" userId="cfbf7cda-a3f0-4a18-b58e-e4747a47ab2e" providerId="ADAL" clId="{1DAAA582-D431-51E1-B726-79BB57AE61A7}" dt="2026-04-19T22:23:51.619" v="494" actId="1076"/>
          <ac:picMkLst>
            <pc:docMk/>
            <pc:sldMk cId="1628501459" sldId="392"/>
            <ac:picMk id="3" creationId="{6D97DFBE-AEC2-86A2-18C9-D4D48DFB7EF7}"/>
          </ac:picMkLst>
        </pc:picChg>
      </pc:sldChg>
      <pc:sldChg chg="del">
        <pc:chgData name="Saeed Samet" userId="cfbf7cda-a3f0-4a18-b58e-e4747a47ab2e" providerId="ADAL" clId="{1DAAA582-D431-51E1-B726-79BB57AE61A7}" dt="2026-04-18T21:39:53.847" v="19" actId="2696"/>
        <pc:sldMkLst>
          <pc:docMk/>
          <pc:sldMk cId="3864857720" sldId="392"/>
        </pc:sldMkLst>
      </pc:sldChg>
      <pc:sldChg chg="modSp add mod">
        <pc:chgData name="Saeed Samet" userId="cfbf7cda-a3f0-4a18-b58e-e4747a47ab2e" providerId="ADAL" clId="{1DAAA582-D431-51E1-B726-79BB57AE61A7}" dt="2026-04-19T22:25:11.800" v="504" actId="1036"/>
        <pc:sldMkLst>
          <pc:docMk/>
          <pc:sldMk cId="2094935252" sldId="393"/>
        </pc:sldMkLst>
        <pc:spChg chg="mod">
          <ac:chgData name="Saeed Samet" userId="cfbf7cda-a3f0-4a18-b58e-e4747a47ab2e" providerId="ADAL" clId="{1DAAA582-D431-51E1-B726-79BB57AE61A7}" dt="2026-04-19T22:24:21.138" v="496"/>
          <ac:spMkLst>
            <pc:docMk/>
            <pc:sldMk cId="2094935252" sldId="393"/>
            <ac:spMk id="7" creationId="{78DFA388-3825-C6FA-29F5-6A46D20F5011}"/>
          </ac:spMkLst>
        </pc:spChg>
        <pc:picChg chg="mod">
          <ac:chgData name="Saeed Samet" userId="cfbf7cda-a3f0-4a18-b58e-e4747a47ab2e" providerId="ADAL" clId="{1DAAA582-D431-51E1-B726-79BB57AE61A7}" dt="2026-04-19T22:25:11.800" v="504" actId="1036"/>
          <ac:picMkLst>
            <pc:docMk/>
            <pc:sldMk cId="2094935252" sldId="393"/>
            <ac:picMk id="3" creationId="{9D34A331-3C39-E093-06B7-0C47385EDEED}"/>
          </ac:picMkLst>
        </pc:picChg>
      </pc:sldChg>
      <pc:sldChg chg="del">
        <pc:chgData name="Saeed Samet" userId="cfbf7cda-a3f0-4a18-b58e-e4747a47ab2e" providerId="ADAL" clId="{1DAAA582-D431-51E1-B726-79BB57AE61A7}" dt="2026-04-18T21:39:53.847" v="20" actId="2696"/>
        <pc:sldMkLst>
          <pc:docMk/>
          <pc:sldMk cId="3856267439" sldId="393"/>
        </pc:sldMkLst>
      </pc:sldChg>
      <pc:sldChg chg="modSp add mod">
        <pc:chgData name="Saeed Samet" userId="cfbf7cda-a3f0-4a18-b58e-e4747a47ab2e" providerId="ADAL" clId="{1DAAA582-D431-51E1-B726-79BB57AE61A7}" dt="2026-04-19T22:27:03.123" v="510" actId="1076"/>
        <pc:sldMkLst>
          <pc:docMk/>
          <pc:sldMk cId="233950432" sldId="394"/>
        </pc:sldMkLst>
        <pc:spChg chg="mod">
          <ac:chgData name="Saeed Samet" userId="cfbf7cda-a3f0-4a18-b58e-e4747a47ab2e" providerId="ADAL" clId="{1DAAA582-D431-51E1-B726-79BB57AE61A7}" dt="2026-04-19T22:25:34.822" v="506"/>
          <ac:spMkLst>
            <pc:docMk/>
            <pc:sldMk cId="233950432" sldId="394"/>
            <ac:spMk id="7" creationId="{1AD2FDE8-65A3-A343-9266-86CA6F88A38F}"/>
          </ac:spMkLst>
        </pc:spChg>
        <pc:picChg chg="mod">
          <ac:chgData name="Saeed Samet" userId="cfbf7cda-a3f0-4a18-b58e-e4747a47ab2e" providerId="ADAL" clId="{1DAAA582-D431-51E1-B726-79BB57AE61A7}" dt="2026-04-19T22:27:03.123" v="510" actId="1076"/>
          <ac:picMkLst>
            <pc:docMk/>
            <pc:sldMk cId="233950432" sldId="394"/>
            <ac:picMk id="3" creationId="{C9978E0E-681F-BE3C-9501-7DF6866F3999}"/>
          </ac:picMkLst>
        </pc:picChg>
      </pc:sldChg>
      <pc:sldChg chg="del">
        <pc:chgData name="Saeed Samet" userId="cfbf7cda-a3f0-4a18-b58e-e4747a47ab2e" providerId="ADAL" clId="{1DAAA582-D431-51E1-B726-79BB57AE61A7}" dt="2026-04-18T21:39:53.855" v="26" actId="2696"/>
        <pc:sldMkLst>
          <pc:docMk/>
          <pc:sldMk cId="3380905416" sldId="394"/>
        </pc:sldMkLst>
      </pc:sldChg>
      <pc:sldChg chg="del">
        <pc:chgData name="Saeed Samet" userId="cfbf7cda-a3f0-4a18-b58e-e4747a47ab2e" providerId="ADAL" clId="{1DAAA582-D431-51E1-B726-79BB57AE61A7}" dt="2026-04-18T21:39:53.852" v="23" actId="2696"/>
        <pc:sldMkLst>
          <pc:docMk/>
          <pc:sldMk cId="52704201" sldId="395"/>
        </pc:sldMkLst>
      </pc:sldChg>
      <pc:sldChg chg="modSp add mod">
        <pc:chgData name="Saeed Samet" userId="cfbf7cda-a3f0-4a18-b58e-e4747a47ab2e" providerId="ADAL" clId="{1DAAA582-D431-51E1-B726-79BB57AE61A7}" dt="2026-04-19T22:30:57.100" v="516" actId="1076"/>
        <pc:sldMkLst>
          <pc:docMk/>
          <pc:sldMk cId="2623312979" sldId="395"/>
        </pc:sldMkLst>
        <pc:spChg chg="mod">
          <ac:chgData name="Saeed Samet" userId="cfbf7cda-a3f0-4a18-b58e-e4747a47ab2e" providerId="ADAL" clId="{1DAAA582-D431-51E1-B726-79BB57AE61A7}" dt="2026-04-19T22:30:01.119" v="512"/>
          <ac:spMkLst>
            <pc:docMk/>
            <pc:sldMk cId="2623312979" sldId="395"/>
            <ac:spMk id="7" creationId="{7E7E3869-04FC-A576-08D8-AC6599CCA39A}"/>
          </ac:spMkLst>
        </pc:spChg>
        <pc:picChg chg="mod">
          <ac:chgData name="Saeed Samet" userId="cfbf7cda-a3f0-4a18-b58e-e4747a47ab2e" providerId="ADAL" clId="{1DAAA582-D431-51E1-B726-79BB57AE61A7}" dt="2026-04-19T22:30:57.100" v="516" actId="1076"/>
          <ac:picMkLst>
            <pc:docMk/>
            <pc:sldMk cId="2623312979" sldId="395"/>
            <ac:picMk id="3" creationId="{21200259-7550-1354-2064-A3E49D0770D6}"/>
          </ac:picMkLst>
        </pc:picChg>
      </pc:sldChg>
      <pc:sldChg chg="modSp add mod">
        <pc:chgData name="Saeed Samet" userId="cfbf7cda-a3f0-4a18-b58e-e4747a47ab2e" providerId="ADAL" clId="{1DAAA582-D431-51E1-B726-79BB57AE61A7}" dt="2026-04-19T22:32:29.586" v="547" actId="14100"/>
        <pc:sldMkLst>
          <pc:docMk/>
          <pc:sldMk cId="2500795291" sldId="396"/>
        </pc:sldMkLst>
        <pc:spChg chg="mod">
          <ac:chgData name="Saeed Samet" userId="cfbf7cda-a3f0-4a18-b58e-e4747a47ab2e" providerId="ADAL" clId="{1DAAA582-D431-51E1-B726-79BB57AE61A7}" dt="2026-04-19T22:31:43.845" v="543" actId="20577"/>
          <ac:spMkLst>
            <pc:docMk/>
            <pc:sldMk cId="2500795291" sldId="396"/>
            <ac:spMk id="7" creationId="{C9ED7811-6D3B-FDAA-8DD9-1C7AAD678473}"/>
          </ac:spMkLst>
        </pc:spChg>
        <pc:picChg chg="mod">
          <ac:chgData name="Saeed Samet" userId="cfbf7cda-a3f0-4a18-b58e-e4747a47ab2e" providerId="ADAL" clId="{1DAAA582-D431-51E1-B726-79BB57AE61A7}" dt="2026-04-19T22:32:29.586" v="547" actId="14100"/>
          <ac:picMkLst>
            <pc:docMk/>
            <pc:sldMk cId="2500795291" sldId="396"/>
            <ac:picMk id="3" creationId="{D9CA87A4-845D-062D-37E0-1B786F13CAA2}"/>
          </ac:picMkLst>
        </pc:picChg>
      </pc:sldChg>
      <pc:sldChg chg="modSp add mod">
        <pc:chgData name="Saeed Samet" userId="cfbf7cda-a3f0-4a18-b58e-e4747a47ab2e" providerId="ADAL" clId="{1DAAA582-D431-51E1-B726-79BB57AE61A7}" dt="2026-04-19T22:33:19.209" v="565" actId="14826"/>
        <pc:sldMkLst>
          <pc:docMk/>
          <pc:sldMk cId="1553443208" sldId="397"/>
        </pc:sldMkLst>
        <pc:spChg chg="mod">
          <ac:chgData name="Saeed Samet" userId="cfbf7cda-a3f0-4a18-b58e-e4747a47ab2e" providerId="ADAL" clId="{1DAAA582-D431-51E1-B726-79BB57AE61A7}" dt="2026-04-19T22:32:55.434" v="564" actId="20577"/>
          <ac:spMkLst>
            <pc:docMk/>
            <pc:sldMk cId="1553443208" sldId="397"/>
            <ac:spMk id="7" creationId="{A881F295-D9BA-0AE2-09AB-8045FD7D622B}"/>
          </ac:spMkLst>
        </pc:spChg>
        <pc:picChg chg="mod">
          <ac:chgData name="Saeed Samet" userId="cfbf7cda-a3f0-4a18-b58e-e4747a47ab2e" providerId="ADAL" clId="{1DAAA582-D431-51E1-B726-79BB57AE61A7}" dt="2026-04-19T22:33:19.209" v="565" actId="14826"/>
          <ac:picMkLst>
            <pc:docMk/>
            <pc:sldMk cId="1553443208" sldId="397"/>
            <ac:picMk id="3" creationId="{A709F508-AE75-22DB-E809-78404909BAD3}"/>
          </ac:picMkLst>
        </pc:picChg>
      </pc:sldChg>
      <pc:sldChg chg="modSp add mod">
        <pc:chgData name="Saeed Samet" userId="cfbf7cda-a3f0-4a18-b58e-e4747a47ab2e" providerId="ADAL" clId="{1DAAA582-D431-51E1-B726-79BB57AE61A7}" dt="2026-04-19T22:36:59.844" v="571" actId="1076"/>
        <pc:sldMkLst>
          <pc:docMk/>
          <pc:sldMk cId="1552678249" sldId="398"/>
        </pc:sldMkLst>
        <pc:spChg chg="mod">
          <ac:chgData name="Saeed Samet" userId="cfbf7cda-a3f0-4a18-b58e-e4747a47ab2e" providerId="ADAL" clId="{1DAAA582-D431-51E1-B726-79BB57AE61A7}" dt="2026-04-19T22:35:01.590" v="567"/>
          <ac:spMkLst>
            <pc:docMk/>
            <pc:sldMk cId="1552678249" sldId="398"/>
            <ac:spMk id="7" creationId="{7AF3EA32-E982-5722-0D61-3CF497EE6DEE}"/>
          </ac:spMkLst>
        </pc:spChg>
        <pc:picChg chg="mod">
          <ac:chgData name="Saeed Samet" userId="cfbf7cda-a3f0-4a18-b58e-e4747a47ab2e" providerId="ADAL" clId="{1DAAA582-D431-51E1-B726-79BB57AE61A7}" dt="2026-04-19T22:36:59.844" v="571" actId="1076"/>
          <ac:picMkLst>
            <pc:docMk/>
            <pc:sldMk cId="1552678249" sldId="398"/>
            <ac:picMk id="3" creationId="{FD4F2601-0300-F061-E34C-888E2E2DEC0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499808-0E9B-4FD1-BBA9-01B46832EA6B}" type="slidenum">
              <a:rPr lang="en-US" smtClean="0"/>
              <a:t>‹#›</a:t>
            </a:fld>
            <a:endParaRPr lang="en-US"/>
          </a:p>
        </p:txBody>
      </p:sp>
    </p:spTree>
    <p:extLst>
      <p:ext uri="{BB962C8B-B14F-4D97-AF65-F5344CB8AC3E}">
        <p14:creationId xmlns:p14="http://schemas.microsoft.com/office/powerpoint/2010/main" val="3829919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BF4C7E-7543-44DB-92DE-7693937B296D}" type="datetimeFigureOut">
              <a:rPr lang="en-US" smtClean="0"/>
              <a:pPr/>
              <a:t>4/19/26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D7CB1-D023-401A-B061-68D1736E9880}" type="slidenum">
              <a:rPr lang="en-US" smtClean="0"/>
              <a:pPr/>
              <a:t>‹#›</a:t>
            </a:fld>
            <a:endParaRPr lang="en-US"/>
          </a:p>
        </p:txBody>
      </p:sp>
    </p:spTree>
    <p:extLst>
      <p:ext uri="{BB962C8B-B14F-4D97-AF65-F5344CB8AC3E}">
        <p14:creationId xmlns:p14="http://schemas.microsoft.com/office/powerpoint/2010/main" val="2836928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BD7CB1-D023-401A-B061-68D1736E9880}" type="slidenum">
              <a:rPr lang="en-US" smtClean="0"/>
              <a:pPr/>
              <a:t>1</a:t>
            </a:fld>
            <a:endParaRPr lang="en-US"/>
          </a:p>
        </p:txBody>
      </p:sp>
    </p:spTree>
    <p:extLst>
      <p:ext uri="{BB962C8B-B14F-4D97-AF65-F5344CB8AC3E}">
        <p14:creationId xmlns:p14="http://schemas.microsoft.com/office/powerpoint/2010/main" val="1207295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B19E751-7561-410C-B788-D1D074B4F411}" type="datetime1">
              <a:rPr lang="en-US" smtClean="0"/>
              <a:t>4/19/26</a:t>
            </a:fld>
            <a:endParaRPr lang="en-US"/>
          </a:p>
        </p:txBody>
      </p:sp>
      <p:sp>
        <p:nvSpPr>
          <p:cNvPr id="5" name="Footer Placeholder 4"/>
          <p:cNvSpPr>
            <a:spLocks noGrp="1"/>
          </p:cNvSpPr>
          <p:nvPr>
            <p:ph type="ftr" sz="quarter" idx="11"/>
          </p:nvPr>
        </p:nvSpPr>
        <p:spPr/>
        <p:txBody>
          <a:bodyPr/>
          <a:lstStyle/>
          <a:p>
            <a:r>
              <a:rPr lang="en-US"/>
              <a:t>University of Windsor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D9E690-5D51-49B7-88E8-53FB51BCBCA4}" type="datetime1">
              <a:rPr lang="en-US" smtClean="0"/>
              <a:t>4/19/26</a:t>
            </a:fld>
            <a:endParaRPr lang="en-US"/>
          </a:p>
        </p:txBody>
      </p:sp>
      <p:sp>
        <p:nvSpPr>
          <p:cNvPr id="5" name="Footer Placeholder 4"/>
          <p:cNvSpPr>
            <a:spLocks noGrp="1"/>
          </p:cNvSpPr>
          <p:nvPr>
            <p:ph type="ftr" sz="quarter" idx="11"/>
          </p:nvPr>
        </p:nvSpPr>
        <p:spPr/>
        <p:txBody>
          <a:bodyPr/>
          <a:lstStyle/>
          <a:p>
            <a:r>
              <a:rPr lang="en-US"/>
              <a:t>University of Windsor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82B454-3F44-4293-ACC8-A434F4ADE2D5}" type="datetime1">
              <a:rPr lang="en-US" smtClean="0"/>
              <a:t>4/19/26</a:t>
            </a:fld>
            <a:endParaRPr lang="en-US"/>
          </a:p>
        </p:txBody>
      </p:sp>
      <p:sp>
        <p:nvSpPr>
          <p:cNvPr id="5" name="Footer Placeholder 4"/>
          <p:cNvSpPr>
            <a:spLocks noGrp="1"/>
          </p:cNvSpPr>
          <p:nvPr>
            <p:ph type="ftr" sz="quarter" idx="11"/>
          </p:nvPr>
        </p:nvSpPr>
        <p:spPr/>
        <p:txBody>
          <a:bodyPr/>
          <a:lstStyle/>
          <a:p>
            <a:r>
              <a:rPr lang="en-US"/>
              <a:t>University of Windsor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5FB86D7-57E4-4FA3-B5AB-2F2D840071A5}" type="datetime1">
              <a:rPr lang="en-US" smtClean="0"/>
              <a:t>4/19/26</a:t>
            </a:fld>
            <a:endParaRPr lang="en-US"/>
          </a:p>
        </p:txBody>
      </p:sp>
      <p:sp>
        <p:nvSpPr>
          <p:cNvPr id="6" name="Footer Placeholder 5"/>
          <p:cNvSpPr>
            <a:spLocks noGrp="1"/>
          </p:cNvSpPr>
          <p:nvPr>
            <p:ph type="ftr" sz="quarter" idx="11"/>
          </p:nvPr>
        </p:nvSpPr>
        <p:spPr/>
        <p:txBody>
          <a:bodyPr/>
          <a:lstStyle/>
          <a:p>
            <a:r>
              <a:rPr lang="en-US"/>
              <a:t>University of Windsor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BF25B7-4353-4A52-9B74-5D21401A6732}" type="datetime1">
              <a:rPr lang="en-US" smtClean="0"/>
              <a:t>4/19/26</a:t>
            </a:fld>
            <a:endParaRPr lang="en-US"/>
          </a:p>
        </p:txBody>
      </p:sp>
      <p:sp>
        <p:nvSpPr>
          <p:cNvPr id="8" name="Footer Placeholder 7"/>
          <p:cNvSpPr>
            <a:spLocks noGrp="1"/>
          </p:cNvSpPr>
          <p:nvPr>
            <p:ph type="ftr" sz="quarter" idx="11"/>
          </p:nvPr>
        </p:nvSpPr>
        <p:spPr/>
        <p:txBody>
          <a:bodyPr/>
          <a:lstStyle/>
          <a:p>
            <a:r>
              <a:rPr lang="en-US"/>
              <a:t>University of Windsor</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624EDA-8313-4B5B-91A6-96893A083965}" type="datetime1">
              <a:rPr lang="en-US" smtClean="0"/>
              <a:t>4/19/26</a:t>
            </a:fld>
            <a:endParaRPr lang="en-US"/>
          </a:p>
        </p:txBody>
      </p:sp>
      <p:sp>
        <p:nvSpPr>
          <p:cNvPr id="4" name="Footer Placeholder 3"/>
          <p:cNvSpPr>
            <a:spLocks noGrp="1"/>
          </p:cNvSpPr>
          <p:nvPr>
            <p:ph type="ftr" sz="quarter" idx="11"/>
          </p:nvPr>
        </p:nvSpPr>
        <p:spPr/>
        <p:txBody>
          <a:bodyPr/>
          <a:lstStyle/>
          <a:p>
            <a:r>
              <a:rPr lang="en-US"/>
              <a:t>University of Windsor</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4F6203-B0AC-4C2F-943E-4FE1AD6372D4}" type="datetime1">
              <a:rPr lang="en-US" smtClean="0"/>
              <a:t>4/19/26</a:t>
            </a:fld>
            <a:endParaRPr lang="en-US"/>
          </a:p>
        </p:txBody>
      </p:sp>
      <p:sp>
        <p:nvSpPr>
          <p:cNvPr id="3" name="Footer Placeholder 2"/>
          <p:cNvSpPr>
            <a:spLocks noGrp="1"/>
          </p:cNvSpPr>
          <p:nvPr>
            <p:ph type="ftr" sz="quarter" idx="11"/>
          </p:nvPr>
        </p:nvSpPr>
        <p:spPr/>
        <p:txBody>
          <a:bodyPr/>
          <a:lstStyle/>
          <a:p>
            <a:r>
              <a:rPr lang="en-US"/>
              <a:t>University of Windsor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E3FE58-9A72-4D02-A341-26725A04CBDE}" type="datetime1">
              <a:rPr lang="en-US" smtClean="0"/>
              <a:t>4/19/26</a:t>
            </a:fld>
            <a:endParaRPr lang="en-US"/>
          </a:p>
        </p:txBody>
      </p:sp>
      <p:sp>
        <p:nvSpPr>
          <p:cNvPr id="6" name="Footer Placeholder 5"/>
          <p:cNvSpPr>
            <a:spLocks noGrp="1"/>
          </p:cNvSpPr>
          <p:nvPr>
            <p:ph type="ftr" sz="quarter" idx="11"/>
          </p:nvPr>
        </p:nvSpPr>
        <p:spPr/>
        <p:txBody>
          <a:bodyPr/>
          <a:lstStyle/>
          <a:p>
            <a:r>
              <a:rPr lang="en-US"/>
              <a:t>University of Windsor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D36752-D81A-4CAC-AC22-7AD38CCE78CB}" type="datetime1">
              <a:rPr lang="en-US" smtClean="0"/>
              <a:t>4/19/26</a:t>
            </a:fld>
            <a:endParaRPr lang="en-US"/>
          </a:p>
        </p:txBody>
      </p:sp>
      <p:sp>
        <p:nvSpPr>
          <p:cNvPr id="6" name="Footer Placeholder 5"/>
          <p:cNvSpPr>
            <a:spLocks noGrp="1"/>
          </p:cNvSpPr>
          <p:nvPr>
            <p:ph type="ftr" sz="quarter" idx="11"/>
          </p:nvPr>
        </p:nvSpPr>
        <p:spPr/>
        <p:txBody>
          <a:bodyPr/>
          <a:lstStyle/>
          <a:p>
            <a:r>
              <a:rPr lang="en-US"/>
              <a:t>University of Windsor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0D2DE8-3451-4B86-9237-66AFA7EBEB81}" type="datetime1">
              <a:rPr lang="en-US" smtClean="0"/>
              <a:t>4/19/26</a:t>
            </a:fld>
            <a:endParaRPr lang="en-US"/>
          </a:p>
        </p:txBody>
      </p:sp>
      <p:sp>
        <p:nvSpPr>
          <p:cNvPr id="5" name="Footer Placeholder 4"/>
          <p:cNvSpPr>
            <a:spLocks noGrp="1"/>
          </p:cNvSpPr>
          <p:nvPr>
            <p:ph type="ftr" sz="quarter" idx="11"/>
          </p:nvPr>
        </p:nvSpPr>
        <p:spPr/>
        <p:txBody>
          <a:bodyPr/>
          <a:lstStyle/>
          <a:p>
            <a:r>
              <a:rPr lang="en-US"/>
              <a:t>University of Windsor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588F56-FFCF-4951-8843-CE7C0BFA4DAF}" type="datetime1">
              <a:rPr lang="en-US" smtClean="0"/>
              <a:t>4/19/26</a:t>
            </a:fld>
            <a:endParaRPr lang="en-US"/>
          </a:p>
        </p:txBody>
      </p:sp>
      <p:sp>
        <p:nvSpPr>
          <p:cNvPr id="5" name="Footer Placeholder 4"/>
          <p:cNvSpPr>
            <a:spLocks noGrp="1"/>
          </p:cNvSpPr>
          <p:nvPr>
            <p:ph type="ftr" sz="quarter" idx="11"/>
          </p:nvPr>
        </p:nvSpPr>
        <p:spPr/>
        <p:txBody>
          <a:bodyPr/>
          <a:lstStyle/>
          <a:p>
            <a:r>
              <a:rPr lang="en-US"/>
              <a:t>University of Windsor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AD2A17-FBD8-4775-9AD1-1B2F07EC82B7}" type="datetime1">
              <a:rPr lang="en-US" smtClean="0"/>
              <a:t>4/19/26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University of Windsor</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1" y="76200"/>
            <a:ext cx="9144000" cy="3429000"/>
          </a:xfrm>
        </p:spPr>
        <p:txBody>
          <a:bodyPr>
            <a:normAutofit/>
          </a:bodyPr>
          <a:lstStyle/>
          <a:p>
            <a:r>
              <a:rPr lang="en-US" sz="3200" b="1" dirty="0">
                <a:latin typeface="+mn-lt"/>
                <a:cs typeface="Times New Roman" panose="02020603050405020304" pitchFamily="18" charset="0"/>
              </a:rPr>
              <a:t>Object-Oriented Software Analysis &amp; Design</a:t>
            </a:r>
            <a:br>
              <a:rPr lang="en-US" sz="3200" b="1" dirty="0">
                <a:latin typeface="+mn-lt"/>
                <a:cs typeface="Times New Roman" panose="02020603050405020304" pitchFamily="18" charset="0"/>
              </a:rPr>
            </a:br>
            <a:r>
              <a:rPr lang="en-US" sz="3200" b="1" dirty="0">
                <a:latin typeface="+mn-lt"/>
                <a:cs typeface="Times New Roman" panose="02020603050405020304" pitchFamily="18" charset="0"/>
              </a:rPr>
              <a:t>(COMP-3220)</a:t>
            </a:r>
            <a:br>
              <a:rPr lang="en-US" sz="3600" b="1" dirty="0">
                <a:latin typeface="+mn-lt"/>
                <a:cs typeface="Times New Roman" panose="02020603050405020304" pitchFamily="18" charset="0"/>
              </a:rPr>
            </a:br>
            <a:br>
              <a:rPr lang="en-US" sz="3600" b="1" dirty="0">
                <a:cs typeface="Times New Roman" panose="02020603050405020304" pitchFamily="18" charset="0"/>
              </a:rPr>
            </a:br>
            <a:r>
              <a:rPr lang="en-US" sz="2800" b="1" dirty="0">
                <a:cs typeface="Times New Roman" panose="02020603050405020304" pitchFamily="18" charset="0"/>
              </a:rPr>
              <a:t>Lecture 2</a:t>
            </a:r>
            <a:br>
              <a:rPr lang="en-US" sz="2800" b="1" dirty="0">
                <a:cs typeface="Times New Roman" panose="02020603050405020304" pitchFamily="18" charset="0"/>
              </a:rPr>
            </a:br>
            <a:br>
              <a:rPr lang="en-US" sz="2800" b="1" dirty="0">
                <a:latin typeface="+mn-lt"/>
                <a:cs typeface="Times New Roman" panose="02020603050405020304" pitchFamily="18" charset="0"/>
              </a:rPr>
            </a:br>
            <a:r>
              <a:rPr lang="en-US" sz="3200" b="1" dirty="0">
                <a:latin typeface="+mn-lt"/>
                <a:cs typeface="Times New Roman" panose="02020603050405020304" pitchFamily="18" charset="0"/>
              </a:rPr>
              <a:t>Observer Pattern</a:t>
            </a:r>
            <a:endParaRPr lang="en-US" sz="2800" b="1" dirty="0">
              <a:latin typeface="+mn-lt"/>
              <a:cs typeface="Times New Roman" panose="02020603050405020304" pitchFamily="18" charset="0"/>
            </a:endParaRPr>
          </a:p>
        </p:txBody>
      </p:sp>
      <p:sp>
        <p:nvSpPr>
          <p:cNvPr id="3" name="Subtitle 2"/>
          <p:cNvSpPr>
            <a:spLocks noGrp="1"/>
          </p:cNvSpPr>
          <p:nvPr>
            <p:ph type="subTitle" idx="1"/>
          </p:nvPr>
        </p:nvSpPr>
        <p:spPr>
          <a:xfrm>
            <a:off x="7391" y="3581400"/>
            <a:ext cx="9129218" cy="2209800"/>
          </a:xfrm>
        </p:spPr>
        <p:txBody>
          <a:bodyPr>
            <a:noAutofit/>
          </a:bodyPr>
          <a:lstStyle/>
          <a:p>
            <a:r>
              <a:rPr lang="en-US" sz="2000" dirty="0">
                <a:solidFill>
                  <a:srgbClr val="002060"/>
                </a:solidFill>
                <a:cs typeface="Times New Roman" panose="02020603050405020304" pitchFamily="18" charset="0"/>
              </a:rPr>
              <a:t>School of Computer Science</a:t>
            </a:r>
          </a:p>
          <a:p>
            <a:r>
              <a:rPr lang="en-US" sz="2000" dirty="0">
                <a:solidFill>
                  <a:srgbClr val="002060"/>
                </a:solidFill>
                <a:cs typeface="Times New Roman" panose="02020603050405020304" pitchFamily="18" charset="0"/>
              </a:rPr>
              <a:t>Faculty of Science</a:t>
            </a:r>
          </a:p>
          <a:p>
            <a:r>
              <a:rPr lang="en-US" sz="2000" dirty="0">
                <a:solidFill>
                  <a:srgbClr val="002060"/>
                </a:solidFill>
                <a:cs typeface="Times New Roman" panose="02020603050405020304" pitchFamily="18" charset="0"/>
              </a:rPr>
              <a:t>University of Windsor</a:t>
            </a:r>
          </a:p>
          <a:p>
            <a:endParaRPr lang="en-US" sz="2000" dirty="0">
              <a:solidFill>
                <a:srgbClr val="002060"/>
              </a:solidFill>
              <a:cs typeface="Times New Roman" panose="02020603050405020304" pitchFamily="18" charset="0"/>
            </a:endParaRPr>
          </a:p>
          <a:p>
            <a:r>
              <a:rPr lang="en-US" sz="2000" dirty="0">
                <a:solidFill>
                  <a:srgbClr val="002060"/>
                </a:solidFill>
                <a:cs typeface="Times New Roman" panose="02020603050405020304" pitchFamily="18" charset="0"/>
              </a:rPr>
              <a:t>Dr. </a:t>
            </a:r>
            <a:r>
              <a:rPr lang="en-US" sz="2000">
                <a:solidFill>
                  <a:srgbClr val="002060"/>
                </a:solidFill>
                <a:cs typeface="Times New Roman" panose="02020603050405020304" pitchFamily="18" charset="0"/>
              </a:rPr>
              <a:t>Saeed Samet</a:t>
            </a:r>
            <a:endParaRPr lang="en-US" sz="2000" dirty="0">
              <a:solidFill>
                <a:srgbClr val="002060"/>
              </a:solidFill>
              <a:cs typeface="Times New Roman" panose="02020603050405020304" pitchFamily="18" charset="0"/>
            </a:endParaRPr>
          </a:p>
        </p:txBody>
      </p:sp>
      <p:pic>
        <p:nvPicPr>
          <p:cNvPr id="1026" name="Picture 2" descr="http://cou.on.ca/wp-content/uploads/2015/04/University-of-Windsor.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59709" y="5867400"/>
            <a:ext cx="2209800" cy="82499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2931880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763000" cy="5486400"/>
          </a:xfrm>
        </p:spPr>
        <p:txBody>
          <a:bodyPr>
            <a:normAutofit/>
          </a:bodyPr>
          <a:lstStyle/>
          <a:p>
            <a:r>
              <a:rPr lang="en-US" dirty="0"/>
              <a:t>We don’t want to miss out when something interesting happens, do we? </a:t>
            </a:r>
          </a:p>
          <a:p>
            <a:r>
              <a:rPr lang="en-US" dirty="0"/>
              <a:t>We’ve got a pattern that keeps your objects in the know when something they care about happens. </a:t>
            </a:r>
          </a:p>
          <a:p>
            <a:r>
              <a:rPr lang="en-US" dirty="0"/>
              <a:t>It’s the </a:t>
            </a:r>
            <a:r>
              <a:rPr lang="en-US" b="1" dirty="0"/>
              <a:t>Observer Pattern</a:t>
            </a:r>
          </a:p>
          <a:p>
            <a:r>
              <a:rPr lang="en-US" dirty="0"/>
              <a:t>Interesting aspects of Observer</a:t>
            </a:r>
          </a:p>
          <a:p>
            <a:pPr lvl="1">
              <a:buFont typeface="Wingdings" pitchFamily="2" charset="2"/>
              <a:buChar char="Ø"/>
            </a:pPr>
            <a:r>
              <a:rPr lang="en-US" dirty="0"/>
              <a:t>One-to-many relationships</a:t>
            </a:r>
          </a:p>
          <a:p>
            <a:pPr lvl="1">
              <a:buFont typeface="Wingdings" pitchFamily="2" charset="2"/>
              <a:buChar char="Ø"/>
            </a:pPr>
            <a:r>
              <a:rPr lang="en-US" dirty="0"/>
              <a:t>Loose coupling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2</a:t>
            </a:fld>
            <a:endParaRPr lang="en-US"/>
          </a:p>
        </p:txBody>
      </p:sp>
      <p:cxnSp>
        <p:nvCxnSpPr>
          <p:cNvPr id="6" name="Straight Connector 5"/>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0" y="304800"/>
            <a:ext cx="9144000" cy="523220"/>
          </a:xfrm>
          <a:prstGeom prst="rect">
            <a:avLst/>
          </a:prstGeom>
          <a:noFill/>
        </p:spPr>
        <p:txBody>
          <a:bodyPr wrap="square" rtlCol="0">
            <a:spAutoFit/>
          </a:bodyPr>
          <a:lstStyle/>
          <a:p>
            <a:pPr algn="ctr"/>
            <a:r>
              <a:rPr lang="en-US" sz="2800" b="1" dirty="0"/>
              <a:t>Motivation</a:t>
            </a:r>
          </a:p>
        </p:txBody>
      </p:sp>
      <p:sp>
        <p:nvSpPr>
          <p:cNvPr id="10" name="TextBox 9"/>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63314CB-2F0D-D914-949D-8577E2B45A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2809" y="3408218"/>
            <a:ext cx="2501591" cy="2930434"/>
          </a:xfrm>
          <a:prstGeom prst="rect">
            <a:avLst/>
          </a:prstGeom>
        </p:spPr>
      </p:pic>
    </p:spTree>
    <p:extLst>
      <p:ext uri="{BB962C8B-B14F-4D97-AF65-F5344CB8AC3E}">
        <p14:creationId xmlns:p14="http://schemas.microsoft.com/office/powerpoint/2010/main" val="223137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B28D-55CE-E62A-6A56-8459BA0B1C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8431E-DA6F-A8E4-6583-3440123FA2AA}"/>
              </a:ext>
            </a:extLst>
          </p:cNvPr>
          <p:cNvSpPr>
            <a:spLocks noGrp="1"/>
          </p:cNvSpPr>
          <p:nvPr>
            <p:ph idx="1"/>
          </p:nvPr>
        </p:nvSpPr>
        <p:spPr>
          <a:xfrm>
            <a:off x="90055" y="851477"/>
            <a:ext cx="9067800" cy="4634917"/>
          </a:xfrm>
        </p:spPr>
        <p:txBody>
          <a:bodyPr>
            <a:normAutofit/>
          </a:bodyPr>
          <a:lstStyle/>
          <a:p>
            <a:r>
              <a:rPr lang="en-US" sz="3600" dirty="0"/>
              <a:t>The system has three components: </a:t>
            </a:r>
          </a:p>
          <a:p>
            <a:pPr lvl="1">
              <a:buFont typeface="Wingdings" pitchFamily="2" charset="2"/>
              <a:buChar char="Ø"/>
            </a:pPr>
            <a:r>
              <a:rPr lang="en-US" sz="3200" dirty="0"/>
              <a:t>The weather station (the physical device that acquires the actual weather data).</a:t>
            </a:r>
          </a:p>
          <a:p>
            <a:pPr lvl="1">
              <a:buFont typeface="Wingdings" pitchFamily="2" charset="2"/>
              <a:buChar char="Ø"/>
            </a:pPr>
            <a:r>
              <a:rPr lang="en-US" sz="3200" dirty="0"/>
              <a:t>The </a:t>
            </a:r>
            <a:r>
              <a:rPr lang="en-US" sz="3200" b="1" dirty="0" err="1">
                <a:latin typeface="Times New Roman" panose="02020603050405020304" pitchFamily="18" charset="0"/>
                <a:cs typeface="Times New Roman" panose="02020603050405020304" pitchFamily="18" charset="0"/>
              </a:rPr>
              <a:t>WeatherData</a:t>
            </a:r>
            <a:r>
              <a:rPr lang="en-US" sz="3200" dirty="0"/>
              <a:t> object (that tracks the data coming from the Weather Station and updates the displays).</a:t>
            </a:r>
          </a:p>
          <a:p>
            <a:pPr lvl="1">
              <a:buFont typeface="Wingdings" pitchFamily="2" charset="2"/>
              <a:buChar char="Ø"/>
            </a:pPr>
            <a:r>
              <a:rPr lang="en-US" sz="3200" dirty="0"/>
              <a:t>The display that shows users the current weather conditions.</a:t>
            </a:r>
          </a:p>
        </p:txBody>
      </p:sp>
      <p:sp>
        <p:nvSpPr>
          <p:cNvPr id="9" name="Slide Number Placeholder 8">
            <a:extLst>
              <a:ext uri="{FF2B5EF4-FFF2-40B4-BE49-F238E27FC236}">
                <a16:creationId xmlns:a16="http://schemas.microsoft.com/office/drawing/2014/main" id="{4FE6CB76-B043-1565-B175-1549C5111273}"/>
              </a:ext>
            </a:extLst>
          </p:cNvPr>
          <p:cNvSpPr>
            <a:spLocks noGrp="1"/>
          </p:cNvSpPr>
          <p:nvPr>
            <p:ph type="sldNum" sz="quarter" idx="12"/>
          </p:nvPr>
        </p:nvSpPr>
        <p:spPr/>
        <p:txBody>
          <a:bodyPr/>
          <a:lstStyle/>
          <a:p>
            <a:fld id="{19B12225-5612-419B-A8D5-4B8EEE4C217E}" type="slidenum">
              <a:rPr lang="en-US" smtClean="0"/>
              <a:pPr/>
              <a:t>3</a:t>
            </a:fld>
            <a:endParaRPr lang="en-US"/>
          </a:p>
        </p:txBody>
      </p:sp>
      <p:cxnSp>
        <p:nvCxnSpPr>
          <p:cNvPr id="6" name="Straight Connector 5">
            <a:extLst>
              <a:ext uri="{FF2B5EF4-FFF2-40B4-BE49-F238E27FC236}">
                <a16:creationId xmlns:a16="http://schemas.microsoft.com/office/drawing/2014/main" id="{026D9C29-5E7B-5FAB-0671-CD18B6CFD7E6}"/>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5D1FC31-FE45-19E1-0A0D-E78EED9BCC65}"/>
              </a:ext>
            </a:extLst>
          </p:cNvPr>
          <p:cNvSpPr txBox="1"/>
          <p:nvPr/>
        </p:nvSpPr>
        <p:spPr>
          <a:xfrm>
            <a:off x="0" y="304800"/>
            <a:ext cx="9144000" cy="523220"/>
          </a:xfrm>
          <a:prstGeom prst="rect">
            <a:avLst/>
          </a:prstGeom>
          <a:noFill/>
        </p:spPr>
        <p:txBody>
          <a:bodyPr wrap="square" rtlCol="0">
            <a:spAutoFit/>
          </a:bodyPr>
          <a:lstStyle/>
          <a:p>
            <a:pPr algn="ctr"/>
            <a:r>
              <a:rPr lang="en-US" sz="2800" b="1" dirty="0"/>
              <a:t>The Weather Monitoring application overview</a:t>
            </a:r>
          </a:p>
        </p:txBody>
      </p:sp>
      <p:sp>
        <p:nvSpPr>
          <p:cNvPr id="10" name="TextBox 9">
            <a:extLst>
              <a:ext uri="{FF2B5EF4-FFF2-40B4-BE49-F238E27FC236}">
                <a16:creationId xmlns:a16="http://schemas.microsoft.com/office/drawing/2014/main" id="{006234A5-E8B7-BF13-BF60-F3101ECFF789}"/>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B5234555-9F9E-004E-87DA-28743F5564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109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CD7D1-7B77-85AF-18E5-A596133B9B0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B8FF5E8C-34EF-3621-A77E-DA9810779280}"/>
              </a:ext>
            </a:extLst>
          </p:cNvPr>
          <p:cNvSpPr>
            <a:spLocks noGrp="1"/>
          </p:cNvSpPr>
          <p:nvPr>
            <p:ph type="sldNum" sz="quarter" idx="12"/>
          </p:nvPr>
        </p:nvSpPr>
        <p:spPr/>
        <p:txBody>
          <a:bodyPr/>
          <a:lstStyle/>
          <a:p>
            <a:fld id="{19B12225-5612-419B-A8D5-4B8EEE4C217E}" type="slidenum">
              <a:rPr lang="en-US" smtClean="0"/>
              <a:pPr/>
              <a:t>4</a:t>
            </a:fld>
            <a:endParaRPr lang="en-US"/>
          </a:p>
        </p:txBody>
      </p:sp>
      <p:cxnSp>
        <p:nvCxnSpPr>
          <p:cNvPr id="6" name="Straight Connector 5">
            <a:extLst>
              <a:ext uri="{FF2B5EF4-FFF2-40B4-BE49-F238E27FC236}">
                <a16:creationId xmlns:a16="http://schemas.microsoft.com/office/drawing/2014/main" id="{77DBE4AC-8E2E-7F31-66C8-A342D0B36640}"/>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086E51-C288-3259-CDD7-02849E1B2482}"/>
              </a:ext>
            </a:extLst>
          </p:cNvPr>
          <p:cNvSpPr txBox="1"/>
          <p:nvPr/>
        </p:nvSpPr>
        <p:spPr>
          <a:xfrm>
            <a:off x="0" y="304800"/>
            <a:ext cx="9144000" cy="523220"/>
          </a:xfrm>
          <a:prstGeom prst="rect">
            <a:avLst/>
          </a:prstGeom>
          <a:noFill/>
        </p:spPr>
        <p:txBody>
          <a:bodyPr wrap="square" rtlCol="0">
            <a:spAutoFit/>
          </a:bodyPr>
          <a:lstStyle/>
          <a:p>
            <a:pPr algn="ctr"/>
            <a:r>
              <a:rPr lang="en-US" sz="2800" b="1" dirty="0"/>
              <a:t>The Weather Monitoring application overview</a:t>
            </a:r>
          </a:p>
        </p:txBody>
      </p:sp>
      <p:sp>
        <p:nvSpPr>
          <p:cNvPr id="10" name="TextBox 9">
            <a:extLst>
              <a:ext uri="{FF2B5EF4-FFF2-40B4-BE49-F238E27FC236}">
                <a16:creationId xmlns:a16="http://schemas.microsoft.com/office/drawing/2014/main" id="{DAB34893-3AF0-5071-FD8B-CF233FAF1FEA}"/>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ECB77829-CDF8-7831-837B-F7932D06AD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610FC1E-0045-A78B-46CB-92CD686A26F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93960" y="828020"/>
            <a:ext cx="7535297" cy="4277369"/>
          </a:xfrm>
          <a:prstGeom prst="rect">
            <a:avLst/>
          </a:prstGeom>
        </p:spPr>
      </p:pic>
      <p:sp>
        <p:nvSpPr>
          <p:cNvPr id="13" name="Content Placeholder 2">
            <a:extLst>
              <a:ext uri="{FF2B5EF4-FFF2-40B4-BE49-F238E27FC236}">
                <a16:creationId xmlns:a16="http://schemas.microsoft.com/office/drawing/2014/main" id="{10C59A64-B084-EE8B-0FCE-BD10D3CB4EFF}"/>
              </a:ext>
            </a:extLst>
          </p:cNvPr>
          <p:cNvSpPr>
            <a:spLocks noGrp="1"/>
          </p:cNvSpPr>
          <p:nvPr>
            <p:ph idx="1"/>
          </p:nvPr>
        </p:nvSpPr>
        <p:spPr>
          <a:xfrm>
            <a:off x="27709" y="4999920"/>
            <a:ext cx="9067800" cy="1781880"/>
          </a:xfrm>
        </p:spPr>
        <p:txBody>
          <a:bodyPr>
            <a:normAutofit lnSpcReduction="10000"/>
          </a:bodyPr>
          <a:lstStyle/>
          <a:p>
            <a:r>
              <a:rPr lang="en-US" sz="2400" dirty="0"/>
              <a:t>We are responsible for implementing three different display elements: </a:t>
            </a:r>
          </a:p>
          <a:p>
            <a:pPr lvl="1">
              <a:buFont typeface="Wingdings" pitchFamily="2" charset="2"/>
              <a:buChar char="Ø"/>
            </a:pPr>
            <a:r>
              <a:rPr lang="en-US" sz="2000" dirty="0"/>
              <a:t>Current Conditions (shows temperature, humidity, and pressure)</a:t>
            </a:r>
          </a:p>
          <a:p>
            <a:pPr lvl="1">
              <a:buFont typeface="Wingdings" pitchFamily="2" charset="2"/>
              <a:buChar char="Ø"/>
            </a:pPr>
            <a:r>
              <a:rPr lang="en-US" sz="2000" dirty="0"/>
              <a:t>Weather Statistics,</a:t>
            </a:r>
          </a:p>
          <a:p>
            <a:pPr lvl="1">
              <a:buFont typeface="Wingdings" pitchFamily="2" charset="2"/>
              <a:buChar char="Ø"/>
            </a:pPr>
            <a:r>
              <a:rPr lang="en-US" sz="2000" dirty="0"/>
              <a:t>A simple Forecast.</a:t>
            </a:r>
          </a:p>
        </p:txBody>
      </p:sp>
    </p:spTree>
    <p:extLst>
      <p:ext uri="{BB962C8B-B14F-4D97-AF65-F5344CB8AC3E}">
        <p14:creationId xmlns:p14="http://schemas.microsoft.com/office/powerpoint/2010/main" val="3506785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81240-0CD1-0F7E-8221-48200FD96D58}"/>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57F322C-EA96-6BA2-93D9-E5C5CDA24B1D}"/>
              </a:ext>
            </a:extLst>
          </p:cNvPr>
          <p:cNvSpPr>
            <a:spLocks noGrp="1"/>
          </p:cNvSpPr>
          <p:nvPr>
            <p:ph type="sldNum" sz="quarter" idx="12"/>
          </p:nvPr>
        </p:nvSpPr>
        <p:spPr/>
        <p:txBody>
          <a:bodyPr/>
          <a:lstStyle/>
          <a:p>
            <a:fld id="{19B12225-5612-419B-A8D5-4B8EEE4C217E}" type="slidenum">
              <a:rPr lang="en-US" smtClean="0"/>
              <a:pPr/>
              <a:t>5</a:t>
            </a:fld>
            <a:endParaRPr lang="en-US"/>
          </a:p>
        </p:txBody>
      </p:sp>
      <p:cxnSp>
        <p:nvCxnSpPr>
          <p:cNvPr id="6" name="Straight Connector 5">
            <a:extLst>
              <a:ext uri="{FF2B5EF4-FFF2-40B4-BE49-F238E27FC236}">
                <a16:creationId xmlns:a16="http://schemas.microsoft.com/office/drawing/2014/main" id="{EFF15603-5A2A-F313-B1F6-84D308245854}"/>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B3AD7EF-6B7B-FB50-7FDE-142E3CFCDB51}"/>
              </a:ext>
            </a:extLst>
          </p:cNvPr>
          <p:cNvSpPr txBox="1"/>
          <p:nvPr/>
        </p:nvSpPr>
        <p:spPr>
          <a:xfrm>
            <a:off x="0" y="304800"/>
            <a:ext cx="9144000" cy="523220"/>
          </a:xfrm>
          <a:prstGeom prst="rect">
            <a:avLst/>
          </a:prstGeom>
          <a:noFill/>
        </p:spPr>
        <p:txBody>
          <a:bodyPr wrap="square" rtlCol="0">
            <a:spAutoFit/>
          </a:bodyPr>
          <a:lstStyle/>
          <a:p>
            <a:pPr algn="ctr"/>
            <a:r>
              <a:rPr lang="en-US" sz="2800" b="1" dirty="0"/>
              <a:t>Unpacking the </a:t>
            </a:r>
            <a:r>
              <a:rPr lang="en-US" sz="2800" b="1" dirty="0" err="1"/>
              <a:t>WeatherData</a:t>
            </a:r>
            <a:r>
              <a:rPr lang="en-US" sz="2800" b="1" dirty="0"/>
              <a:t> class</a:t>
            </a:r>
          </a:p>
        </p:txBody>
      </p:sp>
      <p:sp>
        <p:nvSpPr>
          <p:cNvPr id="10" name="TextBox 9">
            <a:extLst>
              <a:ext uri="{FF2B5EF4-FFF2-40B4-BE49-F238E27FC236}">
                <a16:creationId xmlns:a16="http://schemas.microsoft.com/office/drawing/2014/main" id="{5CD1FF4D-5798-E41D-2242-5734378E7721}"/>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4423A45C-D768-6843-D0FA-0D823CEEA0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F4034FF-59EF-D104-9A0B-D9B4CFF8C40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2000" y="880019"/>
            <a:ext cx="7620000" cy="5865701"/>
          </a:xfrm>
          <a:prstGeom prst="rect">
            <a:avLst/>
          </a:prstGeom>
        </p:spPr>
      </p:pic>
    </p:spTree>
    <p:extLst>
      <p:ext uri="{BB962C8B-B14F-4D97-AF65-F5344CB8AC3E}">
        <p14:creationId xmlns:p14="http://schemas.microsoft.com/office/powerpoint/2010/main" val="1232401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3E5F3-FA7A-ED30-00FB-294A13DC7C78}"/>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0451E8A-ABC5-CB31-3784-060F41A92247}"/>
              </a:ext>
            </a:extLst>
          </p:cNvPr>
          <p:cNvSpPr>
            <a:spLocks noGrp="1"/>
          </p:cNvSpPr>
          <p:nvPr>
            <p:ph type="sldNum" sz="quarter" idx="12"/>
          </p:nvPr>
        </p:nvSpPr>
        <p:spPr/>
        <p:txBody>
          <a:bodyPr/>
          <a:lstStyle/>
          <a:p>
            <a:fld id="{19B12225-5612-419B-A8D5-4B8EEE4C217E}" type="slidenum">
              <a:rPr lang="en-US" smtClean="0"/>
              <a:pPr/>
              <a:t>6</a:t>
            </a:fld>
            <a:endParaRPr lang="en-US"/>
          </a:p>
        </p:txBody>
      </p:sp>
      <p:cxnSp>
        <p:nvCxnSpPr>
          <p:cNvPr id="6" name="Straight Connector 5">
            <a:extLst>
              <a:ext uri="{FF2B5EF4-FFF2-40B4-BE49-F238E27FC236}">
                <a16:creationId xmlns:a16="http://schemas.microsoft.com/office/drawing/2014/main" id="{FB7359AC-A7ED-B6BB-DEE7-459BA63BAB59}"/>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8DE627C-CF4A-61BF-8BC6-3CA3AB44C100}"/>
              </a:ext>
            </a:extLst>
          </p:cNvPr>
          <p:cNvSpPr txBox="1"/>
          <p:nvPr/>
        </p:nvSpPr>
        <p:spPr>
          <a:xfrm>
            <a:off x="0" y="304800"/>
            <a:ext cx="9144000" cy="523220"/>
          </a:xfrm>
          <a:prstGeom prst="rect">
            <a:avLst/>
          </a:prstGeom>
          <a:noFill/>
        </p:spPr>
        <p:txBody>
          <a:bodyPr wrap="square" rtlCol="0">
            <a:spAutoFit/>
          </a:bodyPr>
          <a:lstStyle/>
          <a:p>
            <a:pPr algn="ctr"/>
            <a:r>
              <a:rPr lang="en-US" sz="2800" b="1" dirty="0"/>
              <a:t>The Weather Monitoring application overview</a:t>
            </a:r>
          </a:p>
        </p:txBody>
      </p:sp>
      <p:sp>
        <p:nvSpPr>
          <p:cNvPr id="10" name="TextBox 9">
            <a:extLst>
              <a:ext uri="{FF2B5EF4-FFF2-40B4-BE49-F238E27FC236}">
                <a16:creationId xmlns:a16="http://schemas.microsoft.com/office/drawing/2014/main" id="{17AD61BB-B690-3246-C133-D60DBB1774CA}"/>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AC44312C-A0B5-C0E9-7BB6-D1B3E7D3C6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096590A-77B8-67B1-66F4-E4AE89BD6C7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53329" y="2181418"/>
            <a:ext cx="2637341" cy="4277369"/>
          </a:xfrm>
          <a:prstGeom prst="rect">
            <a:avLst/>
          </a:prstGeom>
        </p:spPr>
      </p:pic>
      <p:sp>
        <p:nvSpPr>
          <p:cNvPr id="13" name="Content Placeholder 2">
            <a:extLst>
              <a:ext uri="{FF2B5EF4-FFF2-40B4-BE49-F238E27FC236}">
                <a16:creationId xmlns:a16="http://schemas.microsoft.com/office/drawing/2014/main" id="{FFB7547F-2899-729C-3A2C-0D2096036522}"/>
              </a:ext>
            </a:extLst>
          </p:cNvPr>
          <p:cNvSpPr>
            <a:spLocks noGrp="1"/>
          </p:cNvSpPr>
          <p:nvPr>
            <p:ph idx="1"/>
          </p:nvPr>
        </p:nvSpPr>
        <p:spPr>
          <a:xfrm>
            <a:off x="38100" y="828019"/>
            <a:ext cx="9067800" cy="1781880"/>
          </a:xfrm>
        </p:spPr>
        <p:txBody>
          <a:bodyPr>
            <a:normAutofit/>
          </a:bodyPr>
          <a:lstStyle/>
          <a:p>
            <a:r>
              <a:rPr lang="en-US" sz="2400" dirty="0"/>
              <a:t>Our job is to alter the </a:t>
            </a:r>
            <a:r>
              <a:rPr lang="en-US" sz="2400" b="1" dirty="0" err="1">
                <a:latin typeface="Times New Roman" panose="02020603050405020304" pitchFamily="18" charset="0"/>
                <a:cs typeface="Times New Roman" panose="02020603050405020304" pitchFamily="18" charset="0"/>
              </a:rPr>
              <a:t>measurementsChanged</a:t>
            </a:r>
            <a:r>
              <a:rPr lang="en-US" sz="2400" b="1" dirty="0">
                <a:latin typeface="Times New Roman" panose="02020603050405020304" pitchFamily="18" charset="0"/>
                <a:cs typeface="Times New Roman" panose="02020603050405020304" pitchFamily="18" charset="0"/>
              </a:rPr>
              <a:t>() </a:t>
            </a:r>
            <a:r>
              <a:rPr lang="en-US" sz="2400" dirty="0"/>
              <a:t>method so that it updates the three displays for current conditions, weather stats, and forecast.</a:t>
            </a:r>
            <a:endParaRPr lang="en-US" sz="2000" dirty="0"/>
          </a:p>
        </p:txBody>
      </p:sp>
    </p:spTree>
    <p:extLst>
      <p:ext uri="{BB962C8B-B14F-4D97-AF65-F5344CB8AC3E}">
        <p14:creationId xmlns:p14="http://schemas.microsoft.com/office/powerpoint/2010/main" val="1012881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CAC5C-FE6F-80EC-44C1-02B140060AE1}"/>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A624D6E3-DEA4-35A2-F254-26953167448F}"/>
              </a:ext>
            </a:extLst>
          </p:cNvPr>
          <p:cNvSpPr>
            <a:spLocks noGrp="1"/>
          </p:cNvSpPr>
          <p:nvPr>
            <p:ph type="sldNum" sz="quarter" idx="12"/>
          </p:nvPr>
        </p:nvSpPr>
        <p:spPr/>
        <p:txBody>
          <a:bodyPr/>
          <a:lstStyle/>
          <a:p>
            <a:fld id="{19B12225-5612-419B-A8D5-4B8EEE4C217E}" type="slidenum">
              <a:rPr lang="en-US" smtClean="0"/>
              <a:pPr/>
              <a:t>7</a:t>
            </a:fld>
            <a:endParaRPr lang="en-US"/>
          </a:p>
        </p:txBody>
      </p:sp>
      <p:cxnSp>
        <p:nvCxnSpPr>
          <p:cNvPr id="6" name="Straight Connector 5">
            <a:extLst>
              <a:ext uri="{FF2B5EF4-FFF2-40B4-BE49-F238E27FC236}">
                <a16:creationId xmlns:a16="http://schemas.microsoft.com/office/drawing/2014/main" id="{1A91B936-84CB-572A-02B7-7B7A97E23A39}"/>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4CF0827-E338-B1C3-9786-8DEC200A127C}"/>
              </a:ext>
            </a:extLst>
          </p:cNvPr>
          <p:cNvSpPr txBox="1"/>
          <p:nvPr/>
        </p:nvSpPr>
        <p:spPr>
          <a:xfrm>
            <a:off x="0" y="304800"/>
            <a:ext cx="9144000" cy="523220"/>
          </a:xfrm>
          <a:prstGeom prst="rect">
            <a:avLst/>
          </a:prstGeom>
          <a:noFill/>
        </p:spPr>
        <p:txBody>
          <a:bodyPr wrap="square" rtlCol="0">
            <a:spAutoFit/>
          </a:bodyPr>
          <a:lstStyle/>
          <a:p>
            <a:pPr algn="ctr"/>
            <a:r>
              <a:rPr lang="en-US" sz="2800" b="1" dirty="0"/>
              <a:t>Our Goal</a:t>
            </a:r>
          </a:p>
        </p:txBody>
      </p:sp>
      <p:sp>
        <p:nvSpPr>
          <p:cNvPr id="10" name="TextBox 9">
            <a:extLst>
              <a:ext uri="{FF2B5EF4-FFF2-40B4-BE49-F238E27FC236}">
                <a16:creationId xmlns:a16="http://schemas.microsoft.com/office/drawing/2014/main" id="{09750C71-5281-25C8-C994-BBFB65D98542}"/>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B6DF7980-F168-486D-0363-488EAFF407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89533832-08AB-DC47-94B5-2FF779FE65F7}"/>
              </a:ext>
            </a:extLst>
          </p:cNvPr>
          <p:cNvSpPr>
            <a:spLocks noGrp="1"/>
          </p:cNvSpPr>
          <p:nvPr>
            <p:ph idx="1"/>
          </p:nvPr>
        </p:nvSpPr>
        <p:spPr>
          <a:xfrm>
            <a:off x="38100" y="828018"/>
            <a:ext cx="9067800" cy="5420378"/>
          </a:xfrm>
        </p:spPr>
        <p:txBody>
          <a:bodyPr>
            <a:normAutofit fontScale="92500"/>
          </a:bodyPr>
          <a:lstStyle/>
          <a:p>
            <a:r>
              <a:rPr lang="en-US" sz="2800" dirty="0"/>
              <a:t>We need to implement a display and then have the </a:t>
            </a:r>
            <a:r>
              <a:rPr lang="en-US" sz="2800" b="1" dirty="0" err="1">
                <a:latin typeface="Times New Roman" panose="02020603050405020304" pitchFamily="18" charset="0"/>
                <a:cs typeface="Times New Roman" panose="02020603050405020304" pitchFamily="18" charset="0"/>
              </a:rPr>
              <a:t>WeatherData</a:t>
            </a:r>
            <a:r>
              <a:rPr lang="en-US" sz="2800" dirty="0"/>
              <a:t> update that display each time it has new values, or, in other words, each time the </a:t>
            </a:r>
            <a:r>
              <a:rPr lang="en-US" sz="2800" b="1" dirty="0" err="1">
                <a:latin typeface="Times New Roman" panose="02020603050405020304" pitchFamily="18" charset="0"/>
                <a:cs typeface="Times New Roman" panose="02020603050405020304" pitchFamily="18" charset="0"/>
              </a:rPr>
              <a:t>measurementsChanged</a:t>
            </a:r>
            <a:r>
              <a:rPr lang="en-US" sz="2800" b="1" dirty="0">
                <a:latin typeface="Times New Roman" panose="02020603050405020304" pitchFamily="18" charset="0"/>
                <a:cs typeface="Times New Roman" panose="02020603050405020304" pitchFamily="18" charset="0"/>
              </a:rPr>
              <a:t>() </a:t>
            </a:r>
            <a:r>
              <a:rPr lang="en-US" sz="2800" dirty="0"/>
              <a:t>method is called. But how?</a:t>
            </a:r>
          </a:p>
          <a:p>
            <a:pPr lvl="1">
              <a:buFont typeface="Wingdings" pitchFamily="2" charset="2"/>
              <a:buChar char="Ø"/>
            </a:pPr>
            <a:r>
              <a:rPr lang="en-US" sz="2400" dirty="0"/>
              <a:t>We know the </a:t>
            </a:r>
            <a:r>
              <a:rPr lang="en-US" sz="2400" b="1" dirty="0" err="1">
                <a:latin typeface="Times New Roman" panose="02020603050405020304" pitchFamily="18" charset="0"/>
                <a:cs typeface="Times New Roman" panose="02020603050405020304" pitchFamily="18" charset="0"/>
              </a:rPr>
              <a:t>WeatherData</a:t>
            </a:r>
            <a:r>
              <a:rPr lang="en-US" sz="2400" dirty="0"/>
              <a:t> class has getter methods for three measurement values: temperature, humidity, and barometric pressure.</a:t>
            </a:r>
          </a:p>
          <a:p>
            <a:pPr lvl="1">
              <a:buFont typeface="Wingdings" pitchFamily="2" charset="2"/>
              <a:buChar char="Ø"/>
            </a:pPr>
            <a:r>
              <a:rPr lang="en-US" sz="2400" dirty="0"/>
              <a:t>We know the </a:t>
            </a:r>
            <a:r>
              <a:rPr lang="en-US" sz="2400" b="1" dirty="0" err="1">
                <a:latin typeface="Times New Roman" panose="02020603050405020304" pitchFamily="18" charset="0"/>
                <a:cs typeface="Times New Roman" panose="02020603050405020304" pitchFamily="18" charset="0"/>
              </a:rPr>
              <a:t>measurementsChanged</a:t>
            </a:r>
            <a:r>
              <a:rPr lang="en-US" sz="2400" b="1" dirty="0">
                <a:latin typeface="Times New Roman" panose="02020603050405020304" pitchFamily="18" charset="0"/>
                <a:cs typeface="Times New Roman" panose="02020603050405020304" pitchFamily="18" charset="0"/>
              </a:rPr>
              <a:t>() </a:t>
            </a:r>
            <a:r>
              <a:rPr lang="en-US" sz="2400" dirty="0"/>
              <a:t>method is called anytime new weather measurement data is available.</a:t>
            </a:r>
          </a:p>
          <a:p>
            <a:pPr lvl="1">
              <a:buFont typeface="Wingdings" pitchFamily="2" charset="2"/>
              <a:buChar char="Ø"/>
            </a:pPr>
            <a:r>
              <a:rPr lang="en-US" sz="2400" dirty="0"/>
              <a:t>We’ll need to implement three display elements that use the weather data: a current conditions display, a statistics display, and a forecast display. These displays must be updated as often as the </a:t>
            </a:r>
            <a:r>
              <a:rPr lang="en-US" sz="2400" b="1" dirty="0" err="1">
                <a:latin typeface="Times New Roman" panose="02020603050405020304" pitchFamily="18" charset="0"/>
                <a:cs typeface="Times New Roman" panose="02020603050405020304" pitchFamily="18" charset="0"/>
              </a:rPr>
              <a:t>WeatherData</a:t>
            </a:r>
            <a:r>
              <a:rPr lang="en-US" sz="2400" dirty="0"/>
              <a:t> has new measurements.</a:t>
            </a:r>
          </a:p>
          <a:p>
            <a:pPr lvl="1">
              <a:buFont typeface="Wingdings" pitchFamily="2" charset="2"/>
              <a:buChar char="Ø"/>
            </a:pPr>
            <a:r>
              <a:rPr lang="en-US" sz="2400" dirty="0"/>
              <a:t>To update the displays, we’ll add code to the </a:t>
            </a:r>
            <a:r>
              <a:rPr lang="en-US" sz="2400" b="1" dirty="0" err="1">
                <a:latin typeface="Times New Roman" panose="02020603050405020304" pitchFamily="18" charset="0"/>
                <a:cs typeface="Times New Roman" panose="02020603050405020304" pitchFamily="18" charset="0"/>
              </a:rPr>
              <a:t>measurementsChanged</a:t>
            </a:r>
            <a:r>
              <a:rPr lang="en-US" sz="2400" b="1" dirty="0">
                <a:latin typeface="Times New Roman" panose="02020603050405020304" pitchFamily="18" charset="0"/>
                <a:cs typeface="Times New Roman" panose="02020603050405020304" pitchFamily="18" charset="0"/>
              </a:rPr>
              <a:t>() </a:t>
            </a:r>
            <a:r>
              <a:rPr lang="en-US" sz="2400" dirty="0"/>
              <a:t>method.</a:t>
            </a:r>
          </a:p>
        </p:txBody>
      </p:sp>
    </p:spTree>
    <p:extLst>
      <p:ext uri="{BB962C8B-B14F-4D97-AF65-F5344CB8AC3E}">
        <p14:creationId xmlns:p14="http://schemas.microsoft.com/office/powerpoint/2010/main" val="366657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1F028-6CAC-9E84-DFE8-EE3D4DDDBEE4}"/>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7D0A754-2FC8-8274-6D64-186DF8A44C20}"/>
              </a:ext>
            </a:extLst>
          </p:cNvPr>
          <p:cNvSpPr>
            <a:spLocks noGrp="1"/>
          </p:cNvSpPr>
          <p:nvPr>
            <p:ph type="sldNum" sz="quarter" idx="12"/>
          </p:nvPr>
        </p:nvSpPr>
        <p:spPr/>
        <p:txBody>
          <a:bodyPr/>
          <a:lstStyle/>
          <a:p>
            <a:fld id="{19B12225-5612-419B-A8D5-4B8EEE4C217E}" type="slidenum">
              <a:rPr lang="en-US" smtClean="0"/>
              <a:pPr/>
              <a:t>8</a:t>
            </a:fld>
            <a:endParaRPr lang="en-US"/>
          </a:p>
        </p:txBody>
      </p:sp>
      <p:cxnSp>
        <p:nvCxnSpPr>
          <p:cNvPr id="6" name="Straight Connector 5">
            <a:extLst>
              <a:ext uri="{FF2B5EF4-FFF2-40B4-BE49-F238E27FC236}">
                <a16:creationId xmlns:a16="http://schemas.microsoft.com/office/drawing/2014/main" id="{F0667C7B-02C7-3F9D-9241-14C50B73821F}"/>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08903A7-DB29-DF11-6C36-FA7A9524D3C9}"/>
              </a:ext>
            </a:extLst>
          </p:cNvPr>
          <p:cNvSpPr txBox="1"/>
          <p:nvPr/>
        </p:nvSpPr>
        <p:spPr>
          <a:xfrm>
            <a:off x="0" y="304800"/>
            <a:ext cx="9144000" cy="523220"/>
          </a:xfrm>
          <a:prstGeom prst="rect">
            <a:avLst/>
          </a:prstGeom>
          <a:noFill/>
        </p:spPr>
        <p:txBody>
          <a:bodyPr wrap="square" rtlCol="0">
            <a:spAutoFit/>
          </a:bodyPr>
          <a:lstStyle/>
          <a:p>
            <a:pPr algn="ctr"/>
            <a:r>
              <a:rPr lang="en-US" sz="2800" b="1" dirty="0"/>
              <a:t>Our Goal</a:t>
            </a:r>
          </a:p>
        </p:txBody>
      </p:sp>
      <p:sp>
        <p:nvSpPr>
          <p:cNvPr id="10" name="TextBox 9">
            <a:extLst>
              <a:ext uri="{FF2B5EF4-FFF2-40B4-BE49-F238E27FC236}">
                <a16:creationId xmlns:a16="http://schemas.microsoft.com/office/drawing/2014/main" id="{54C99AA4-4B45-9507-CFB5-70FF858A24D8}"/>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BD3B7271-41A5-987A-5E9F-D81504B099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255837A-E6D1-1BEE-250D-86511FD1F7F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655365" y="1143117"/>
            <a:ext cx="3833270" cy="5272150"/>
          </a:xfrm>
          <a:prstGeom prst="rect">
            <a:avLst/>
          </a:prstGeom>
        </p:spPr>
      </p:pic>
    </p:spTree>
    <p:extLst>
      <p:ext uri="{BB962C8B-B14F-4D97-AF65-F5344CB8AC3E}">
        <p14:creationId xmlns:p14="http://schemas.microsoft.com/office/powerpoint/2010/main" val="1497750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95284-88F0-EF9D-7579-A493517BC458}"/>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1E9EBA6-07C6-0E6F-AFDF-A0A1947E6392}"/>
              </a:ext>
            </a:extLst>
          </p:cNvPr>
          <p:cNvSpPr>
            <a:spLocks noGrp="1"/>
          </p:cNvSpPr>
          <p:nvPr>
            <p:ph type="sldNum" sz="quarter" idx="12"/>
          </p:nvPr>
        </p:nvSpPr>
        <p:spPr/>
        <p:txBody>
          <a:bodyPr/>
          <a:lstStyle/>
          <a:p>
            <a:fld id="{19B12225-5612-419B-A8D5-4B8EEE4C217E}" type="slidenum">
              <a:rPr lang="en-US" smtClean="0"/>
              <a:pPr/>
              <a:t>9</a:t>
            </a:fld>
            <a:endParaRPr lang="en-US"/>
          </a:p>
        </p:txBody>
      </p:sp>
      <p:cxnSp>
        <p:nvCxnSpPr>
          <p:cNvPr id="6" name="Straight Connector 5">
            <a:extLst>
              <a:ext uri="{FF2B5EF4-FFF2-40B4-BE49-F238E27FC236}">
                <a16:creationId xmlns:a16="http://schemas.microsoft.com/office/drawing/2014/main" id="{BBEC8C86-59BA-719F-DBB0-9517A34B6B6C}"/>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F70C144-ABEC-1CEA-BEB6-F290C99B4D7D}"/>
              </a:ext>
            </a:extLst>
          </p:cNvPr>
          <p:cNvSpPr txBox="1"/>
          <p:nvPr/>
        </p:nvSpPr>
        <p:spPr>
          <a:xfrm>
            <a:off x="0" y="304800"/>
            <a:ext cx="9144000" cy="523220"/>
          </a:xfrm>
          <a:prstGeom prst="rect">
            <a:avLst/>
          </a:prstGeom>
          <a:noFill/>
        </p:spPr>
        <p:txBody>
          <a:bodyPr wrap="square" rtlCol="0">
            <a:spAutoFit/>
          </a:bodyPr>
          <a:lstStyle/>
          <a:p>
            <a:pPr algn="ctr"/>
            <a:r>
              <a:rPr lang="en-US" sz="2800" b="1" dirty="0"/>
              <a:t>Stretch Goal</a:t>
            </a:r>
          </a:p>
        </p:txBody>
      </p:sp>
      <p:sp>
        <p:nvSpPr>
          <p:cNvPr id="10" name="TextBox 9">
            <a:extLst>
              <a:ext uri="{FF2B5EF4-FFF2-40B4-BE49-F238E27FC236}">
                <a16:creationId xmlns:a16="http://schemas.microsoft.com/office/drawing/2014/main" id="{0C6E5B40-1453-3FD2-4DF8-9320EBBC8B4E}"/>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591464DB-FF1D-0B94-79EE-D0804FE996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2F326F6-E4F0-57BA-48D5-C4DFE6D9240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53329" y="2819615"/>
            <a:ext cx="2637341" cy="3733585"/>
          </a:xfrm>
          <a:prstGeom prst="rect">
            <a:avLst/>
          </a:prstGeom>
        </p:spPr>
      </p:pic>
      <p:sp>
        <p:nvSpPr>
          <p:cNvPr id="13" name="Content Placeholder 2">
            <a:extLst>
              <a:ext uri="{FF2B5EF4-FFF2-40B4-BE49-F238E27FC236}">
                <a16:creationId xmlns:a16="http://schemas.microsoft.com/office/drawing/2014/main" id="{2DCD2EFD-FDC7-947C-9FB9-39FC6C89E2B3}"/>
              </a:ext>
            </a:extLst>
          </p:cNvPr>
          <p:cNvSpPr>
            <a:spLocks noGrp="1"/>
          </p:cNvSpPr>
          <p:nvPr>
            <p:ph idx="1"/>
          </p:nvPr>
        </p:nvSpPr>
        <p:spPr>
          <a:xfrm>
            <a:off x="38100" y="828019"/>
            <a:ext cx="9067800" cy="1781880"/>
          </a:xfrm>
        </p:spPr>
        <p:txBody>
          <a:bodyPr>
            <a:normAutofit fontScale="92500" lnSpcReduction="10000"/>
          </a:bodyPr>
          <a:lstStyle/>
          <a:p>
            <a:r>
              <a:rPr lang="en-US" sz="2400" dirty="0"/>
              <a:t>But let’s also think about the future</a:t>
            </a:r>
          </a:p>
          <a:p>
            <a:r>
              <a:rPr lang="en-US" sz="2400" dirty="0"/>
              <a:t>We expect, if the Weather Station is successful, there will be more than three displays in the future.</a:t>
            </a:r>
          </a:p>
          <a:p>
            <a:r>
              <a:rPr lang="en-US" sz="2400" dirty="0"/>
              <a:t>Expandability: Allow users to add (or remove) as many display elements as they want to the application? </a:t>
            </a:r>
          </a:p>
        </p:txBody>
      </p:sp>
    </p:spTree>
    <p:extLst>
      <p:ext uri="{BB962C8B-B14F-4D97-AF65-F5344CB8AC3E}">
        <p14:creationId xmlns:p14="http://schemas.microsoft.com/office/powerpoint/2010/main" val="3669952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41D63-3A4A-253C-D1D7-716417DFB53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4E7C1C3-6B00-EC48-DF20-316ACBC3B1C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7200" y="2070551"/>
            <a:ext cx="8229600" cy="4482649"/>
          </a:xfrm>
          <a:prstGeom prst="rect">
            <a:avLst/>
          </a:prstGeom>
        </p:spPr>
      </p:pic>
      <p:sp>
        <p:nvSpPr>
          <p:cNvPr id="9" name="Slide Number Placeholder 8">
            <a:extLst>
              <a:ext uri="{FF2B5EF4-FFF2-40B4-BE49-F238E27FC236}">
                <a16:creationId xmlns:a16="http://schemas.microsoft.com/office/drawing/2014/main" id="{91CF10F8-8376-7E5F-BF6C-8162BAA06381}"/>
              </a:ext>
            </a:extLst>
          </p:cNvPr>
          <p:cNvSpPr>
            <a:spLocks noGrp="1"/>
          </p:cNvSpPr>
          <p:nvPr>
            <p:ph type="sldNum" sz="quarter" idx="12"/>
          </p:nvPr>
        </p:nvSpPr>
        <p:spPr/>
        <p:txBody>
          <a:bodyPr/>
          <a:lstStyle/>
          <a:p>
            <a:fld id="{19B12225-5612-419B-A8D5-4B8EEE4C217E}" type="slidenum">
              <a:rPr lang="en-US" smtClean="0"/>
              <a:pPr/>
              <a:t>10</a:t>
            </a:fld>
            <a:endParaRPr lang="en-US"/>
          </a:p>
        </p:txBody>
      </p:sp>
      <p:cxnSp>
        <p:nvCxnSpPr>
          <p:cNvPr id="6" name="Straight Connector 5">
            <a:extLst>
              <a:ext uri="{FF2B5EF4-FFF2-40B4-BE49-F238E27FC236}">
                <a16:creationId xmlns:a16="http://schemas.microsoft.com/office/drawing/2014/main" id="{BE1F6B09-F98E-979D-159E-C74C32FFD01A}"/>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3241459-EED7-883F-93CB-4E53EE6863AF}"/>
              </a:ext>
            </a:extLst>
          </p:cNvPr>
          <p:cNvSpPr txBox="1"/>
          <p:nvPr/>
        </p:nvSpPr>
        <p:spPr>
          <a:xfrm>
            <a:off x="0" y="304800"/>
            <a:ext cx="9144000" cy="954107"/>
          </a:xfrm>
          <a:prstGeom prst="rect">
            <a:avLst/>
          </a:prstGeom>
          <a:noFill/>
        </p:spPr>
        <p:txBody>
          <a:bodyPr wrap="square" rtlCol="0">
            <a:spAutoFit/>
          </a:bodyPr>
          <a:lstStyle/>
          <a:p>
            <a:pPr algn="ctr"/>
            <a:r>
              <a:rPr lang="en-US" sz="2800" b="1" dirty="0"/>
              <a:t>Taking a first, misguided implementation of the Weather Station</a:t>
            </a:r>
          </a:p>
        </p:txBody>
      </p:sp>
      <p:sp>
        <p:nvSpPr>
          <p:cNvPr id="10" name="TextBox 9">
            <a:extLst>
              <a:ext uri="{FF2B5EF4-FFF2-40B4-BE49-F238E27FC236}">
                <a16:creationId xmlns:a16="http://schemas.microsoft.com/office/drawing/2014/main" id="{9FF5A268-7E47-A9FC-CE38-5F632910B290}"/>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19992A6C-7B18-B256-C9D3-6914296F69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DB4D8245-2F41-5914-5430-9EED3D9D25E8}"/>
              </a:ext>
            </a:extLst>
          </p:cNvPr>
          <p:cNvSpPr>
            <a:spLocks noGrp="1"/>
          </p:cNvSpPr>
          <p:nvPr>
            <p:ph idx="1"/>
          </p:nvPr>
        </p:nvSpPr>
        <p:spPr>
          <a:xfrm>
            <a:off x="38100" y="1096950"/>
            <a:ext cx="9067800" cy="954107"/>
          </a:xfrm>
        </p:spPr>
        <p:txBody>
          <a:bodyPr>
            <a:normAutofit/>
          </a:bodyPr>
          <a:lstStyle/>
          <a:p>
            <a:r>
              <a:rPr lang="en-US" sz="2400" dirty="0"/>
              <a:t>add our code to the </a:t>
            </a:r>
            <a:r>
              <a:rPr lang="en-US" sz="2400" b="1" dirty="0" err="1">
                <a:latin typeface="Times New Roman" panose="02020603050405020304" pitchFamily="18" charset="0"/>
                <a:cs typeface="Times New Roman" panose="02020603050405020304" pitchFamily="18" charset="0"/>
              </a:rPr>
              <a:t>measurementsChanged</a:t>
            </a:r>
            <a:r>
              <a:rPr lang="en-US" sz="2400" b="1" dirty="0">
                <a:latin typeface="Times New Roman" panose="02020603050405020304" pitchFamily="18" charset="0"/>
                <a:cs typeface="Times New Roman" panose="02020603050405020304" pitchFamily="18" charset="0"/>
              </a:rPr>
              <a:t>()</a:t>
            </a:r>
            <a:r>
              <a:rPr lang="en-US" sz="2400" dirty="0"/>
              <a:t> method in the </a:t>
            </a:r>
            <a:r>
              <a:rPr lang="en-US" sz="2400" b="1" dirty="0" err="1">
                <a:latin typeface="Times New Roman" panose="02020603050405020304" pitchFamily="18" charset="0"/>
                <a:cs typeface="Times New Roman" panose="02020603050405020304" pitchFamily="18" charset="0"/>
              </a:rPr>
              <a:t>WeatherData</a:t>
            </a:r>
            <a:r>
              <a:rPr lang="en-US" sz="2400" dirty="0"/>
              <a:t> class:</a:t>
            </a:r>
          </a:p>
        </p:txBody>
      </p:sp>
    </p:spTree>
    <p:extLst>
      <p:ext uri="{BB962C8B-B14F-4D97-AF65-F5344CB8AC3E}">
        <p14:creationId xmlns:p14="http://schemas.microsoft.com/office/powerpoint/2010/main" val="2774754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C973A-E33F-3577-84FE-BAF20CCF43E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E059B25-EDD1-6DF8-1667-790BCFE839A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3400" y="1962379"/>
            <a:ext cx="7772400" cy="4769817"/>
          </a:xfrm>
          <a:prstGeom prst="rect">
            <a:avLst/>
          </a:prstGeom>
        </p:spPr>
      </p:pic>
      <p:sp>
        <p:nvSpPr>
          <p:cNvPr id="9" name="Slide Number Placeholder 8">
            <a:extLst>
              <a:ext uri="{FF2B5EF4-FFF2-40B4-BE49-F238E27FC236}">
                <a16:creationId xmlns:a16="http://schemas.microsoft.com/office/drawing/2014/main" id="{E41CA7D5-C432-952B-36E0-3CA94C376D90}"/>
              </a:ext>
            </a:extLst>
          </p:cNvPr>
          <p:cNvSpPr>
            <a:spLocks noGrp="1"/>
          </p:cNvSpPr>
          <p:nvPr>
            <p:ph type="sldNum" sz="quarter" idx="12"/>
          </p:nvPr>
        </p:nvSpPr>
        <p:spPr/>
        <p:txBody>
          <a:bodyPr/>
          <a:lstStyle/>
          <a:p>
            <a:fld id="{19B12225-5612-419B-A8D5-4B8EEE4C217E}" type="slidenum">
              <a:rPr lang="en-US" smtClean="0"/>
              <a:pPr/>
              <a:t>11</a:t>
            </a:fld>
            <a:endParaRPr lang="en-US"/>
          </a:p>
        </p:txBody>
      </p:sp>
      <p:cxnSp>
        <p:nvCxnSpPr>
          <p:cNvPr id="6" name="Straight Connector 5">
            <a:extLst>
              <a:ext uri="{FF2B5EF4-FFF2-40B4-BE49-F238E27FC236}">
                <a16:creationId xmlns:a16="http://schemas.microsoft.com/office/drawing/2014/main" id="{617BD19C-590A-3C4E-CA23-A1D8A8B6CC82}"/>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0AD513A-9381-EF77-01CC-4FDB0ED88016}"/>
              </a:ext>
            </a:extLst>
          </p:cNvPr>
          <p:cNvSpPr txBox="1"/>
          <p:nvPr/>
        </p:nvSpPr>
        <p:spPr>
          <a:xfrm>
            <a:off x="0" y="304800"/>
            <a:ext cx="9144000" cy="523220"/>
          </a:xfrm>
          <a:prstGeom prst="rect">
            <a:avLst/>
          </a:prstGeom>
          <a:noFill/>
        </p:spPr>
        <p:txBody>
          <a:bodyPr wrap="square" rtlCol="0">
            <a:spAutoFit/>
          </a:bodyPr>
          <a:lstStyle/>
          <a:p>
            <a:pPr algn="ctr"/>
            <a:r>
              <a:rPr lang="en-US" sz="2800" b="1" dirty="0"/>
              <a:t>What’s wrong with our implementation anyway?</a:t>
            </a:r>
          </a:p>
        </p:txBody>
      </p:sp>
      <p:sp>
        <p:nvSpPr>
          <p:cNvPr id="10" name="TextBox 9">
            <a:extLst>
              <a:ext uri="{FF2B5EF4-FFF2-40B4-BE49-F238E27FC236}">
                <a16:creationId xmlns:a16="http://schemas.microsoft.com/office/drawing/2014/main" id="{ABBF70A5-B26B-AB75-E4B6-E74D9263432C}"/>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6EBE768C-1312-EF85-3092-89D61CFE42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276B2726-976C-8DE1-75B9-98E219F7E65E}"/>
              </a:ext>
            </a:extLst>
          </p:cNvPr>
          <p:cNvSpPr>
            <a:spLocks noGrp="1"/>
          </p:cNvSpPr>
          <p:nvPr>
            <p:ph idx="1"/>
          </p:nvPr>
        </p:nvSpPr>
        <p:spPr>
          <a:xfrm>
            <a:off x="38100" y="1096950"/>
            <a:ext cx="9067800" cy="954107"/>
          </a:xfrm>
        </p:spPr>
        <p:txBody>
          <a:bodyPr>
            <a:normAutofit/>
          </a:bodyPr>
          <a:lstStyle/>
          <a:p>
            <a:r>
              <a:rPr lang="en-US" sz="2400" dirty="0"/>
              <a:t>Think back to all those Chapter 1 concepts and principles—which are we violating, and which are we not?</a:t>
            </a:r>
          </a:p>
        </p:txBody>
      </p:sp>
    </p:spTree>
    <p:extLst>
      <p:ext uri="{BB962C8B-B14F-4D97-AF65-F5344CB8AC3E}">
        <p14:creationId xmlns:p14="http://schemas.microsoft.com/office/powerpoint/2010/main" val="1793481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A901F-C54D-A064-C84D-F2828BBD6DF5}"/>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53339B31-9F6D-24BB-C15E-404950008A0A}"/>
              </a:ext>
            </a:extLst>
          </p:cNvPr>
          <p:cNvSpPr>
            <a:spLocks noGrp="1"/>
          </p:cNvSpPr>
          <p:nvPr>
            <p:ph type="sldNum" sz="quarter" idx="12"/>
          </p:nvPr>
        </p:nvSpPr>
        <p:spPr/>
        <p:txBody>
          <a:bodyPr/>
          <a:lstStyle/>
          <a:p>
            <a:fld id="{19B12225-5612-419B-A8D5-4B8EEE4C217E}" type="slidenum">
              <a:rPr lang="en-US" smtClean="0"/>
              <a:pPr/>
              <a:t>12</a:t>
            </a:fld>
            <a:endParaRPr lang="en-US"/>
          </a:p>
        </p:txBody>
      </p:sp>
      <p:cxnSp>
        <p:nvCxnSpPr>
          <p:cNvPr id="6" name="Straight Connector 5">
            <a:extLst>
              <a:ext uri="{FF2B5EF4-FFF2-40B4-BE49-F238E27FC236}">
                <a16:creationId xmlns:a16="http://schemas.microsoft.com/office/drawing/2014/main" id="{F113E12C-3EB1-2822-C0FA-DEDEA70ABEE5}"/>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160B6D0-BB4D-AA6F-EAF3-BEAE9CAEFFB6}"/>
              </a:ext>
            </a:extLst>
          </p:cNvPr>
          <p:cNvSpPr txBox="1"/>
          <p:nvPr/>
        </p:nvSpPr>
        <p:spPr>
          <a:xfrm>
            <a:off x="0" y="304800"/>
            <a:ext cx="9144000" cy="523220"/>
          </a:xfrm>
          <a:prstGeom prst="rect">
            <a:avLst/>
          </a:prstGeom>
          <a:noFill/>
        </p:spPr>
        <p:txBody>
          <a:bodyPr wrap="square" rtlCol="0">
            <a:spAutoFit/>
          </a:bodyPr>
          <a:lstStyle/>
          <a:p>
            <a:pPr algn="ctr"/>
            <a:r>
              <a:rPr lang="en-US" sz="2800" b="1" dirty="0"/>
              <a:t>Subject + Observers = Observer Pattern</a:t>
            </a:r>
          </a:p>
        </p:txBody>
      </p:sp>
      <p:sp>
        <p:nvSpPr>
          <p:cNvPr id="10" name="TextBox 9">
            <a:extLst>
              <a:ext uri="{FF2B5EF4-FFF2-40B4-BE49-F238E27FC236}">
                <a16:creationId xmlns:a16="http://schemas.microsoft.com/office/drawing/2014/main" id="{4F4F8AB2-C54A-7EC7-5FD7-F2F7F1472D2C}"/>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767BD6C8-F9AC-23D4-577D-11BDC6309C0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5B89BB8-0A2D-25E8-90BD-C00D8D3C8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963982"/>
            <a:ext cx="7772400" cy="5754029"/>
          </a:xfrm>
          <a:prstGeom prst="rect">
            <a:avLst/>
          </a:prstGeom>
        </p:spPr>
      </p:pic>
    </p:spTree>
    <p:extLst>
      <p:ext uri="{BB962C8B-B14F-4D97-AF65-F5344CB8AC3E}">
        <p14:creationId xmlns:p14="http://schemas.microsoft.com/office/powerpoint/2010/main" val="2241463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ED7FE-C09A-0F51-B68D-A038FAD472BE}"/>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5286E80-7109-6826-377F-471B1248DE0E}"/>
              </a:ext>
            </a:extLst>
          </p:cNvPr>
          <p:cNvSpPr>
            <a:spLocks noGrp="1"/>
          </p:cNvSpPr>
          <p:nvPr>
            <p:ph type="sldNum" sz="quarter" idx="12"/>
          </p:nvPr>
        </p:nvSpPr>
        <p:spPr/>
        <p:txBody>
          <a:bodyPr/>
          <a:lstStyle/>
          <a:p>
            <a:fld id="{19B12225-5612-419B-A8D5-4B8EEE4C217E}" type="slidenum">
              <a:rPr lang="en-US" smtClean="0"/>
              <a:pPr/>
              <a:t>13</a:t>
            </a:fld>
            <a:endParaRPr lang="en-US"/>
          </a:p>
        </p:txBody>
      </p:sp>
      <p:cxnSp>
        <p:nvCxnSpPr>
          <p:cNvPr id="6" name="Straight Connector 5">
            <a:extLst>
              <a:ext uri="{FF2B5EF4-FFF2-40B4-BE49-F238E27FC236}">
                <a16:creationId xmlns:a16="http://schemas.microsoft.com/office/drawing/2014/main" id="{F335D70F-F969-F97D-F3A3-7801F5CD6D56}"/>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18582B9-22E5-6766-04FC-060403FA85B9}"/>
              </a:ext>
            </a:extLst>
          </p:cNvPr>
          <p:cNvSpPr txBox="1"/>
          <p:nvPr/>
        </p:nvSpPr>
        <p:spPr>
          <a:xfrm>
            <a:off x="0" y="304800"/>
            <a:ext cx="9144000" cy="523220"/>
          </a:xfrm>
          <a:prstGeom prst="rect">
            <a:avLst/>
          </a:prstGeom>
          <a:noFill/>
        </p:spPr>
        <p:txBody>
          <a:bodyPr wrap="square" rtlCol="0">
            <a:spAutoFit/>
          </a:bodyPr>
          <a:lstStyle/>
          <a:p>
            <a:pPr algn="ctr"/>
            <a:r>
              <a:rPr lang="en-US" sz="2800" b="1" dirty="0"/>
              <a:t>A day in the life of the Observer Pattern</a:t>
            </a:r>
          </a:p>
        </p:txBody>
      </p:sp>
      <p:sp>
        <p:nvSpPr>
          <p:cNvPr id="10" name="TextBox 9">
            <a:extLst>
              <a:ext uri="{FF2B5EF4-FFF2-40B4-BE49-F238E27FC236}">
                <a16:creationId xmlns:a16="http://schemas.microsoft.com/office/drawing/2014/main" id="{2F8D5544-2B37-9336-6587-5E6560377083}"/>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5DEABD2B-C42E-68C8-FE6C-3A38D8DEE4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975EF94B-8963-D397-EE82-E0C6D2E2BFF4}"/>
              </a:ext>
            </a:extLst>
          </p:cNvPr>
          <p:cNvSpPr>
            <a:spLocks noGrp="1"/>
          </p:cNvSpPr>
          <p:nvPr>
            <p:ph idx="1"/>
          </p:nvPr>
        </p:nvSpPr>
        <p:spPr>
          <a:xfrm>
            <a:off x="38100" y="1096950"/>
            <a:ext cx="9067800" cy="954107"/>
          </a:xfrm>
        </p:spPr>
        <p:txBody>
          <a:bodyPr>
            <a:normAutofit/>
          </a:bodyPr>
          <a:lstStyle/>
          <a:p>
            <a:r>
              <a:rPr lang="en-US" sz="2400" dirty="0"/>
              <a:t>A </a:t>
            </a:r>
            <a:r>
              <a:rPr lang="en-US" sz="2400" b="1" dirty="0">
                <a:latin typeface="Times New Roman" panose="02020603050405020304" pitchFamily="18" charset="0"/>
                <a:cs typeface="Times New Roman" panose="02020603050405020304" pitchFamily="18" charset="0"/>
              </a:rPr>
              <a:t>Duck</a:t>
            </a:r>
            <a:r>
              <a:rPr lang="en-US" sz="2400" dirty="0"/>
              <a:t> object comes along and tells the </a:t>
            </a:r>
            <a:r>
              <a:rPr lang="en-US" sz="2400" b="1" dirty="0">
                <a:latin typeface="Times New Roman" panose="02020603050405020304" pitchFamily="18" charset="0"/>
                <a:cs typeface="Times New Roman" panose="02020603050405020304" pitchFamily="18" charset="0"/>
              </a:rPr>
              <a:t>Subject</a:t>
            </a:r>
            <a:r>
              <a:rPr lang="en-US" sz="2400" dirty="0"/>
              <a:t> that he wants to become an observer.</a:t>
            </a:r>
          </a:p>
        </p:txBody>
      </p:sp>
      <p:pic>
        <p:nvPicPr>
          <p:cNvPr id="3" name="Picture 2">
            <a:extLst>
              <a:ext uri="{FF2B5EF4-FFF2-40B4-BE49-F238E27FC236}">
                <a16:creationId xmlns:a16="http://schemas.microsoft.com/office/drawing/2014/main" id="{A3C66D51-FFBD-A51B-6ECD-DDD4234EFA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51057"/>
            <a:ext cx="7772400" cy="4033311"/>
          </a:xfrm>
          <a:prstGeom prst="rect">
            <a:avLst/>
          </a:prstGeom>
        </p:spPr>
      </p:pic>
    </p:spTree>
    <p:extLst>
      <p:ext uri="{BB962C8B-B14F-4D97-AF65-F5344CB8AC3E}">
        <p14:creationId xmlns:p14="http://schemas.microsoft.com/office/powerpoint/2010/main" val="1606104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FF41-E4FE-2465-0541-2AC4408A003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5A63124-0A63-6A3E-7B11-6DD9E2DD1D7A}"/>
              </a:ext>
            </a:extLst>
          </p:cNvPr>
          <p:cNvSpPr>
            <a:spLocks noGrp="1"/>
          </p:cNvSpPr>
          <p:nvPr>
            <p:ph type="sldNum" sz="quarter" idx="12"/>
          </p:nvPr>
        </p:nvSpPr>
        <p:spPr/>
        <p:txBody>
          <a:bodyPr/>
          <a:lstStyle/>
          <a:p>
            <a:fld id="{19B12225-5612-419B-A8D5-4B8EEE4C217E}" type="slidenum">
              <a:rPr lang="en-US" smtClean="0"/>
              <a:pPr/>
              <a:t>14</a:t>
            </a:fld>
            <a:endParaRPr lang="en-US"/>
          </a:p>
        </p:txBody>
      </p:sp>
      <p:cxnSp>
        <p:nvCxnSpPr>
          <p:cNvPr id="6" name="Straight Connector 5">
            <a:extLst>
              <a:ext uri="{FF2B5EF4-FFF2-40B4-BE49-F238E27FC236}">
                <a16:creationId xmlns:a16="http://schemas.microsoft.com/office/drawing/2014/main" id="{6B6607D2-FE44-78E0-60EB-2631517EE8CE}"/>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E055B97-7B5C-BBBC-AD6F-8EC378C6C08A}"/>
              </a:ext>
            </a:extLst>
          </p:cNvPr>
          <p:cNvSpPr txBox="1"/>
          <p:nvPr/>
        </p:nvSpPr>
        <p:spPr>
          <a:xfrm>
            <a:off x="0" y="304800"/>
            <a:ext cx="9144000" cy="523220"/>
          </a:xfrm>
          <a:prstGeom prst="rect">
            <a:avLst/>
          </a:prstGeom>
          <a:noFill/>
        </p:spPr>
        <p:txBody>
          <a:bodyPr wrap="square" rtlCol="0">
            <a:spAutoFit/>
          </a:bodyPr>
          <a:lstStyle/>
          <a:p>
            <a:pPr algn="ctr"/>
            <a:r>
              <a:rPr lang="en-US" sz="2800" b="1" dirty="0"/>
              <a:t>A day in the life of the Observer Pattern</a:t>
            </a:r>
          </a:p>
        </p:txBody>
      </p:sp>
      <p:sp>
        <p:nvSpPr>
          <p:cNvPr id="10" name="TextBox 9">
            <a:extLst>
              <a:ext uri="{FF2B5EF4-FFF2-40B4-BE49-F238E27FC236}">
                <a16:creationId xmlns:a16="http://schemas.microsoft.com/office/drawing/2014/main" id="{1B6E8532-408A-22FE-4DB7-A9CBDB96E2AA}"/>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C7D82149-CB31-5CFE-E71B-423D8075C1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34AD80A8-A7EE-42FD-FF5B-F53B95C57E43}"/>
              </a:ext>
            </a:extLst>
          </p:cNvPr>
          <p:cNvSpPr>
            <a:spLocks noGrp="1"/>
          </p:cNvSpPr>
          <p:nvPr>
            <p:ph idx="1"/>
          </p:nvPr>
        </p:nvSpPr>
        <p:spPr>
          <a:xfrm>
            <a:off x="38100" y="1096951"/>
            <a:ext cx="9067800" cy="523220"/>
          </a:xfrm>
        </p:spPr>
        <p:txBody>
          <a:bodyPr>
            <a:normAutofit/>
          </a:bodyPr>
          <a:lstStyle/>
          <a:p>
            <a:r>
              <a:rPr lang="en-US" sz="2400" dirty="0"/>
              <a:t>The </a:t>
            </a:r>
            <a:r>
              <a:rPr lang="en-US" sz="2400" b="1" dirty="0">
                <a:latin typeface="Times New Roman" panose="02020603050405020304" pitchFamily="18" charset="0"/>
                <a:cs typeface="Times New Roman" panose="02020603050405020304" pitchFamily="18" charset="0"/>
              </a:rPr>
              <a:t>Duck</a:t>
            </a:r>
            <a:r>
              <a:rPr lang="en-US" sz="2400" dirty="0"/>
              <a:t> object is now an official observer.</a:t>
            </a:r>
          </a:p>
        </p:txBody>
      </p:sp>
      <p:pic>
        <p:nvPicPr>
          <p:cNvPr id="3" name="Picture 2">
            <a:extLst>
              <a:ext uri="{FF2B5EF4-FFF2-40B4-BE49-F238E27FC236}">
                <a16:creationId xmlns:a16="http://schemas.microsoft.com/office/drawing/2014/main" id="{408A3961-1C09-E81C-09DD-B8978ABBB58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14400" y="1824191"/>
            <a:ext cx="7315200" cy="4566795"/>
          </a:xfrm>
          <a:prstGeom prst="rect">
            <a:avLst/>
          </a:prstGeom>
        </p:spPr>
      </p:pic>
    </p:spTree>
    <p:extLst>
      <p:ext uri="{BB962C8B-B14F-4D97-AF65-F5344CB8AC3E}">
        <p14:creationId xmlns:p14="http://schemas.microsoft.com/office/powerpoint/2010/main" val="191867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74442-96E7-9DD1-C01F-9980D065A46C}"/>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BF0140E4-CA0F-485C-185E-BAEA830BBF6E}"/>
              </a:ext>
            </a:extLst>
          </p:cNvPr>
          <p:cNvSpPr>
            <a:spLocks noGrp="1"/>
          </p:cNvSpPr>
          <p:nvPr>
            <p:ph type="sldNum" sz="quarter" idx="12"/>
          </p:nvPr>
        </p:nvSpPr>
        <p:spPr/>
        <p:txBody>
          <a:bodyPr/>
          <a:lstStyle/>
          <a:p>
            <a:fld id="{19B12225-5612-419B-A8D5-4B8EEE4C217E}" type="slidenum">
              <a:rPr lang="en-US" smtClean="0"/>
              <a:pPr/>
              <a:t>15</a:t>
            </a:fld>
            <a:endParaRPr lang="en-US"/>
          </a:p>
        </p:txBody>
      </p:sp>
      <p:cxnSp>
        <p:nvCxnSpPr>
          <p:cNvPr id="6" name="Straight Connector 5">
            <a:extLst>
              <a:ext uri="{FF2B5EF4-FFF2-40B4-BE49-F238E27FC236}">
                <a16:creationId xmlns:a16="http://schemas.microsoft.com/office/drawing/2014/main" id="{D8E79E09-D812-52E0-D7E1-8E2E056475A7}"/>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E138DFE-0BE0-1B0D-F327-CE8EBED2D373}"/>
              </a:ext>
            </a:extLst>
          </p:cNvPr>
          <p:cNvSpPr txBox="1"/>
          <p:nvPr/>
        </p:nvSpPr>
        <p:spPr>
          <a:xfrm>
            <a:off x="0" y="304800"/>
            <a:ext cx="9144000" cy="523220"/>
          </a:xfrm>
          <a:prstGeom prst="rect">
            <a:avLst/>
          </a:prstGeom>
          <a:noFill/>
        </p:spPr>
        <p:txBody>
          <a:bodyPr wrap="square" rtlCol="0">
            <a:spAutoFit/>
          </a:bodyPr>
          <a:lstStyle/>
          <a:p>
            <a:pPr algn="ctr"/>
            <a:r>
              <a:rPr lang="en-US" sz="2800" b="1" dirty="0"/>
              <a:t>A day in the life of the Observer Pattern</a:t>
            </a:r>
          </a:p>
        </p:txBody>
      </p:sp>
      <p:sp>
        <p:nvSpPr>
          <p:cNvPr id="10" name="TextBox 9">
            <a:extLst>
              <a:ext uri="{FF2B5EF4-FFF2-40B4-BE49-F238E27FC236}">
                <a16:creationId xmlns:a16="http://schemas.microsoft.com/office/drawing/2014/main" id="{BFE25A93-D71E-0F83-8FE6-4AF4220B8696}"/>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5AAC0805-3B69-47D5-BC7E-D0781542897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F444B4B7-F2F8-BC1E-1C18-8B4316CEDC94}"/>
              </a:ext>
            </a:extLst>
          </p:cNvPr>
          <p:cNvSpPr>
            <a:spLocks noGrp="1"/>
          </p:cNvSpPr>
          <p:nvPr>
            <p:ph idx="1"/>
          </p:nvPr>
        </p:nvSpPr>
        <p:spPr>
          <a:xfrm>
            <a:off x="38100" y="1096951"/>
            <a:ext cx="9067800" cy="523220"/>
          </a:xfrm>
        </p:spPr>
        <p:txBody>
          <a:bodyPr>
            <a:normAutofit/>
          </a:bodyPr>
          <a:lstStyle/>
          <a:p>
            <a:r>
              <a:rPr lang="en-US" sz="2400" dirty="0"/>
              <a:t>The </a:t>
            </a:r>
            <a:r>
              <a:rPr lang="en-US" sz="2400" b="1" dirty="0">
                <a:latin typeface="Times New Roman" panose="02020603050405020304" pitchFamily="18" charset="0"/>
                <a:cs typeface="Times New Roman" panose="02020603050405020304" pitchFamily="18" charset="0"/>
              </a:rPr>
              <a:t>Subject</a:t>
            </a:r>
            <a:r>
              <a:rPr lang="en-US" sz="2400" dirty="0"/>
              <a:t> gets a new data value!</a:t>
            </a:r>
          </a:p>
        </p:txBody>
      </p:sp>
      <p:pic>
        <p:nvPicPr>
          <p:cNvPr id="3" name="Picture 2">
            <a:extLst>
              <a:ext uri="{FF2B5EF4-FFF2-40B4-BE49-F238E27FC236}">
                <a16:creationId xmlns:a16="http://schemas.microsoft.com/office/drawing/2014/main" id="{39005756-E06E-CCF3-98D6-DEFD5AA850D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80838" y="1824191"/>
            <a:ext cx="7182323" cy="4566795"/>
          </a:xfrm>
          <a:prstGeom prst="rect">
            <a:avLst/>
          </a:prstGeom>
        </p:spPr>
      </p:pic>
    </p:spTree>
    <p:extLst>
      <p:ext uri="{BB962C8B-B14F-4D97-AF65-F5344CB8AC3E}">
        <p14:creationId xmlns:p14="http://schemas.microsoft.com/office/powerpoint/2010/main" val="2882729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B8028-6380-2600-EF2F-565739762FD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71944C8-CF11-B55B-A891-32DE5D29405C}"/>
              </a:ext>
            </a:extLst>
          </p:cNvPr>
          <p:cNvSpPr>
            <a:spLocks noGrp="1"/>
          </p:cNvSpPr>
          <p:nvPr>
            <p:ph type="sldNum" sz="quarter" idx="12"/>
          </p:nvPr>
        </p:nvSpPr>
        <p:spPr/>
        <p:txBody>
          <a:bodyPr/>
          <a:lstStyle/>
          <a:p>
            <a:fld id="{19B12225-5612-419B-A8D5-4B8EEE4C217E}" type="slidenum">
              <a:rPr lang="en-US" smtClean="0"/>
              <a:pPr/>
              <a:t>16</a:t>
            </a:fld>
            <a:endParaRPr lang="en-US"/>
          </a:p>
        </p:txBody>
      </p:sp>
      <p:cxnSp>
        <p:nvCxnSpPr>
          <p:cNvPr id="6" name="Straight Connector 5">
            <a:extLst>
              <a:ext uri="{FF2B5EF4-FFF2-40B4-BE49-F238E27FC236}">
                <a16:creationId xmlns:a16="http://schemas.microsoft.com/office/drawing/2014/main" id="{994B9281-9C09-27F2-6645-70BDF5C98E56}"/>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3CF1EDB-6E55-291A-37B8-2ABD12949FBE}"/>
              </a:ext>
            </a:extLst>
          </p:cNvPr>
          <p:cNvSpPr txBox="1"/>
          <p:nvPr/>
        </p:nvSpPr>
        <p:spPr>
          <a:xfrm>
            <a:off x="0" y="304800"/>
            <a:ext cx="9144000" cy="523220"/>
          </a:xfrm>
          <a:prstGeom prst="rect">
            <a:avLst/>
          </a:prstGeom>
          <a:noFill/>
        </p:spPr>
        <p:txBody>
          <a:bodyPr wrap="square" rtlCol="0">
            <a:spAutoFit/>
          </a:bodyPr>
          <a:lstStyle/>
          <a:p>
            <a:pPr algn="ctr"/>
            <a:r>
              <a:rPr lang="en-US" sz="2800" b="1" dirty="0"/>
              <a:t>A day in the life of the Observer Pattern</a:t>
            </a:r>
          </a:p>
        </p:txBody>
      </p:sp>
      <p:sp>
        <p:nvSpPr>
          <p:cNvPr id="10" name="TextBox 9">
            <a:extLst>
              <a:ext uri="{FF2B5EF4-FFF2-40B4-BE49-F238E27FC236}">
                <a16:creationId xmlns:a16="http://schemas.microsoft.com/office/drawing/2014/main" id="{E73C6377-467B-AAEC-B4C9-2E7733167150}"/>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4FF2587E-8C86-B118-6DDA-450D77E1EF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08099FE8-CBDC-2DA1-E1EA-828A133D6527}"/>
              </a:ext>
            </a:extLst>
          </p:cNvPr>
          <p:cNvSpPr>
            <a:spLocks noGrp="1"/>
          </p:cNvSpPr>
          <p:nvPr>
            <p:ph idx="1"/>
          </p:nvPr>
        </p:nvSpPr>
        <p:spPr>
          <a:xfrm>
            <a:off x="38100" y="1096951"/>
            <a:ext cx="9067800" cy="523220"/>
          </a:xfrm>
        </p:spPr>
        <p:txBody>
          <a:bodyPr>
            <a:normAutofit/>
          </a:bodyPr>
          <a:lstStyle/>
          <a:p>
            <a:r>
              <a:rPr lang="en-US" sz="2400" dirty="0"/>
              <a:t>The </a:t>
            </a:r>
            <a:r>
              <a:rPr lang="en-US" sz="2400" b="1" dirty="0">
                <a:latin typeface="Times New Roman" panose="02020603050405020304" pitchFamily="18" charset="0"/>
                <a:cs typeface="Times New Roman" panose="02020603050405020304" pitchFamily="18" charset="0"/>
              </a:rPr>
              <a:t>Mouse</a:t>
            </a:r>
            <a:r>
              <a:rPr lang="en-US" sz="2400" dirty="0"/>
              <a:t> object asks to be removed as an observer.</a:t>
            </a:r>
          </a:p>
        </p:txBody>
      </p:sp>
      <p:pic>
        <p:nvPicPr>
          <p:cNvPr id="3" name="Picture 2">
            <a:extLst>
              <a:ext uri="{FF2B5EF4-FFF2-40B4-BE49-F238E27FC236}">
                <a16:creationId xmlns:a16="http://schemas.microsoft.com/office/drawing/2014/main" id="{5E965880-2035-E29A-6C74-0B97EDFE7A2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26271" y="1824191"/>
            <a:ext cx="6891458" cy="4566795"/>
          </a:xfrm>
          <a:prstGeom prst="rect">
            <a:avLst/>
          </a:prstGeom>
        </p:spPr>
      </p:pic>
    </p:spTree>
    <p:extLst>
      <p:ext uri="{BB962C8B-B14F-4D97-AF65-F5344CB8AC3E}">
        <p14:creationId xmlns:p14="http://schemas.microsoft.com/office/powerpoint/2010/main" val="35853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48A07-BA2B-419D-96E8-85EF50A14EB8}"/>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BFCAA2AB-E1F5-1C73-8B79-037FF34E3EDD}"/>
              </a:ext>
            </a:extLst>
          </p:cNvPr>
          <p:cNvSpPr>
            <a:spLocks noGrp="1"/>
          </p:cNvSpPr>
          <p:nvPr>
            <p:ph type="sldNum" sz="quarter" idx="12"/>
          </p:nvPr>
        </p:nvSpPr>
        <p:spPr/>
        <p:txBody>
          <a:bodyPr/>
          <a:lstStyle/>
          <a:p>
            <a:fld id="{19B12225-5612-419B-A8D5-4B8EEE4C217E}" type="slidenum">
              <a:rPr lang="en-US" smtClean="0"/>
              <a:pPr/>
              <a:t>17</a:t>
            </a:fld>
            <a:endParaRPr lang="en-US"/>
          </a:p>
        </p:txBody>
      </p:sp>
      <p:cxnSp>
        <p:nvCxnSpPr>
          <p:cNvPr id="6" name="Straight Connector 5">
            <a:extLst>
              <a:ext uri="{FF2B5EF4-FFF2-40B4-BE49-F238E27FC236}">
                <a16:creationId xmlns:a16="http://schemas.microsoft.com/office/drawing/2014/main" id="{8396F81C-68FF-6794-6F02-2A267F7B8B08}"/>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E48C1E8-E57B-B838-4AEF-494661782B33}"/>
              </a:ext>
            </a:extLst>
          </p:cNvPr>
          <p:cNvSpPr txBox="1"/>
          <p:nvPr/>
        </p:nvSpPr>
        <p:spPr>
          <a:xfrm>
            <a:off x="0" y="304800"/>
            <a:ext cx="9144000" cy="523220"/>
          </a:xfrm>
          <a:prstGeom prst="rect">
            <a:avLst/>
          </a:prstGeom>
          <a:noFill/>
        </p:spPr>
        <p:txBody>
          <a:bodyPr wrap="square" rtlCol="0">
            <a:spAutoFit/>
          </a:bodyPr>
          <a:lstStyle/>
          <a:p>
            <a:pPr algn="ctr"/>
            <a:r>
              <a:rPr lang="en-US" sz="2800" b="1" dirty="0"/>
              <a:t>A day in the life of the Observer Pattern</a:t>
            </a:r>
          </a:p>
        </p:txBody>
      </p:sp>
      <p:sp>
        <p:nvSpPr>
          <p:cNvPr id="10" name="TextBox 9">
            <a:extLst>
              <a:ext uri="{FF2B5EF4-FFF2-40B4-BE49-F238E27FC236}">
                <a16:creationId xmlns:a16="http://schemas.microsoft.com/office/drawing/2014/main" id="{63E5A669-4A94-968B-64E1-53A50E208972}"/>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4753F4D7-EA30-245D-4010-0FC1A221F5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A7B1EE66-EBB9-1115-9013-EF0557AEBB11}"/>
              </a:ext>
            </a:extLst>
          </p:cNvPr>
          <p:cNvSpPr>
            <a:spLocks noGrp="1"/>
          </p:cNvSpPr>
          <p:nvPr>
            <p:ph idx="1"/>
          </p:nvPr>
        </p:nvSpPr>
        <p:spPr>
          <a:xfrm>
            <a:off x="38100" y="1096951"/>
            <a:ext cx="9067800" cy="523220"/>
          </a:xfrm>
        </p:spPr>
        <p:txBody>
          <a:bodyPr>
            <a:normAutofit/>
          </a:bodyPr>
          <a:lstStyle/>
          <a:p>
            <a:r>
              <a:rPr lang="en-US" sz="2400" b="1" dirty="0">
                <a:latin typeface="Times New Roman" panose="02020603050405020304" pitchFamily="18" charset="0"/>
                <a:cs typeface="Times New Roman" panose="02020603050405020304" pitchFamily="18" charset="0"/>
              </a:rPr>
              <a:t>Mouse</a:t>
            </a:r>
            <a:r>
              <a:rPr lang="en-US" sz="2400" dirty="0"/>
              <a:t> is </a:t>
            </a:r>
            <a:r>
              <a:rPr lang="en-US" sz="2400" dirty="0" err="1"/>
              <a:t>outta</a:t>
            </a:r>
            <a:r>
              <a:rPr lang="en-US" sz="2400" dirty="0"/>
              <a:t> here!</a:t>
            </a:r>
          </a:p>
        </p:txBody>
      </p:sp>
      <p:pic>
        <p:nvPicPr>
          <p:cNvPr id="3" name="Picture 2">
            <a:extLst>
              <a:ext uri="{FF2B5EF4-FFF2-40B4-BE49-F238E27FC236}">
                <a16:creationId xmlns:a16="http://schemas.microsoft.com/office/drawing/2014/main" id="{A37D7D3E-2B01-B5CE-FF3A-7808AC0E9F4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53620" y="1824191"/>
            <a:ext cx="6836760" cy="4566795"/>
          </a:xfrm>
          <a:prstGeom prst="rect">
            <a:avLst/>
          </a:prstGeom>
        </p:spPr>
      </p:pic>
    </p:spTree>
    <p:extLst>
      <p:ext uri="{BB962C8B-B14F-4D97-AF65-F5344CB8AC3E}">
        <p14:creationId xmlns:p14="http://schemas.microsoft.com/office/powerpoint/2010/main" val="1371190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06E55-E04F-F931-C4B5-FF10545A4CA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AA86C4DA-9256-7B63-8A1F-F704DE189F5D}"/>
              </a:ext>
            </a:extLst>
          </p:cNvPr>
          <p:cNvSpPr>
            <a:spLocks noGrp="1"/>
          </p:cNvSpPr>
          <p:nvPr>
            <p:ph type="sldNum" sz="quarter" idx="12"/>
          </p:nvPr>
        </p:nvSpPr>
        <p:spPr/>
        <p:txBody>
          <a:bodyPr/>
          <a:lstStyle/>
          <a:p>
            <a:fld id="{19B12225-5612-419B-A8D5-4B8EEE4C217E}" type="slidenum">
              <a:rPr lang="en-US" smtClean="0"/>
              <a:pPr/>
              <a:t>18</a:t>
            </a:fld>
            <a:endParaRPr lang="en-US"/>
          </a:p>
        </p:txBody>
      </p:sp>
      <p:cxnSp>
        <p:nvCxnSpPr>
          <p:cNvPr id="6" name="Straight Connector 5">
            <a:extLst>
              <a:ext uri="{FF2B5EF4-FFF2-40B4-BE49-F238E27FC236}">
                <a16:creationId xmlns:a16="http://schemas.microsoft.com/office/drawing/2014/main" id="{10E3C727-6DC5-065A-C8FB-60A214124CAB}"/>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986A29B-AC33-D5D9-1736-B91C487B8FEF}"/>
              </a:ext>
            </a:extLst>
          </p:cNvPr>
          <p:cNvSpPr txBox="1"/>
          <p:nvPr/>
        </p:nvSpPr>
        <p:spPr>
          <a:xfrm>
            <a:off x="0" y="304800"/>
            <a:ext cx="9144000" cy="523220"/>
          </a:xfrm>
          <a:prstGeom prst="rect">
            <a:avLst/>
          </a:prstGeom>
          <a:noFill/>
        </p:spPr>
        <p:txBody>
          <a:bodyPr wrap="square" rtlCol="0">
            <a:spAutoFit/>
          </a:bodyPr>
          <a:lstStyle/>
          <a:p>
            <a:pPr algn="ctr"/>
            <a:r>
              <a:rPr lang="en-US" sz="2800" b="1" dirty="0"/>
              <a:t>A day in the life of the Observer Pattern</a:t>
            </a:r>
          </a:p>
        </p:txBody>
      </p:sp>
      <p:sp>
        <p:nvSpPr>
          <p:cNvPr id="10" name="TextBox 9">
            <a:extLst>
              <a:ext uri="{FF2B5EF4-FFF2-40B4-BE49-F238E27FC236}">
                <a16:creationId xmlns:a16="http://schemas.microsoft.com/office/drawing/2014/main" id="{59712C66-34C3-428A-8E8C-0D48B6593046}"/>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22FC9DAF-C601-2FE1-832F-36C406B18A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AD05B12B-7D34-6318-F449-6E260DA38234}"/>
              </a:ext>
            </a:extLst>
          </p:cNvPr>
          <p:cNvSpPr>
            <a:spLocks noGrp="1"/>
          </p:cNvSpPr>
          <p:nvPr>
            <p:ph idx="1"/>
          </p:nvPr>
        </p:nvSpPr>
        <p:spPr>
          <a:xfrm>
            <a:off x="38100" y="1096951"/>
            <a:ext cx="9067800" cy="523220"/>
          </a:xfrm>
        </p:spPr>
        <p:txBody>
          <a:bodyPr>
            <a:normAutofit/>
          </a:bodyPr>
          <a:lstStyle/>
          <a:p>
            <a:r>
              <a:rPr lang="en-US" sz="2400" dirty="0"/>
              <a:t>The </a:t>
            </a:r>
            <a:r>
              <a:rPr lang="en-US" sz="2400" b="1" dirty="0">
                <a:latin typeface="Times New Roman" panose="02020603050405020304" pitchFamily="18" charset="0"/>
                <a:cs typeface="Times New Roman" panose="02020603050405020304" pitchFamily="18" charset="0"/>
              </a:rPr>
              <a:t>Subject</a:t>
            </a:r>
            <a:r>
              <a:rPr lang="en-US" sz="2400" dirty="0"/>
              <a:t> has another new int.</a:t>
            </a:r>
          </a:p>
        </p:txBody>
      </p:sp>
      <p:pic>
        <p:nvPicPr>
          <p:cNvPr id="3" name="Picture 2">
            <a:extLst>
              <a:ext uri="{FF2B5EF4-FFF2-40B4-BE49-F238E27FC236}">
                <a16:creationId xmlns:a16="http://schemas.microsoft.com/office/drawing/2014/main" id="{DB20152A-ED3C-5EAB-7B22-D55F5EB6DB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26271" y="1850271"/>
            <a:ext cx="6891458" cy="4514635"/>
          </a:xfrm>
          <a:prstGeom prst="rect">
            <a:avLst/>
          </a:prstGeom>
        </p:spPr>
      </p:pic>
    </p:spTree>
    <p:extLst>
      <p:ext uri="{BB962C8B-B14F-4D97-AF65-F5344CB8AC3E}">
        <p14:creationId xmlns:p14="http://schemas.microsoft.com/office/powerpoint/2010/main" val="83799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26012-11A4-6229-54A8-799310B85B8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67D63BA-6A3E-30FF-1FB6-172DAC1DA909}"/>
              </a:ext>
            </a:extLst>
          </p:cNvPr>
          <p:cNvSpPr>
            <a:spLocks noGrp="1"/>
          </p:cNvSpPr>
          <p:nvPr>
            <p:ph type="sldNum" sz="quarter" idx="12"/>
          </p:nvPr>
        </p:nvSpPr>
        <p:spPr/>
        <p:txBody>
          <a:bodyPr/>
          <a:lstStyle/>
          <a:p>
            <a:fld id="{19B12225-5612-419B-A8D5-4B8EEE4C217E}" type="slidenum">
              <a:rPr lang="en-US" smtClean="0"/>
              <a:pPr/>
              <a:t>19</a:t>
            </a:fld>
            <a:endParaRPr lang="en-US"/>
          </a:p>
        </p:txBody>
      </p:sp>
      <p:cxnSp>
        <p:nvCxnSpPr>
          <p:cNvPr id="6" name="Straight Connector 5">
            <a:extLst>
              <a:ext uri="{FF2B5EF4-FFF2-40B4-BE49-F238E27FC236}">
                <a16:creationId xmlns:a16="http://schemas.microsoft.com/office/drawing/2014/main" id="{F4F4BA9B-9E4A-89E3-0B1F-8F2AB3105941}"/>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BEE3BF8-CF9E-C937-3825-6ADC2C8D9143}"/>
              </a:ext>
            </a:extLst>
          </p:cNvPr>
          <p:cNvSpPr txBox="1"/>
          <p:nvPr/>
        </p:nvSpPr>
        <p:spPr>
          <a:xfrm>
            <a:off x="0" y="304800"/>
            <a:ext cx="9144000" cy="523220"/>
          </a:xfrm>
          <a:prstGeom prst="rect">
            <a:avLst/>
          </a:prstGeom>
          <a:noFill/>
        </p:spPr>
        <p:txBody>
          <a:bodyPr wrap="square" rtlCol="0">
            <a:spAutoFit/>
          </a:bodyPr>
          <a:lstStyle/>
          <a:p>
            <a:pPr algn="ctr"/>
            <a:r>
              <a:rPr lang="en-US" sz="2800" b="1" dirty="0"/>
              <a:t>The Observer Pattern defined</a:t>
            </a:r>
          </a:p>
        </p:txBody>
      </p:sp>
      <p:sp>
        <p:nvSpPr>
          <p:cNvPr id="10" name="TextBox 9">
            <a:extLst>
              <a:ext uri="{FF2B5EF4-FFF2-40B4-BE49-F238E27FC236}">
                <a16:creationId xmlns:a16="http://schemas.microsoft.com/office/drawing/2014/main" id="{36A6820E-73A0-0587-61D9-7CBF1FB8AEE2}"/>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0AAA21AD-02ED-EBC5-4E26-04FAC5E67FB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477A23EA-BE5F-D08C-C7EC-D112F2E370CA}"/>
              </a:ext>
            </a:extLst>
          </p:cNvPr>
          <p:cNvSpPr>
            <a:spLocks noGrp="1"/>
          </p:cNvSpPr>
          <p:nvPr>
            <p:ph idx="1"/>
          </p:nvPr>
        </p:nvSpPr>
        <p:spPr>
          <a:xfrm>
            <a:off x="38100" y="914400"/>
            <a:ext cx="9067800" cy="1066800"/>
          </a:xfrm>
        </p:spPr>
        <p:txBody>
          <a:bodyPr>
            <a:normAutofit fontScale="92500" lnSpcReduction="10000"/>
          </a:bodyPr>
          <a:lstStyle/>
          <a:p>
            <a:r>
              <a:rPr lang="en-US" sz="2400" dirty="0"/>
              <a:t>The Observer Pattern defines a </a:t>
            </a:r>
            <a:r>
              <a:rPr lang="en-US" sz="2400" b="1" dirty="0"/>
              <a:t>one-to-many dependency </a:t>
            </a:r>
            <a:r>
              <a:rPr lang="en-US" sz="2400" dirty="0"/>
              <a:t>between objects so that when one object changes state, all of its dependents are notified and updated automatically.</a:t>
            </a:r>
          </a:p>
        </p:txBody>
      </p:sp>
      <p:pic>
        <p:nvPicPr>
          <p:cNvPr id="3" name="Picture 2">
            <a:extLst>
              <a:ext uri="{FF2B5EF4-FFF2-40B4-BE49-F238E27FC236}">
                <a16:creationId xmlns:a16="http://schemas.microsoft.com/office/drawing/2014/main" id="{AC66693A-84DA-5FFA-1302-1626248F00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320320" y="1850271"/>
            <a:ext cx="6503360" cy="4514635"/>
          </a:xfrm>
          <a:prstGeom prst="rect">
            <a:avLst/>
          </a:prstGeom>
        </p:spPr>
      </p:pic>
    </p:spTree>
    <p:extLst>
      <p:ext uri="{BB962C8B-B14F-4D97-AF65-F5344CB8AC3E}">
        <p14:creationId xmlns:p14="http://schemas.microsoft.com/office/powerpoint/2010/main" val="529422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35503-119F-0B4F-9500-0DFB1C9D0FAC}"/>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409CA72-D1B5-ACBE-B6E0-6BFBD77EC20E}"/>
              </a:ext>
            </a:extLst>
          </p:cNvPr>
          <p:cNvSpPr>
            <a:spLocks noGrp="1"/>
          </p:cNvSpPr>
          <p:nvPr>
            <p:ph type="sldNum" sz="quarter" idx="12"/>
          </p:nvPr>
        </p:nvSpPr>
        <p:spPr/>
        <p:txBody>
          <a:bodyPr/>
          <a:lstStyle/>
          <a:p>
            <a:fld id="{19B12225-5612-419B-A8D5-4B8EEE4C217E}" type="slidenum">
              <a:rPr lang="en-US" smtClean="0"/>
              <a:pPr/>
              <a:t>20</a:t>
            </a:fld>
            <a:endParaRPr lang="en-US"/>
          </a:p>
        </p:txBody>
      </p:sp>
      <p:cxnSp>
        <p:nvCxnSpPr>
          <p:cNvPr id="6" name="Straight Connector 5">
            <a:extLst>
              <a:ext uri="{FF2B5EF4-FFF2-40B4-BE49-F238E27FC236}">
                <a16:creationId xmlns:a16="http://schemas.microsoft.com/office/drawing/2014/main" id="{1B00CD7B-A2B0-A58E-0F1A-2FFD41B8E4D7}"/>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DE74AC0-3C7D-AF4E-D455-3A2665A0F9A2}"/>
              </a:ext>
            </a:extLst>
          </p:cNvPr>
          <p:cNvSpPr txBox="1"/>
          <p:nvPr/>
        </p:nvSpPr>
        <p:spPr>
          <a:xfrm>
            <a:off x="0" y="304800"/>
            <a:ext cx="9144000" cy="523220"/>
          </a:xfrm>
          <a:prstGeom prst="rect">
            <a:avLst/>
          </a:prstGeom>
          <a:noFill/>
        </p:spPr>
        <p:txBody>
          <a:bodyPr wrap="square" rtlCol="0">
            <a:spAutoFit/>
          </a:bodyPr>
          <a:lstStyle/>
          <a:p>
            <a:pPr algn="ctr"/>
            <a:r>
              <a:rPr lang="en-US" sz="2800" b="1" dirty="0"/>
              <a:t>The Observer Pattern defined</a:t>
            </a:r>
          </a:p>
        </p:txBody>
      </p:sp>
      <p:sp>
        <p:nvSpPr>
          <p:cNvPr id="10" name="TextBox 9">
            <a:extLst>
              <a:ext uri="{FF2B5EF4-FFF2-40B4-BE49-F238E27FC236}">
                <a16:creationId xmlns:a16="http://schemas.microsoft.com/office/drawing/2014/main" id="{84ED03B0-4426-B38B-5CB2-086D68D15544}"/>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53740913-6916-09AF-0A16-615A4BD6EE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051CE5BF-F957-0868-B878-24C96E027C98}"/>
              </a:ext>
            </a:extLst>
          </p:cNvPr>
          <p:cNvSpPr>
            <a:spLocks noGrp="1"/>
          </p:cNvSpPr>
          <p:nvPr>
            <p:ph idx="1"/>
          </p:nvPr>
        </p:nvSpPr>
        <p:spPr>
          <a:xfrm>
            <a:off x="38100" y="914399"/>
            <a:ext cx="9067800" cy="5441951"/>
          </a:xfrm>
        </p:spPr>
        <p:txBody>
          <a:bodyPr>
            <a:normAutofit/>
          </a:bodyPr>
          <a:lstStyle/>
          <a:p>
            <a:r>
              <a:rPr lang="en-US" sz="3600" dirty="0"/>
              <a:t>The </a:t>
            </a:r>
            <a:r>
              <a:rPr lang="en-US" sz="3600" b="1" dirty="0"/>
              <a:t>Observer Pattern </a:t>
            </a:r>
            <a:r>
              <a:rPr lang="en-US" sz="3600" dirty="0"/>
              <a:t>defines a </a:t>
            </a:r>
            <a:r>
              <a:rPr lang="en-US" sz="3600" b="1" dirty="0"/>
              <a:t>one-to-many relationship</a:t>
            </a:r>
            <a:r>
              <a:rPr lang="en-US" sz="3600" dirty="0"/>
              <a:t> between a set of objects.</a:t>
            </a:r>
          </a:p>
          <a:p>
            <a:pPr lvl="1">
              <a:buFont typeface="Wingdings" pitchFamily="2" charset="2"/>
              <a:buChar char="Ø"/>
            </a:pPr>
            <a:r>
              <a:rPr lang="en-US" sz="3200" dirty="0"/>
              <a:t>When the state of one object changes, all of its dependents are notified.</a:t>
            </a:r>
          </a:p>
          <a:p>
            <a:pPr lvl="1">
              <a:buFont typeface="Wingdings" pitchFamily="2" charset="2"/>
              <a:buChar char="Ø"/>
            </a:pPr>
            <a:r>
              <a:rPr lang="en-US" sz="3200" dirty="0"/>
              <a:t>The subject and observers define the one-to-many relationship. We have one subject, who notifies many observers when something in the subject changes. The observers are dependent on the subject—when the subject’s state changes, the observers are notified.</a:t>
            </a:r>
          </a:p>
        </p:txBody>
      </p:sp>
    </p:spTree>
    <p:extLst>
      <p:ext uri="{BB962C8B-B14F-4D97-AF65-F5344CB8AC3E}">
        <p14:creationId xmlns:p14="http://schemas.microsoft.com/office/powerpoint/2010/main" val="3071030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46B57-2771-AC2B-B210-CB8B79A7DA9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B84B533-5BB8-1597-E4D2-6194389B97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5132" y="759382"/>
            <a:ext cx="8073736" cy="6081878"/>
          </a:xfrm>
          <a:prstGeom prst="rect">
            <a:avLst/>
          </a:prstGeom>
        </p:spPr>
      </p:pic>
      <p:sp>
        <p:nvSpPr>
          <p:cNvPr id="9" name="Slide Number Placeholder 8">
            <a:extLst>
              <a:ext uri="{FF2B5EF4-FFF2-40B4-BE49-F238E27FC236}">
                <a16:creationId xmlns:a16="http://schemas.microsoft.com/office/drawing/2014/main" id="{4AE1CAA3-CE58-2E53-773C-4DEE69576B06}"/>
              </a:ext>
            </a:extLst>
          </p:cNvPr>
          <p:cNvSpPr>
            <a:spLocks noGrp="1"/>
          </p:cNvSpPr>
          <p:nvPr>
            <p:ph type="sldNum" sz="quarter" idx="12"/>
          </p:nvPr>
        </p:nvSpPr>
        <p:spPr/>
        <p:txBody>
          <a:bodyPr/>
          <a:lstStyle/>
          <a:p>
            <a:fld id="{19B12225-5612-419B-A8D5-4B8EEE4C217E}" type="slidenum">
              <a:rPr lang="en-US" smtClean="0"/>
              <a:pPr/>
              <a:t>21</a:t>
            </a:fld>
            <a:endParaRPr lang="en-US"/>
          </a:p>
        </p:txBody>
      </p:sp>
      <p:cxnSp>
        <p:nvCxnSpPr>
          <p:cNvPr id="6" name="Straight Connector 5">
            <a:extLst>
              <a:ext uri="{FF2B5EF4-FFF2-40B4-BE49-F238E27FC236}">
                <a16:creationId xmlns:a16="http://schemas.microsoft.com/office/drawing/2014/main" id="{3CABA8D7-ACBD-9512-81D3-5355C90F924F}"/>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F466927-4F04-5BA3-AB36-FCC0157FD1C1}"/>
              </a:ext>
            </a:extLst>
          </p:cNvPr>
          <p:cNvSpPr txBox="1"/>
          <p:nvPr/>
        </p:nvSpPr>
        <p:spPr>
          <a:xfrm>
            <a:off x="0" y="304800"/>
            <a:ext cx="9144000" cy="523220"/>
          </a:xfrm>
          <a:prstGeom prst="rect">
            <a:avLst/>
          </a:prstGeom>
          <a:noFill/>
        </p:spPr>
        <p:txBody>
          <a:bodyPr wrap="square" rtlCol="0">
            <a:spAutoFit/>
          </a:bodyPr>
          <a:lstStyle/>
          <a:p>
            <a:pPr algn="ctr"/>
            <a:r>
              <a:rPr lang="en-US" sz="2800" b="1" dirty="0"/>
              <a:t>The Observer Pattern: the Class Diagram</a:t>
            </a:r>
          </a:p>
        </p:txBody>
      </p:sp>
      <p:sp>
        <p:nvSpPr>
          <p:cNvPr id="10" name="TextBox 9">
            <a:extLst>
              <a:ext uri="{FF2B5EF4-FFF2-40B4-BE49-F238E27FC236}">
                <a16:creationId xmlns:a16="http://schemas.microsoft.com/office/drawing/2014/main" id="{B66225C1-B4D1-3F34-51B7-77F6E4FF812F}"/>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7B07A8A4-53F4-9C81-2761-104D7F1769D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853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0AF16-2422-2945-7C7C-F5229F7FEDC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707E1AE-5A28-B8D0-3717-5360C509E66B}"/>
              </a:ext>
            </a:extLst>
          </p:cNvPr>
          <p:cNvSpPr>
            <a:spLocks noGrp="1"/>
          </p:cNvSpPr>
          <p:nvPr>
            <p:ph type="sldNum" sz="quarter" idx="12"/>
          </p:nvPr>
        </p:nvSpPr>
        <p:spPr/>
        <p:txBody>
          <a:bodyPr/>
          <a:lstStyle/>
          <a:p>
            <a:fld id="{19B12225-5612-419B-A8D5-4B8EEE4C217E}" type="slidenum">
              <a:rPr lang="en-US" smtClean="0"/>
              <a:pPr/>
              <a:t>22</a:t>
            </a:fld>
            <a:endParaRPr lang="en-US"/>
          </a:p>
        </p:txBody>
      </p:sp>
      <p:cxnSp>
        <p:nvCxnSpPr>
          <p:cNvPr id="6" name="Straight Connector 5">
            <a:extLst>
              <a:ext uri="{FF2B5EF4-FFF2-40B4-BE49-F238E27FC236}">
                <a16:creationId xmlns:a16="http://schemas.microsoft.com/office/drawing/2014/main" id="{4D59FBA0-D64D-054F-421D-0F4E6041957C}"/>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8EE7D8B-B7CB-B250-E11F-90143BC6F5B6}"/>
              </a:ext>
            </a:extLst>
          </p:cNvPr>
          <p:cNvSpPr txBox="1"/>
          <p:nvPr/>
        </p:nvSpPr>
        <p:spPr>
          <a:xfrm>
            <a:off x="0" y="304800"/>
            <a:ext cx="9144000" cy="523220"/>
          </a:xfrm>
          <a:prstGeom prst="rect">
            <a:avLst/>
          </a:prstGeom>
          <a:noFill/>
        </p:spPr>
        <p:txBody>
          <a:bodyPr wrap="square" rtlCol="0">
            <a:spAutoFit/>
          </a:bodyPr>
          <a:lstStyle/>
          <a:p>
            <a:pPr algn="ctr"/>
            <a:r>
              <a:rPr lang="en-US" sz="2800" b="1" dirty="0"/>
              <a:t>The Power of Loose Coupling</a:t>
            </a:r>
          </a:p>
        </p:txBody>
      </p:sp>
      <p:sp>
        <p:nvSpPr>
          <p:cNvPr id="10" name="TextBox 9">
            <a:extLst>
              <a:ext uri="{FF2B5EF4-FFF2-40B4-BE49-F238E27FC236}">
                <a16:creationId xmlns:a16="http://schemas.microsoft.com/office/drawing/2014/main" id="{46F12813-ABB4-8481-8639-BA7CB7C4A5E9}"/>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85B0C8F6-E62C-5613-C0DA-98B777A2DB1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B972FDB6-9DC0-917A-269B-7DE9FA4701F6}"/>
              </a:ext>
            </a:extLst>
          </p:cNvPr>
          <p:cNvSpPr>
            <a:spLocks noGrp="1"/>
          </p:cNvSpPr>
          <p:nvPr>
            <p:ph idx="1"/>
          </p:nvPr>
        </p:nvSpPr>
        <p:spPr>
          <a:xfrm>
            <a:off x="38100" y="914400"/>
            <a:ext cx="9067800" cy="5562600"/>
          </a:xfrm>
        </p:spPr>
        <p:txBody>
          <a:bodyPr>
            <a:normAutofit lnSpcReduction="10000"/>
          </a:bodyPr>
          <a:lstStyle/>
          <a:p>
            <a:r>
              <a:rPr lang="en-US" sz="2800" dirty="0"/>
              <a:t>When two objects are loosely coupled, they can interact, but they typically have very little knowledge of each other. </a:t>
            </a:r>
          </a:p>
          <a:p>
            <a:r>
              <a:rPr lang="en-US" sz="2800" dirty="0"/>
              <a:t>The Observer Pattern is a great example of loose coupling:</a:t>
            </a:r>
          </a:p>
          <a:p>
            <a:pPr lvl="1">
              <a:buFont typeface="Wingdings" pitchFamily="2" charset="2"/>
              <a:buChar char="Ø"/>
            </a:pPr>
            <a:r>
              <a:rPr lang="en-US" sz="2400" dirty="0"/>
              <a:t>The only thing the subject knows about an observer is that it implements a certain interface (the Observer interface). It doesn’t need to know the concrete class of the observer, what it does, or anything else about it.</a:t>
            </a:r>
          </a:p>
          <a:p>
            <a:pPr lvl="1">
              <a:buFont typeface="Wingdings" pitchFamily="2" charset="2"/>
              <a:buChar char="Ø"/>
            </a:pPr>
            <a:r>
              <a:rPr lang="en-US" sz="2400" dirty="0"/>
              <a:t>We can add new observers, remove or replace any observer at runtime with another observer.</a:t>
            </a:r>
          </a:p>
          <a:p>
            <a:pPr lvl="1">
              <a:buFont typeface="Wingdings" pitchFamily="2" charset="2"/>
              <a:buChar char="Ø"/>
            </a:pPr>
            <a:r>
              <a:rPr lang="en-US" sz="2400" dirty="0"/>
              <a:t>We never need to modify the subject to add new types of observers. </a:t>
            </a:r>
          </a:p>
          <a:p>
            <a:pPr lvl="1">
              <a:buFont typeface="Wingdings" pitchFamily="2" charset="2"/>
              <a:buChar char="Ø"/>
            </a:pPr>
            <a:r>
              <a:rPr lang="en-US" sz="2400" dirty="0"/>
              <a:t>We can reuse subjects or observers independently of each other. </a:t>
            </a:r>
          </a:p>
          <a:p>
            <a:pPr lvl="1">
              <a:buFont typeface="Wingdings" pitchFamily="2" charset="2"/>
              <a:buChar char="Ø"/>
            </a:pPr>
            <a:r>
              <a:rPr lang="en-US" sz="2400" dirty="0"/>
              <a:t>Changes to either the subject or an observer will not affect the other.</a:t>
            </a:r>
          </a:p>
        </p:txBody>
      </p:sp>
    </p:spTree>
    <p:extLst>
      <p:ext uri="{BB962C8B-B14F-4D97-AF65-F5344CB8AC3E}">
        <p14:creationId xmlns:p14="http://schemas.microsoft.com/office/powerpoint/2010/main" val="4242252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01D99-4698-6C58-794E-50CC05FE470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E89ECC-3CE0-8A75-6856-D80FCE91BB8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62000" y="1686359"/>
            <a:ext cx="8073736" cy="1770358"/>
          </a:xfrm>
          <a:prstGeom prst="rect">
            <a:avLst/>
          </a:prstGeom>
        </p:spPr>
      </p:pic>
      <p:sp>
        <p:nvSpPr>
          <p:cNvPr id="9" name="Slide Number Placeholder 8">
            <a:extLst>
              <a:ext uri="{FF2B5EF4-FFF2-40B4-BE49-F238E27FC236}">
                <a16:creationId xmlns:a16="http://schemas.microsoft.com/office/drawing/2014/main" id="{44814950-6353-5ED9-4BFF-82685EA10D97}"/>
              </a:ext>
            </a:extLst>
          </p:cNvPr>
          <p:cNvSpPr>
            <a:spLocks noGrp="1"/>
          </p:cNvSpPr>
          <p:nvPr>
            <p:ph type="sldNum" sz="quarter" idx="12"/>
          </p:nvPr>
        </p:nvSpPr>
        <p:spPr/>
        <p:txBody>
          <a:bodyPr/>
          <a:lstStyle/>
          <a:p>
            <a:fld id="{19B12225-5612-419B-A8D5-4B8EEE4C217E}" type="slidenum">
              <a:rPr lang="en-US" smtClean="0"/>
              <a:pPr/>
              <a:t>23</a:t>
            </a:fld>
            <a:endParaRPr lang="en-US"/>
          </a:p>
        </p:txBody>
      </p:sp>
      <p:cxnSp>
        <p:nvCxnSpPr>
          <p:cNvPr id="6" name="Straight Connector 5">
            <a:extLst>
              <a:ext uri="{FF2B5EF4-FFF2-40B4-BE49-F238E27FC236}">
                <a16:creationId xmlns:a16="http://schemas.microsoft.com/office/drawing/2014/main" id="{6D48F2E3-3B86-9378-887F-8ADFB1DBCFF8}"/>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1747E2A-922F-59C8-4664-633BD2ADD7B3}"/>
              </a:ext>
            </a:extLst>
          </p:cNvPr>
          <p:cNvSpPr txBox="1"/>
          <p:nvPr/>
        </p:nvSpPr>
        <p:spPr>
          <a:xfrm>
            <a:off x="0" y="304800"/>
            <a:ext cx="9144000" cy="523220"/>
          </a:xfrm>
          <a:prstGeom prst="rect">
            <a:avLst/>
          </a:prstGeom>
          <a:noFill/>
        </p:spPr>
        <p:txBody>
          <a:bodyPr wrap="square" rtlCol="0">
            <a:spAutoFit/>
          </a:bodyPr>
          <a:lstStyle/>
          <a:p>
            <a:pPr algn="ctr"/>
            <a:r>
              <a:rPr lang="en-US" sz="2800" b="1" dirty="0"/>
              <a:t>The Observer Pattern: the Class Diagram</a:t>
            </a:r>
          </a:p>
        </p:txBody>
      </p:sp>
      <p:sp>
        <p:nvSpPr>
          <p:cNvPr id="10" name="TextBox 9">
            <a:extLst>
              <a:ext uri="{FF2B5EF4-FFF2-40B4-BE49-F238E27FC236}">
                <a16:creationId xmlns:a16="http://schemas.microsoft.com/office/drawing/2014/main" id="{657167F0-1637-3B8A-3386-42790B0C2061}"/>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90D0DFC8-8408-4143-B397-8A98FFA5D0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0B4B0A86-901D-A189-506F-90A1AD043594}"/>
              </a:ext>
            </a:extLst>
          </p:cNvPr>
          <p:cNvSpPr txBox="1">
            <a:spLocks/>
          </p:cNvSpPr>
          <p:nvPr/>
        </p:nvSpPr>
        <p:spPr>
          <a:xfrm>
            <a:off x="76200" y="3962400"/>
            <a:ext cx="9067800" cy="1905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dirty="0"/>
              <a:t>Loosely coupled designs allow us to build flexible OO systems that can handle change because they minimize the interdependency between objects.</a:t>
            </a:r>
          </a:p>
        </p:txBody>
      </p:sp>
    </p:spTree>
    <p:extLst>
      <p:ext uri="{BB962C8B-B14F-4D97-AF65-F5344CB8AC3E}">
        <p14:creationId xmlns:p14="http://schemas.microsoft.com/office/powerpoint/2010/main" val="1751302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1E6FC-D475-0C25-F8D4-A620076A0D5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D97DFBE-AEC2-86A2-18C9-D4D48DFB7EF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62100" y="811922"/>
            <a:ext cx="6019800" cy="5714357"/>
          </a:xfrm>
          <a:prstGeom prst="rect">
            <a:avLst/>
          </a:prstGeom>
        </p:spPr>
      </p:pic>
      <p:sp>
        <p:nvSpPr>
          <p:cNvPr id="9" name="Slide Number Placeholder 8">
            <a:extLst>
              <a:ext uri="{FF2B5EF4-FFF2-40B4-BE49-F238E27FC236}">
                <a16:creationId xmlns:a16="http://schemas.microsoft.com/office/drawing/2014/main" id="{3B2FEFA2-6747-5D4F-C341-48ACD1A6F1EC}"/>
              </a:ext>
            </a:extLst>
          </p:cNvPr>
          <p:cNvSpPr>
            <a:spLocks noGrp="1"/>
          </p:cNvSpPr>
          <p:nvPr>
            <p:ph type="sldNum" sz="quarter" idx="12"/>
          </p:nvPr>
        </p:nvSpPr>
        <p:spPr/>
        <p:txBody>
          <a:bodyPr/>
          <a:lstStyle/>
          <a:p>
            <a:fld id="{19B12225-5612-419B-A8D5-4B8EEE4C217E}" type="slidenum">
              <a:rPr lang="en-US" smtClean="0"/>
              <a:pPr/>
              <a:t>24</a:t>
            </a:fld>
            <a:endParaRPr lang="en-US"/>
          </a:p>
        </p:txBody>
      </p:sp>
      <p:cxnSp>
        <p:nvCxnSpPr>
          <p:cNvPr id="6" name="Straight Connector 5">
            <a:extLst>
              <a:ext uri="{FF2B5EF4-FFF2-40B4-BE49-F238E27FC236}">
                <a16:creationId xmlns:a16="http://schemas.microsoft.com/office/drawing/2014/main" id="{F41D5028-CCC7-C12F-2799-D5BD0B043160}"/>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19B6AC7-5116-0DA0-E3B6-2BB5EA8D3656}"/>
              </a:ext>
            </a:extLst>
          </p:cNvPr>
          <p:cNvSpPr txBox="1"/>
          <p:nvPr/>
        </p:nvSpPr>
        <p:spPr>
          <a:xfrm>
            <a:off x="0" y="304800"/>
            <a:ext cx="9144000" cy="523220"/>
          </a:xfrm>
          <a:prstGeom prst="rect">
            <a:avLst/>
          </a:prstGeom>
          <a:noFill/>
        </p:spPr>
        <p:txBody>
          <a:bodyPr wrap="square" rtlCol="0">
            <a:spAutoFit/>
          </a:bodyPr>
          <a:lstStyle/>
          <a:p>
            <a:pPr algn="ctr"/>
            <a:r>
              <a:rPr lang="en-US" sz="2800" b="1" dirty="0"/>
              <a:t>Designing the Weather Station</a:t>
            </a:r>
          </a:p>
        </p:txBody>
      </p:sp>
      <p:sp>
        <p:nvSpPr>
          <p:cNvPr id="10" name="TextBox 9">
            <a:extLst>
              <a:ext uri="{FF2B5EF4-FFF2-40B4-BE49-F238E27FC236}">
                <a16:creationId xmlns:a16="http://schemas.microsoft.com/office/drawing/2014/main" id="{EC69D7A0-77C1-D712-5EC8-517CA938ADBA}"/>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A797CFBE-34F9-1482-6792-8BA4C930BE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8501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F387B-69E1-82E1-0CDF-A5F0CD450CD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D34A331-3C39-E093-06B7-0C47385EDE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2487" y="1077200"/>
            <a:ext cx="8961513" cy="5018800"/>
          </a:xfrm>
          <a:prstGeom prst="rect">
            <a:avLst/>
          </a:prstGeom>
        </p:spPr>
      </p:pic>
      <p:sp>
        <p:nvSpPr>
          <p:cNvPr id="9" name="Slide Number Placeholder 8">
            <a:extLst>
              <a:ext uri="{FF2B5EF4-FFF2-40B4-BE49-F238E27FC236}">
                <a16:creationId xmlns:a16="http://schemas.microsoft.com/office/drawing/2014/main" id="{282266A8-84C9-CC65-080C-A17316F41209}"/>
              </a:ext>
            </a:extLst>
          </p:cNvPr>
          <p:cNvSpPr>
            <a:spLocks noGrp="1"/>
          </p:cNvSpPr>
          <p:nvPr>
            <p:ph type="sldNum" sz="quarter" idx="12"/>
          </p:nvPr>
        </p:nvSpPr>
        <p:spPr/>
        <p:txBody>
          <a:bodyPr/>
          <a:lstStyle/>
          <a:p>
            <a:fld id="{19B12225-5612-419B-A8D5-4B8EEE4C217E}" type="slidenum">
              <a:rPr lang="en-US" smtClean="0"/>
              <a:pPr/>
              <a:t>25</a:t>
            </a:fld>
            <a:endParaRPr lang="en-US"/>
          </a:p>
        </p:txBody>
      </p:sp>
      <p:cxnSp>
        <p:nvCxnSpPr>
          <p:cNvPr id="6" name="Straight Connector 5">
            <a:extLst>
              <a:ext uri="{FF2B5EF4-FFF2-40B4-BE49-F238E27FC236}">
                <a16:creationId xmlns:a16="http://schemas.microsoft.com/office/drawing/2014/main" id="{5808720A-823E-237E-550F-96E79803ABD9}"/>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8DFA388-3825-C6FA-29F5-6A46D20F5011}"/>
              </a:ext>
            </a:extLst>
          </p:cNvPr>
          <p:cNvSpPr txBox="1"/>
          <p:nvPr/>
        </p:nvSpPr>
        <p:spPr>
          <a:xfrm>
            <a:off x="0" y="304800"/>
            <a:ext cx="9144000" cy="523220"/>
          </a:xfrm>
          <a:prstGeom prst="rect">
            <a:avLst/>
          </a:prstGeom>
          <a:noFill/>
        </p:spPr>
        <p:txBody>
          <a:bodyPr wrap="square" rtlCol="0">
            <a:spAutoFit/>
          </a:bodyPr>
          <a:lstStyle/>
          <a:p>
            <a:pPr algn="ctr"/>
            <a:r>
              <a:rPr lang="en-US" sz="2800" b="1" dirty="0"/>
              <a:t>Implementing the Weather Station</a:t>
            </a:r>
          </a:p>
        </p:txBody>
      </p:sp>
      <p:sp>
        <p:nvSpPr>
          <p:cNvPr id="10" name="TextBox 9">
            <a:extLst>
              <a:ext uri="{FF2B5EF4-FFF2-40B4-BE49-F238E27FC236}">
                <a16:creationId xmlns:a16="http://schemas.microsoft.com/office/drawing/2014/main" id="{E848394F-9ED6-32F0-2F37-C263582D4E17}"/>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DA0BDCF6-D19D-68C6-EE7F-EBC40F7DFA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935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8F7A3-AF46-4E74-5BC2-22E5EA808D4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978E0E-681F-BE3C-9501-7DF6866F39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57300" y="828020"/>
            <a:ext cx="6629400" cy="6048577"/>
          </a:xfrm>
          <a:prstGeom prst="rect">
            <a:avLst/>
          </a:prstGeom>
        </p:spPr>
      </p:pic>
      <p:sp>
        <p:nvSpPr>
          <p:cNvPr id="9" name="Slide Number Placeholder 8">
            <a:extLst>
              <a:ext uri="{FF2B5EF4-FFF2-40B4-BE49-F238E27FC236}">
                <a16:creationId xmlns:a16="http://schemas.microsoft.com/office/drawing/2014/main" id="{BDAE9544-46B2-4108-D1CE-8B1816C91FF8}"/>
              </a:ext>
            </a:extLst>
          </p:cNvPr>
          <p:cNvSpPr>
            <a:spLocks noGrp="1"/>
          </p:cNvSpPr>
          <p:nvPr>
            <p:ph type="sldNum" sz="quarter" idx="12"/>
          </p:nvPr>
        </p:nvSpPr>
        <p:spPr/>
        <p:txBody>
          <a:bodyPr/>
          <a:lstStyle/>
          <a:p>
            <a:fld id="{19B12225-5612-419B-A8D5-4B8EEE4C217E}" type="slidenum">
              <a:rPr lang="en-US" smtClean="0"/>
              <a:pPr/>
              <a:t>26</a:t>
            </a:fld>
            <a:endParaRPr lang="en-US"/>
          </a:p>
        </p:txBody>
      </p:sp>
      <p:cxnSp>
        <p:nvCxnSpPr>
          <p:cNvPr id="6" name="Straight Connector 5">
            <a:extLst>
              <a:ext uri="{FF2B5EF4-FFF2-40B4-BE49-F238E27FC236}">
                <a16:creationId xmlns:a16="http://schemas.microsoft.com/office/drawing/2014/main" id="{74A87F6D-3804-4079-9FB1-63D907AB80AC}"/>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AD2FDE8-65A3-A343-9266-86CA6F88A38F}"/>
              </a:ext>
            </a:extLst>
          </p:cNvPr>
          <p:cNvSpPr txBox="1"/>
          <p:nvPr/>
        </p:nvSpPr>
        <p:spPr>
          <a:xfrm>
            <a:off x="0" y="304800"/>
            <a:ext cx="9144000" cy="523220"/>
          </a:xfrm>
          <a:prstGeom prst="rect">
            <a:avLst/>
          </a:prstGeom>
          <a:noFill/>
        </p:spPr>
        <p:txBody>
          <a:bodyPr wrap="square" rtlCol="0">
            <a:spAutoFit/>
          </a:bodyPr>
          <a:lstStyle/>
          <a:p>
            <a:pPr algn="ctr"/>
            <a:r>
              <a:rPr lang="en-US" sz="2800" b="1" dirty="0"/>
              <a:t>Implementing the Subject interface in </a:t>
            </a:r>
            <a:r>
              <a:rPr lang="en-US" sz="2800" b="1" dirty="0" err="1"/>
              <a:t>WeatherData</a:t>
            </a:r>
            <a:endParaRPr lang="en-US" sz="2800" b="1" dirty="0"/>
          </a:p>
        </p:txBody>
      </p:sp>
      <p:sp>
        <p:nvSpPr>
          <p:cNvPr id="10" name="TextBox 9">
            <a:extLst>
              <a:ext uri="{FF2B5EF4-FFF2-40B4-BE49-F238E27FC236}">
                <a16:creationId xmlns:a16="http://schemas.microsoft.com/office/drawing/2014/main" id="{A9E5A622-F71C-BB0F-DB72-27EB506BBCDF}"/>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FC6202C9-5025-D2BB-65B2-0E0B5DA7D0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50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54378-BE71-95B2-4483-0EBF2BB35A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1200259-7550-1354-2064-A3E49D0770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7700" y="868795"/>
            <a:ext cx="7848600" cy="5555126"/>
          </a:xfrm>
          <a:prstGeom prst="rect">
            <a:avLst/>
          </a:prstGeom>
        </p:spPr>
      </p:pic>
      <p:sp>
        <p:nvSpPr>
          <p:cNvPr id="9" name="Slide Number Placeholder 8">
            <a:extLst>
              <a:ext uri="{FF2B5EF4-FFF2-40B4-BE49-F238E27FC236}">
                <a16:creationId xmlns:a16="http://schemas.microsoft.com/office/drawing/2014/main" id="{3F2A1BCA-83F9-7BCD-07EB-3418D5A7E6E8}"/>
              </a:ext>
            </a:extLst>
          </p:cNvPr>
          <p:cNvSpPr>
            <a:spLocks noGrp="1"/>
          </p:cNvSpPr>
          <p:nvPr>
            <p:ph type="sldNum" sz="quarter" idx="12"/>
          </p:nvPr>
        </p:nvSpPr>
        <p:spPr/>
        <p:txBody>
          <a:bodyPr/>
          <a:lstStyle/>
          <a:p>
            <a:fld id="{19B12225-5612-419B-A8D5-4B8EEE4C217E}" type="slidenum">
              <a:rPr lang="en-US" smtClean="0"/>
              <a:pPr/>
              <a:t>27</a:t>
            </a:fld>
            <a:endParaRPr lang="en-US"/>
          </a:p>
        </p:txBody>
      </p:sp>
      <p:cxnSp>
        <p:nvCxnSpPr>
          <p:cNvPr id="6" name="Straight Connector 5">
            <a:extLst>
              <a:ext uri="{FF2B5EF4-FFF2-40B4-BE49-F238E27FC236}">
                <a16:creationId xmlns:a16="http://schemas.microsoft.com/office/drawing/2014/main" id="{67EC41B9-961C-4E26-0E1B-3A607CF1A841}"/>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E7E3869-04FC-A576-08D8-AC6599CCA39A}"/>
              </a:ext>
            </a:extLst>
          </p:cNvPr>
          <p:cNvSpPr txBox="1"/>
          <p:nvPr/>
        </p:nvSpPr>
        <p:spPr>
          <a:xfrm>
            <a:off x="0" y="304800"/>
            <a:ext cx="9144000" cy="523220"/>
          </a:xfrm>
          <a:prstGeom prst="rect">
            <a:avLst/>
          </a:prstGeom>
          <a:noFill/>
        </p:spPr>
        <p:txBody>
          <a:bodyPr wrap="square" rtlCol="0">
            <a:spAutoFit/>
          </a:bodyPr>
          <a:lstStyle/>
          <a:p>
            <a:pPr algn="ctr"/>
            <a:r>
              <a:rPr lang="en-US" sz="2800" b="1" dirty="0"/>
              <a:t>Now, let’s build those display elements</a:t>
            </a:r>
          </a:p>
        </p:txBody>
      </p:sp>
      <p:sp>
        <p:nvSpPr>
          <p:cNvPr id="10" name="TextBox 9">
            <a:extLst>
              <a:ext uri="{FF2B5EF4-FFF2-40B4-BE49-F238E27FC236}">
                <a16:creationId xmlns:a16="http://schemas.microsoft.com/office/drawing/2014/main" id="{CE0A1911-6F48-3D0F-94DA-78B64998C944}"/>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7824887A-0607-BE57-A573-FFA669306B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312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8088-9310-A870-10F5-9165685948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CA87A4-845D-062D-37E0-1B786F13CAA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280" y="1066800"/>
            <a:ext cx="9157280" cy="4218117"/>
          </a:xfrm>
          <a:prstGeom prst="rect">
            <a:avLst/>
          </a:prstGeom>
        </p:spPr>
      </p:pic>
      <p:sp>
        <p:nvSpPr>
          <p:cNvPr id="9" name="Slide Number Placeholder 8">
            <a:extLst>
              <a:ext uri="{FF2B5EF4-FFF2-40B4-BE49-F238E27FC236}">
                <a16:creationId xmlns:a16="http://schemas.microsoft.com/office/drawing/2014/main" id="{D3D01E9C-5995-61B8-2388-C77BE494599E}"/>
              </a:ext>
            </a:extLst>
          </p:cNvPr>
          <p:cNvSpPr>
            <a:spLocks noGrp="1"/>
          </p:cNvSpPr>
          <p:nvPr>
            <p:ph type="sldNum" sz="quarter" idx="12"/>
          </p:nvPr>
        </p:nvSpPr>
        <p:spPr/>
        <p:txBody>
          <a:bodyPr/>
          <a:lstStyle/>
          <a:p>
            <a:fld id="{19B12225-5612-419B-A8D5-4B8EEE4C217E}" type="slidenum">
              <a:rPr lang="en-US" smtClean="0"/>
              <a:pPr/>
              <a:t>28</a:t>
            </a:fld>
            <a:endParaRPr lang="en-US"/>
          </a:p>
        </p:txBody>
      </p:sp>
      <p:cxnSp>
        <p:nvCxnSpPr>
          <p:cNvPr id="6" name="Straight Connector 5">
            <a:extLst>
              <a:ext uri="{FF2B5EF4-FFF2-40B4-BE49-F238E27FC236}">
                <a16:creationId xmlns:a16="http://schemas.microsoft.com/office/drawing/2014/main" id="{A887927F-5E7C-3916-C0F0-84F1057F4E6C}"/>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9ED7811-6D3B-FDAA-8DD9-1C7AAD678473}"/>
              </a:ext>
            </a:extLst>
          </p:cNvPr>
          <p:cNvSpPr txBox="1"/>
          <p:nvPr/>
        </p:nvSpPr>
        <p:spPr>
          <a:xfrm>
            <a:off x="0" y="304800"/>
            <a:ext cx="9144000" cy="523220"/>
          </a:xfrm>
          <a:prstGeom prst="rect">
            <a:avLst/>
          </a:prstGeom>
          <a:noFill/>
        </p:spPr>
        <p:txBody>
          <a:bodyPr wrap="square" rtlCol="0">
            <a:spAutoFit/>
          </a:bodyPr>
          <a:lstStyle/>
          <a:p>
            <a:pPr algn="ctr"/>
            <a:r>
              <a:rPr lang="en-US" sz="2800" b="1" dirty="0"/>
              <a:t>Test the Weather Station</a:t>
            </a:r>
          </a:p>
        </p:txBody>
      </p:sp>
      <p:sp>
        <p:nvSpPr>
          <p:cNvPr id="10" name="TextBox 9">
            <a:extLst>
              <a:ext uri="{FF2B5EF4-FFF2-40B4-BE49-F238E27FC236}">
                <a16:creationId xmlns:a16="http://schemas.microsoft.com/office/drawing/2014/main" id="{A8F4E92C-A2C6-1F76-EB6F-A9C1B031C672}"/>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C63EB617-195C-FB7F-D36C-71DE6DFD69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795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0D255-2B8A-9CE9-BF90-9498B3506C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09F508-AE75-22DB-E809-78404909BAD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7700" y="1066800"/>
            <a:ext cx="8635319" cy="4218117"/>
          </a:xfrm>
          <a:prstGeom prst="rect">
            <a:avLst/>
          </a:prstGeom>
        </p:spPr>
      </p:pic>
      <p:sp>
        <p:nvSpPr>
          <p:cNvPr id="9" name="Slide Number Placeholder 8">
            <a:extLst>
              <a:ext uri="{FF2B5EF4-FFF2-40B4-BE49-F238E27FC236}">
                <a16:creationId xmlns:a16="http://schemas.microsoft.com/office/drawing/2014/main" id="{9AE3901D-AF3A-704C-FE2B-26BF5948DA36}"/>
              </a:ext>
            </a:extLst>
          </p:cNvPr>
          <p:cNvSpPr>
            <a:spLocks noGrp="1"/>
          </p:cNvSpPr>
          <p:nvPr>
            <p:ph type="sldNum" sz="quarter" idx="12"/>
          </p:nvPr>
        </p:nvSpPr>
        <p:spPr/>
        <p:txBody>
          <a:bodyPr/>
          <a:lstStyle/>
          <a:p>
            <a:fld id="{19B12225-5612-419B-A8D5-4B8EEE4C217E}" type="slidenum">
              <a:rPr lang="en-US" smtClean="0"/>
              <a:pPr/>
              <a:t>29</a:t>
            </a:fld>
            <a:endParaRPr lang="en-US"/>
          </a:p>
        </p:txBody>
      </p:sp>
      <p:cxnSp>
        <p:nvCxnSpPr>
          <p:cNvPr id="6" name="Straight Connector 5">
            <a:extLst>
              <a:ext uri="{FF2B5EF4-FFF2-40B4-BE49-F238E27FC236}">
                <a16:creationId xmlns:a16="http://schemas.microsoft.com/office/drawing/2014/main" id="{21767E12-5FE6-BFAA-7AE3-9E415873B0F5}"/>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881F295-D9BA-0AE2-09AB-8045FD7D622B}"/>
              </a:ext>
            </a:extLst>
          </p:cNvPr>
          <p:cNvSpPr txBox="1"/>
          <p:nvPr/>
        </p:nvSpPr>
        <p:spPr>
          <a:xfrm>
            <a:off x="0" y="304800"/>
            <a:ext cx="9144000" cy="523220"/>
          </a:xfrm>
          <a:prstGeom prst="rect">
            <a:avLst/>
          </a:prstGeom>
          <a:noFill/>
        </p:spPr>
        <p:txBody>
          <a:bodyPr wrap="square" rtlCol="0">
            <a:spAutoFit/>
          </a:bodyPr>
          <a:lstStyle/>
          <a:p>
            <a:pPr algn="ctr"/>
            <a:r>
              <a:rPr lang="en-US" sz="2800" b="1" dirty="0"/>
              <a:t>Run the code</a:t>
            </a:r>
          </a:p>
        </p:txBody>
      </p:sp>
      <p:sp>
        <p:nvSpPr>
          <p:cNvPr id="10" name="TextBox 9">
            <a:extLst>
              <a:ext uri="{FF2B5EF4-FFF2-40B4-BE49-F238E27FC236}">
                <a16:creationId xmlns:a16="http://schemas.microsoft.com/office/drawing/2014/main" id="{20DAC878-396E-2130-907F-CEA86489C503}"/>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383D92DA-2A9B-6089-F231-981E289AD9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3443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A5E2B-7D37-5980-4EFB-D4A712AA0B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4F2601-0300-F061-E34C-888E2E2DEC0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02247" y="792852"/>
            <a:ext cx="6339505" cy="5928612"/>
          </a:xfrm>
          <a:prstGeom prst="rect">
            <a:avLst/>
          </a:prstGeom>
        </p:spPr>
      </p:pic>
      <p:sp>
        <p:nvSpPr>
          <p:cNvPr id="9" name="Slide Number Placeholder 8">
            <a:extLst>
              <a:ext uri="{FF2B5EF4-FFF2-40B4-BE49-F238E27FC236}">
                <a16:creationId xmlns:a16="http://schemas.microsoft.com/office/drawing/2014/main" id="{0E96078C-D0D9-D30F-C891-AF2F4EF2CCAC}"/>
              </a:ext>
            </a:extLst>
          </p:cNvPr>
          <p:cNvSpPr>
            <a:spLocks noGrp="1"/>
          </p:cNvSpPr>
          <p:nvPr>
            <p:ph type="sldNum" sz="quarter" idx="12"/>
          </p:nvPr>
        </p:nvSpPr>
        <p:spPr/>
        <p:txBody>
          <a:bodyPr/>
          <a:lstStyle/>
          <a:p>
            <a:fld id="{19B12225-5612-419B-A8D5-4B8EEE4C217E}" type="slidenum">
              <a:rPr lang="en-US" smtClean="0"/>
              <a:pPr/>
              <a:t>30</a:t>
            </a:fld>
            <a:endParaRPr lang="en-US"/>
          </a:p>
        </p:txBody>
      </p:sp>
      <p:cxnSp>
        <p:nvCxnSpPr>
          <p:cNvPr id="6" name="Straight Connector 5">
            <a:extLst>
              <a:ext uri="{FF2B5EF4-FFF2-40B4-BE49-F238E27FC236}">
                <a16:creationId xmlns:a16="http://schemas.microsoft.com/office/drawing/2014/main" id="{07F0472D-D4EF-0A2D-4361-52EEFDB81E16}"/>
              </a:ext>
            </a:extLst>
          </p:cNvPr>
          <p:cNvCxnSpPr/>
          <p:nvPr/>
        </p:nvCxnSpPr>
        <p:spPr>
          <a:xfrm>
            <a:off x="0" y="328257"/>
            <a:ext cx="9144000"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AF3EA32-E982-5722-0D61-3CF497EE6DEE}"/>
              </a:ext>
            </a:extLst>
          </p:cNvPr>
          <p:cNvSpPr txBox="1"/>
          <p:nvPr/>
        </p:nvSpPr>
        <p:spPr>
          <a:xfrm>
            <a:off x="0" y="304800"/>
            <a:ext cx="9144000" cy="523220"/>
          </a:xfrm>
          <a:prstGeom prst="rect">
            <a:avLst/>
          </a:prstGeom>
          <a:noFill/>
        </p:spPr>
        <p:txBody>
          <a:bodyPr wrap="square" rtlCol="0">
            <a:spAutoFit/>
          </a:bodyPr>
          <a:lstStyle/>
          <a:p>
            <a:pPr algn="ctr"/>
            <a:r>
              <a:rPr lang="en-US" sz="2800" b="1" dirty="0" err="1"/>
              <a:t>ForecastDisplay</a:t>
            </a:r>
            <a:r>
              <a:rPr lang="en-US" sz="2800" b="1" dirty="0"/>
              <a:t> class</a:t>
            </a:r>
          </a:p>
        </p:txBody>
      </p:sp>
      <p:sp>
        <p:nvSpPr>
          <p:cNvPr id="10" name="TextBox 9">
            <a:extLst>
              <a:ext uri="{FF2B5EF4-FFF2-40B4-BE49-F238E27FC236}">
                <a16:creationId xmlns:a16="http://schemas.microsoft.com/office/drawing/2014/main" id="{EC9623BF-7CD3-1CC0-C2FF-AF6E30DBABFB}"/>
              </a:ext>
            </a:extLst>
          </p:cNvPr>
          <p:cNvSpPr txBox="1"/>
          <p:nvPr/>
        </p:nvSpPr>
        <p:spPr>
          <a:xfrm>
            <a:off x="0" y="-10297"/>
            <a:ext cx="9144000" cy="338554"/>
          </a:xfrm>
          <a:prstGeom prst="rect">
            <a:avLst/>
          </a:prstGeom>
          <a:noFill/>
        </p:spPr>
        <p:txBody>
          <a:bodyPr wrap="square" rtlCol="0">
            <a:spAutoFit/>
          </a:bodyPr>
          <a:lstStyle/>
          <a:p>
            <a:pPr algn="ctr"/>
            <a:r>
              <a:rPr lang="en-US" sz="1600" b="1" dirty="0">
                <a:solidFill>
                  <a:srgbClr val="002060"/>
                </a:solidFill>
                <a:cs typeface="Times New Roman" panose="02020603050405020304" pitchFamily="18" charset="0"/>
              </a:rPr>
              <a:t>Big Data Analytics and Database Design</a:t>
            </a:r>
          </a:p>
        </p:txBody>
      </p:sp>
      <p:pic>
        <p:nvPicPr>
          <p:cNvPr id="11" name="Picture 2" descr="http://cou.on.ca/wp-content/uploads/2015/04/University-of-Windsor.png">
            <a:extLst>
              <a:ext uri="{FF2B5EF4-FFF2-40B4-BE49-F238E27FC236}">
                <a16:creationId xmlns:a16="http://schemas.microsoft.com/office/drawing/2014/main" id="{AE237F63-B047-8795-766A-0BACD80FBB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6740"/>
            <a:ext cx="762000" cy="28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782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16064</TotalTime>
  <Words>1067</Words>
  <Application>Microsoft Macintosh PowerPoint</Application>
  <PresentationFormat>On-screen Show (4:3)</PresentationFormat>
  <Paragraphs>138</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Times New Roman</vt:lpstr>
      <vt:lpstr>Wingdings</vt:lpstr>
      <vt:lpstr>Office Theme</vt:lpstr>
      <vt:lpstr>Object-Oriented Software Analysis &amp; Design (COMP-3220)  Lecture 2  Observer Pattern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Analytics</dc:title>
  <dc:creator>mehdi</dc:creator>
  <cp:lastModifiedBy>Saeed Samet</cp:lastModifiedBy>
  <cp:revision>3398</cp:revision>
  <dcterms:created xsi:type="dcterms:W3CDTF">2006-08-16T00:00:00Z</dcterms:created>
  <dcterms:modified xsi:type="dcterms:W3CDTF">2026-04-19T22:43:49Z</dcterms:modified>
</cp:coreProperties>
</file>