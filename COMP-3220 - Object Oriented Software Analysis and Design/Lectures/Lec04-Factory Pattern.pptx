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361" r:id="rId3"/>
    <p:sldId id="384" r:id="rId4"/>
    <p:sldId id="379" r:id="rId5"/>
    <p:sldId id="375" r:id="rId6"/>
    <p:sldId id="363" r:id="rId7"/>
    <p:sldId id="364" r:id="rId8"/>
    <p:sldId id="367" r:id="rId9"/>
    <p:sldId id="376" r:id="rId10"/>
    <p:sldId id="368" r:id="rId11"/>
    <p:sldId id="380" r:id="rId12"/>
    <p:sldId id="369" r:id="rId13"/>
    <p:sldId id="370" r:id="rId14"/>
    <p:sldId id="371" r:id="rId15"/>
    <p:sldId id="374" r:id="rId16"/>
    <p:sldId id="381" r:id="rId17"/>
    <p:sldId id="382" r:id="rId18"/>
    <p:sldId id="383" r:id="rId19"/>
    <p:sldId id="385" r:id="rId20"/>
    <p:sldId id="386" r:id="rId21"/>
    <p:sldId id="387" r:id="rId22"/>
    <p:sldId id="388" r:id="rId23"/>
    <p:sldId id="389" r:id="rId24"/>
    <p:sldId id="402" r:id="rId25"/>
    <p:sldId id="390" r:id="rId26"/>
    <p:sldId id="392" r:id="rId27"/>
    <p:sldId id="391" r:id="rId28"/>
    <p:sldId id="395" r:id="rId29"/>
    <p:sldId id="403" r:id="rId30"/>
    <p:sldId id="405" r:id="rId31"/>
    <p:sldId id="394" r:id="rId32"/>
    <p:sldId id="398" r:id="rId33"/>
    <p:sldId id="399" r:id="rId34"/>
    <p:sldId id="400" r:id="rId35"/>
    <p:sldId id="401" r:id="rId36"/>
    <p:sldId id="406" r:id="rId37"/>
    <p:sldId id="40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5307D-23F6-F343-BA69-8C013A2E602B}" v="63" dt="2026-06-05T21:07:58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64" autoAdjust="0"/>
    <p:restoredTop sz="96301" autoAdjust="0"/>
  </p:normalViewPr>
  <p:slideViewPr>
    <p:cSldViewPr>
      <p:cViewPr varScale="1">
        <p:scale>
          <a:sx n="116" d="100"/>
          <a:sy n="116" d="100"/>
        </p:scale>
        <p:origin x="200" y="33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07T21:21:21.432" v="3507" actId="122"/>
      <pc:docMkLst>
        <pc:docMk/>
      </pc:docMkLst>
      <pc:sldChg chg="modSp mod">
        <pc:chgData name="Saeed Samet" userId="cfbf7cda-a3f0-4a18-b58e-e4747a47ab2e" providerId="ADAL" clId="{1DAAA582-D431-51E1-B726-79BB57AE61A7}" dt="2026-06-02T21:09:45.193" v="2315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6-02T21:09:45.193" v="2315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07T20:32:52.032" v="3450" actId="122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07T20:32:52.032" v="3450" actId="122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6-02T21:11:25.660" v="2336" actId="20577"/>
          <ac:spMkLst>
            <pc:docMk/>
            <pc:sldMk cId="223137185" sldId="361"/>
            <ac:spMk id="7" creationId="{00000000-0000-0000-0000-000000000000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18:53:29.301" v="3380" actId="403"/>
        <pc:sldMkLst>
          <pc:docMk/>
          <pc:sldMk cId="3523902345" sldId="363"/>
        </pc:sldMkLst>
        <pc:spChg chg="mod">
          <ac:chgData name="Saeed Samet" userId="cfbf7cda-a3f0-4a18-b58e-e4747a47ab2e" providerId="ADAL" clId="{1DAAA582-D431-51E1-B726-79BB57AE61A7}" dt="2026-06-05T18:53:29.301" v="3380" actId="403"/>
          <ac:spMkLst>
            <pc:docMk/>
            <pc:sldMk cId="3523902345" sldId="363"/>
            <ac:spMk id="3" creationId="{398B1035-79A4-E7F6-A4A7-BADCC9EC7350}"/>
          </ac:spMkLst>
        </pc:spChg>
        <pc:spChg chg="mod">
          <ac:chgData name="Saeed Samet" userId="cfbf7cda-a3f0-4a18-b58e-e4747a47ab2e" providerId="ADAL" clId="{1DAAA582-D431-51E1-B726-79BB57AE61A7}" dt="2026-05-28T13:46:43.105" v="1046" actId="20577"/>
          <ac:spMkLst>
            <pc:docMk/>
            <pc:sldMk cId="3523902345" sldId="363"/>
            <ac:spMk id="7" creationId="{97D5F917-FD4B-24E0-7F47-D662932DE941}"/>
          </ac:spMkLst>
        </pc:spChg>
      </pc:sldChg>
      <pc:sldChg chg="delSp modSp add mod ord">
        <pc:chgData name="Saeed Samet" userId="cfbf7cda-a3f0-4a18-b58e-e4747a47ab2e" providerId="ADAL" clId="{1DAAA582-D431-51E1-B726-79BB57AE61A7}" dt="2026-06-02T21:44:16.141" v="2454" actId="108"/>
        <pc:sldMkLst>
          <pc:docMk/>
          <pc:sldMk cId="2019240581" sldId="364"/>
        </pc:sldMkLst>
        <pc:spChg chg="mod">
          <ac:chgData name="Saeed Samet" userId="cfbf7cda-a3f0-4a18-b58e-e4747a47ab2e" providerId="ADAL" clId="{1DAAA582-D431-51E1-B726-79BB57AE61A7}" dt="2026-06-02T21:44:16.141" v="2454" actId="108"/>
          <ac:spMkLst>
            <pc:docMk/>
            <pc:sldMk cId="2019240581" sldId="364"/>
            <ac:spMk id="3" creationId="{E40DB969-3BD8-1B13-7CAD-6247AF08E327}"/>
          </ac:spMkLst>
        </pc:spChg>
        <pc:spChg chg="mod">
          <ac:chgData name="Saeed Samet" userId="cfbf7cda-a3f0-4a18-b58e-e4747a47ab2e" providerId="ADAL" clId="{1DAAA582-D431-51E1-B726-79BB57AE61A7}" dt="2026-06-02T21:43:28.369" v="2436" actId="20577"/>
          <ac:spMkLst>
            <pc:docMk/>
            <pc:sldMk cId="2019240581" sldId="364"/>
            <ac:spMk id="7" creationId="{2FE63138-B97F-4D64-A2BD-3C77DDAB0972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2T21:45:24.978" v="2459" actId="1076"/>
        <pc:sldMkLst>
          <pc:docMk/>
          <pc:sldMk cId="1641611093" sldId="367"/>
        </pc:sldMkLst>
        <pc:spChg chg="mod">
          <ac:chgData name="Saeed Samet" userId="cfbf7cda-a3f0-4a18-b58e-e4747a47ab2e" providerId="ADAL" clId="{1DAAA582-D431-51E1-B726-79BB57AE61A7}" dt="2026-06-02T21:45:06.427" v="2455"/>
          <ac:spMkLst>
            <pc:docMk/>
            <pc:sldMk cId="1641611093" sldId="367"/>
            <ac:spMk id="7" creationId="{9A27B9D0-9FA8-4ABF-1160-8EFDB276BC95}"/>
          </ac:spMkLst>
        </pc:spChg>
        <pc:picChg chg="add mod">
          <ac:chgData name="Saeed Samet" userId="cfbf7cda-a3f0-4a18-b58e-e4747a47ab2e" providerId="ADAL" clId="{1DAAA582-D431-51E1-B726-79BB57AE61A7}" dt="2026-06-02T21:45:24.978" v="2459" actId="1076"/>
          <ac:picMkLst>
            <pc:docMk/>
            <pc:sldMk cId="1641611093" sldId="367"/>
            <ac:picMk id="4" creationId="{CCBBB4EC-49BE-DE35-205E-B033933E67E6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5T18:56:59.072" v="3389" actId="20577"/>
        <pc:sldMkLst>
          <pc:docMk/>
          <pc:sldMk cId="238699324" sldId="368"/>
        </pc:sldMkLst>
        <pc:spChg chg="mod">
          <ac:chgData name="Saeed Samet" userId="cfbf7cda-a3f0-4a18-b58e-e4747a47ab2e" providerId="ADAL" clId="{1DAAA582-D431-51E1-B726-79BB57AE61A7}" dt="2026-06-05T18:56:59.072" v="3389" actId="20577"/>
          <ac:spMkLst>
            <pc:docMk/>
            <pc:sldMk cId="238699324" sldId="368"/>
            <ac:spMk id="3" creationId="{B4A24AD4-85F6-43B5-1CB7-0E68D9E9CB30}"/>
          </ac:spMkLst>
        </pc:spChg>
        <pc:spChg chg="mod">
          <ac:chgData name="Saeed Samet" userId="cfbf7cda-a3f0-4a18-b58e-e4747a47ab2e" providerId="ADAL" clId="{1DAAA582-D431-51E1-B726-79BB57AE61A7}" dt="2026-06-02T21:47:45.969" v="2474"/>
          <ac:spMkLst>
            <pc:docMk/>
            <pc:sldMk cId="238699324" sldId="368"/>
            <ac:spMk id="7" creationId="{E0A94BE3-1EF7-A6E3-4CF5-96D725E28AA3}"/>
          </ac:spMkLst>
        </pc:spChg>
        <pc:picChg chg="add mod">
          <ac:chgData name="Saeed Samet" userId="cfbf7cda-a3f0-4a18-b58e-e4747a47ab2e" providerId="ADAL" clId="{1DAAA582-D431-51E1-B726-79BB57AE61A7}" dt="2026-06-02T21:49:51.864" v="2482" actId="14100"/>
          <ac:picMkLst>
            <pc:docMk/>
            <pc:sldMk cId="238699324" sldId="368"/>
            <ac:picMk id="5" creationId="{1E51A471-EF84-763D-FA48-723D58D127C5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2T22:05:39.563" v="2539" actId="1076"/>
        <pc:sldMkLst>
          <pc:docMk/>
          <pc:sldMk cId="1918700562" sldId="369"/>
        </pc:sldMkLst>
        <pc:spChg chg="mod">
          <ac:chgData name="Saeed Samet" userId="cfbf7cda-a3f0-4a18-b58e-e4747a47ab2e" providerId="ADAL" clId="{1DAAA582-D431-51E1-B726-79BB57AE61A7}" dt="2026-05-28T14:16:49.988" v="1241" actId="20577"/>
          <ac:spMkLst>
            <pc:docMk/>
            <pc:sldMk cId="1918700562" sldId="369"/>
            <ac:spMk id="7" creationId="{C90F6715-0F24-B36A-FFD0-883114BE6B75}"/>
          </ac:spMkLst>
        </pc:spChg>
        <pc:picChg chg="add mod">
          <ac:chgData name="Saeed Samet" userId="cfbf7cda-a3f0-4a18-b58e-e4747a47ab2e" providerId="ADAL" clId="{1DAAA582-D431-51E1-B726-79BB57AE61A7}" dt="2026-06-02T22:05:39.563" v="2539" actId="1076"/>
          <ac:picMkLst>
            <pc:docMk/>
            <pc:sldMk cId="1918700562" sldId="369"/>
            <ac:picMk id="3" creationId="{0DA8675B-DEC1-2BFF-75EC-FDC91B99EE86}"/>
          </ac:picMkLst>
        </pc:picChg>
        <pc:picChg chg="add mod">
          <ac:chgData name="Saeed Samet" userId="cfbf7cda-a3f0-4a18-b58e-e4747a47ab2e" providerId="ADAL" clId="{1DAAA582-D431-51E1-B726-79BB57AE61A7}" dt="2026-06-02T22:05:03.995" v="2530" actId="1076"/>
          <ac:picMkLst>
            <pc:docMk/>
            <pc:sldMk cId="1918700562" sldId="369"/>
            <ac:picMk id="4" creationId="{D12F067A-0EDC-99BB-D4E5-7F880C7C63CC}"/>
          </ac:picMkLst>
        </pc:picChg>
        <pc:picChg chg="add mod">
          <ac:chgData name="Saeed Samet" userId="cfbf7cda-a3f0-4a18-b58e-e4747a47ab2e" providerId="ADAL" clId="{1DAAA582-D431-51E1-B726-79BB57AE61A7}" dt="2026-06-02T22:05:29.804" v="2537" actId="1076"/>
          <ac:picMkLst>
            <pc:docMk/>
            <pc:sldMk cId="1918700562" sldId="369"/>
            <ac:picMk id="8" creationId="{6508E6CF-6634-1FB2-2BAD-ACE2E8900832}"/>
          </ac:picMkLst>
        </pc:picChg>
        <pc:picChg chg="add mod">
          <ac:chgData name="Saeed Samet" userId="cfbf7cda-a3f0-4a18-b58e-e4747a47ab2e" providerId="ADAL" clId="{1DAAA582-D431-51E1-B726-79BB57AE61A7}" dt="2026-06-02T22:05:32.915" v="2538" actId="1076"/>
          <ac:picMkLst>
            <pc:docMk/>
            <pc:sldMk cId="1918700562" sldId="369"/>
            <ac:picMk id="13" creationId="{A3E0C174-4E51-080A-9876-11B95309CBCA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2T22:08:46.153" v="2543" actId="1076"/>
        <pc:sldMkLst>
          <pc:docMk/>
          <pc:sldMk cId="4236709627" sldId="370"/>
        </pc:sldMkLst>
        <pc:picChg chg="add mod">
          <ac:chgData name="Saeed Samet" userId="cfbf7cda-a3f0-4a18-b58e-e4747a47ab2e" providerId="ADAL" clId="{1DAAA582-D431-51E1-B726-79BB57AE61A7}" dt="2026-06-02T22:08:46.153" v="2543" actId="1076"/>
          <ac:picMkLst>
            <pc:docMk/>
            <pc:sldMk cId="4236709627" sldId="370"/>
            <ac:picMk id="4" creationId="{6DBF57A8-8134-ABFD-ED7E-1A9B9A0CEF1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2T22:09:20.202" v="2548" actId="1076"/>
        <pc:sldMkLst>
          <pc:docMk/>
          <pc:sldMk cId="502972443" sldId="371"/>
        </pc:sldMkLst>
        <pc:picChg chg="add mod">
          <ac:chgData name="Saeed Samet" userId="cfbf7cda-a3f0-4a18-b58e-e4747a47ab2e" providerId="ADAL" clId="{1DAAA582-D431-51E1-B726-79BB57AE61A7}" dt="2026-06-02T22:09:13.639" v="2547" actId="1076"/>
          <ac:picMkLst>
            <pc:docMk/>
            <pc:sldMk cId="502972443" sldId="371"/>
            <ac:picMk id="8" creationId="{30E55098-3C60-0970-A011-241452C5ECBB}"/>
          </ac:picMkLst>
        </pc:picChg>
        <pc:picChg chg="add mod">
          <ac:chgData name="Saeed Samet" userId="cfbf7cda-a3f0-4a18-b58e-e4747a47ab2e" providerId="ADAL" clId="{1DAAA582-D431-51E1-B726-79BB57AE61A7}" dt="2026-06-02T22:09:20.202" v="2548" actId="1076"/>
          <ac:picMkLst>
            <pc:docMk/>
            <pc:sldMk cId="502972443" sldId="371"/>
            <ac:picMk id="13" creationId="{373C88F1-812B-D618-145F-7AEE3262F26B}"/>
          </ac:picMkLst>
        </pc:picChg>
      </pc:sldChg>
      <pc:sldChg chg="delSp modSp add mod ord">
        <pc:chgData name="Saeed Samet" userId="cfbf7cda-a3f0-4a18-b58e-e4747a47ab2e" providerId="ADAL" clId="{1DAAA582-D431-51E1-B726-79BB57AE61A7}" dt="2026-06-03T01:26:18.420" v="2645" actId="108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03T01:26:18.420" v="2645" actId="108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6-02T22:10:08.236" v="2552" actId="20577"/>
          <ac:spMkLst>
            <pc:docMk/>
            <pc:sldMk cId="1259420481" sldId="374"/>
            <ac:spMk id="7" creationId="{EAC2E4C5-5BFF-0943-7121-4C94A4FF263C}"/>
          </ac:spMkLst>
        </pc:spChg>
      </pc:sldChg>
      <pc:sldChg chg="modSp add mod">
        <pc:chgData name="Saeed Samet" userId="cfbf7cda-a3f0-4a18-b58e-e4747a47ab2e" providerId="ADAL" clId="{1DAAA582-D431-51E1-B726-79BB57AE61A7}" dt="2026-06-02T21:16:44.944" v="2401" actId="20577"/>
        <pc:sldMkLst>
          <pc:docMk/>
          <pc:sldMk cId="1560029853" sldId="375"/>
        </pc:sldMkLst>
        <pc:spChg chg="mod">
          <ac:chgData name="Saeed Samet" userId="cfbf7cda-a3f0-4a18-b58e-e4747a47ab2e" providerId="ADAL" clId="{1DAAA582-D431-51E1-B726-79BB57AE61A7}" dt="2026-06-02T21:16:44.944" v="2401" actId="20577"/>
          <ac:spMkLst>
            <pc:docMk/>
            <pc:sldMk cId="1560029853" sldId="375"/>
            <ac:spMk id="3" creationId="{4974D5F7-1E2C-A80D-BCC9-1D84B096CA0A}"/>
          </ac:spMkLst>
        </pc:spChg>
        <pc:spChg chg="mod">
          <ac:chgData name="Saeed Samet" userId="cfbf7cda-a3f0-4a18-b58e-e4747a47ab2e" providerId="ADAL" clId="{1DAAA582-D431-51E1-B726-79BB57AE61A7}" dt="2026-06-02T21:16:32.295" v="2396" actId="403"/>
          <ac:spMkLst>
            <pc:docMk/>
            <pc:sldMk cId="1560029853" sldId="375"/>
            <ac:spMk id="7" creationId="{26279FA8-599F-72FA-3386-9193EFCB38AF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17:17:02.712" v="2996" actId="1076"/>
        <pc:sldMkLst>
          <pc:docMk/>
          <pc:sldMk cId="1071284184" sldId="376"/>
        </pc:sldMkLst>
        <pc:spChg chg="mod">
          <ac:chgData name="Saeed Samet" userId="cfbf7cda-a3f0-4a18-b58e-e4747a47ab2e" providerId="ADAL" clId="{1DAAA582-D431-51E1-B726-79BB57AE61A7}" dt="2026-06-02T21:47:01.085" v="2468" actId="20577"/>
          <ac:spMkLst>
            <pc:docMk/>
            <pc:sldMk cId="1071284184" sldId="376"/>
            <ac:spMk id="7" creationId="{77B67A7E-17F4-5CB4-E8B5-41E731E1A89C}"/>
          </ac:spMkLst>
        </pc:spChg>
        <pc:picChg chg="add mod">
          <ac:chgData name="Saeed Samet" userId="cfbf7cda-a3f0-4a18-b58e-e4747a47ab2e" providerId="ADAL" clId="{1DAAA582-D431-51E1-B726-79BB57AE61A7}" dt="2026-06-05T17:17:02.712" v="2996" actId="1076"/>
          <ac:picMkLst>
            <pc:docMk/>
            <pc:sldMk cId="1071284184" sldId="376"/>
            <ac:picMk id="4" creationId="{362C92C7-0A82-E46E-8EC1-28051328FB65}"/>
          </ac:picMkLst>
        </pc:picChg>
      </pc:sldChg>
      <pc:sldChg chg="addSp modSp add mod">
        <pc:chgData name="Saeed Samet" userId="cfbf7cda-a3f0-4a18-b58e-e4747a47ab2e" providerId="ADAL" clId="{1DAAA582-D431-51E1-B726-79BB57AE61A7}" dt="2026-06-07T20:35:26.745" v="3498" actId="122"/>
        <pc:sldMkLst>
          <pc:docMk/>
          <pc:sldMk cId="3337502647" sldId="379"/>
        </pc:sldMkLst>
        <pc:spChg chg="mod">
          <ac:chgData name="Saeed Samet" userId="cfbf7cda-a3f0-4a18-b58e-e4747a47ab2e" providerId="ADAL" clId="{1DAAA582-D431-51E1-B726-79BB57AE61A7}" dt="2026-06-07T20:35:26.745" v="3498" actId="122"/>
          <ac:spMkLst>
            <pc:docMk/>
            <pc:sldMk cId="3337502647" sldId="379"/>
            <ac:spMk id="3" creationId="{37CF1149-EF34-6D7E-76AF-D1BA3F18B429}"/>
          </ac:spMkLst>
        </pc:spChg>
        <pc:spChg chg="mod">
          <ac:chgData name="Saeed Samet" userId="cfbf7cda-a3f0-4a18-b58e-e4747a47ab2e" providerId="ADAL" clId="{1DAAA582-D431-51E1-B726-79BB57AE61A7}" dt="2026-06-02T21:11:20.703" v="2335" actId="20577"/>
          <ac:spMkLst>
            <pc:docMk/>
            <pc:sldMk cId="3337502647" sldId="379"/>
            <ac:spMk id="7" creationId="{E3E07390-D7BB-CA72-0A7F-F02B3349F9E9}"/>
          </ac:spMkLst>
        </pc:spChg>
        <pc:picChg chg="add mod">
          <ac:chgData name="Saeed Samet" userId="cfbf7cda-a3f0-4a18-b58e-e4747a47ab2e" providerId="ADAL" clId="{1DAAA582-D431-51E1-B726-79BB57AE61A7}" dt="2026-06-07T20:34:35.578" v="3494" actId="1076"/>
          <ac:picMkLst>
            <pc:docMk/>
            <pc:sldMk cId="3337502647" sldId="379"/>
            <ac:picMk id="4" creationId="{4F30E913-5416-86B5-7DCF-6AAEBC9AFEF6}"/>
          </ac:picMkLst>
        </pc:picChg>
      </pc:sldChg>
      <pc:sldChg chg="delSp modSp add mod">
        <pc:chgData name="Saeed Samet" userId="cfbf7cda-a3f0-4a18-b58e-e4747a47ab2e" providerId="ADAL" clId="{1DAAA582-D431-51E1-B726-79BB57AE61A7}" dt="2026-06-02T21:50:58.497" v="2509" actId="12"/>
        <pc:sldMkLst>
          <pc:docMk/>
          <pc:sldMk cId="833078596" sldId="380"/>
        </pc:sldMkLst>
        <pc:spChg chg="mod">
          <ac:chgData name="Saeed Samet" userId="cfbf7cda-a3f0-4a18-b58e-e4747a47ab2e" providerId="ADAL" clId="{1DAAA582-D431-51E1-B726-79BB57AE61A7}" dt="2026-06-02T21:50:58.497" v="2509" actId="12"/>
          <ac:spMkLst>
            <pc:docMk/>
            <pc:sldMk cId="833078596" sldId="380"/>
            <ac:spMk id="3" creationId="{D3EAC03C-B8B2-5DDB-1A9D-D6706B698664}"/>
          </ac:spMkLst>
        </pc:spChg>
        <pc:spChg chg="mod">
          <ac:chgData name="Saeed Samet" userId="cfbf7cda-a3f0-4a18-b58e-e4747a47ab2e" providerId="ADAL" clId="{1DAAA582-D431-51E1-B726-79BB57AE61A7}" dt="2026-06-02T21:50:28.998" v="2489"/>
          <ac:spMkLst>
            <pc:docMk/>
            <pc:sldMk cId="833078596" sldId="380"/>
            <ac:spMk id="7" creationId="{B37F1F7F-FBAC-38FF-63C5-5FDF017A69E6}"/>
          </ac:spMkLst>
        </pc:spChg>
      </pc:sldChg>
      <pc:sldChg chg="modSp add mod">
        <pc:chgData name="Saeed Samet" userId="cfbf7cda-a3f0-4a18-b58e-e4747a47ab2e" providerId="ADAL" clId="{1DAAA582-D431-51E1-B726-79BB57AE61A7}" dt="2026-06-03T01:27:49.877" v="2662" actId="15"/>
        <pc:sldMkLst>
          <pc:docMk/>
          <pc:sldMk cId="1330017277" sldId="381"/>
        </pc:sldMkLst>
        <pc:spChg chg="mod">
          <ac:chgData name="Saeed Samet" userId="cfbf7cda-a3f0-4a18-b58e-e4747a47ab2e" providerId="ADAL" clId="{1DAAA582-D431-51E1-B726-79BB57AE61A7}" dt="2026-06-03T01:27:49.877" v="2662" actId="15"/>
          <ac:spMkLst>
            <pc:docMk/>
            <pc:sldMk cId="1330017277" sldId="381"/>
            <ac:spMk id="3" creationId="{D6F0618B-DB95-F242-62BF-44AC5B79CDAE}"/>
          </ac:spMkLst>
        </pc:spChg>
        <pc:spChg chg="mod">
          <ac:chgData name="Saeed Samet" userId="cfbf7cda-a3f0-4a18-b58e-e4747a47ab2e" providerId="ADAL" clId="{1DAAA582-D431-51E1-B726-79BB57AE61A7}" dt="2026-06-03T01:27:22.636" v="2646" actId="20577"/>
          <ac:spMkLst>
            <pc:docMk/>
            <pc:sldMk cId="1330017277" sldId="381"/>
            <ac:spMk id="7" creationId="{AE0CF647-F073-102C-8990-887FC5B95C31}"/>
          </ac:spMkLst>
        </pc:spChg>
      </pc:sldChg>
      <pc:sldChg chg="modSp add mod">
        <pc:chgData name="Saeed Samet" userId="cfbf7cda-a3f0-4a18-b58e-e4747a47ab2e" providerId="ADAL" clId="{1DAAA582-D431-51E1-B726-79BB57AE61A7}" dt="2026-06-03T01:29:40.987" v="2700" actId="15"/>
        <pc:sldMkLst>
          <pc:docMk/>
          <pc:sldMk cId="3965540335" sldId="382"/>
        </pc:sldMkLst>
        <pc:spChg chg="mod">
          <ac:chgData name="Saeed Samet" userId="cfbf7cda-a3f0-4a18-b58e-e4747a47ab2e" providerId="ADAL" clId="{1DAAA582-D431-51E1-B726-79BB57AE61A7}" dt="2026-06-03T01:29:40.987" v="2700" actId="15"/>
          <ac:spMkLst>
            <pc:docMk/>
            <pc:sldMk cId="3965540335" sldId="382"/>
            <ac:spMk id="3" creationId="{7CD30149-6319-F085-316E-477E1947A3A1}"/>
          </ac:spMkLst>
        </pc:spChg>
        <pc:spChg chg="mod">
          <ac:chgData name="Saeed Samet" userId="cfbf7cda-a3f0-4a18-b58e-e4747a47ab2e" providerId="ADAL" clId="{1DAAA582-D431-51E1-B726-79BB57AE61A7}" dt="2026-06-03T01:28:33.026" v="2664"/>
          <ac:spMkLst>
            <pc:docMk/>
            <pc:sldMk cId="3965540335" sldId="382"/>
            <ac:spMk id="7" creationId="{EC2905B4-DDB4-72FD-90A0-21396EBFF363}"/>
          </ac:spMkLst>
        </pc:spChg>
      </pc:sldChg>
      <pc:sldChg chg="modSp add mod">
        <pc:chgData name="Saeed Samet" userId="cfbf7cda-a3f0-4a18-b58e-e4747a47ab2e" providerId="ADAL" clId="{1DAAA582-D431-51E1-B726-79BB57AE61A7}" dt="2026-06-03T01:32:18.782" v="2724" actId="113"/>
        <pc:sldMkLst>
          <pc:docMk/>
          <pc:sldMk cId="684687345" sldId="383"/>
        </pc:sldMkLst>
        <pc:spChg chg="mod">
          <ac:chgData name="Saeed Samet" userId="cfbf7cda-a3f0-4a18-b58e-e4747a47ab2e" providerId="ADAL" clId="{1DAAA582-D431-51E1-B726-79BB57AE61A7}" dt="2026-06-03T01:32:18.782" v="2724" actId="113"/>
          <ac:spMkLst>
            <pc:docMk/>
            <pc:sldMk cId="684687345" sldId="383"/>
            <ac:spMk id="3" creationId="{3EE1362B-6CB3-8D77-59E4-C5435869275E}"/>
          </ac:spMkLst>
        </pc:spChg>
        <pc:spChg chg="mod">
          <ac:chgData name="Saeed Samet" userId="cfbf7cda-a3f0-4a18-b58e-e4747a47ab2e" providerId="ADAL" clId="{1DAAA582-D431-51E1-B726-79BB57AE61A7}" dt="2026-06-03T01:30:55.235" v="2702"/>
          <ac:spMkLst>
            <pc:docMk/>
            <pc:sldMk cId="684687345" sldId="383"/>
            <ac:spMk id="7" creationId="{A6DFD048-2B9E-F5F4-3D77-FDA3DE955D17}"/>
          </ac:spMkLst>
        </pc:spChg>
      </pc:sldChg>
      <pc:sldChg chg="delSp modSp new mod ord">
        <pc:chgData name="Saeed Samet" userId="cfbf7cda-a3f0-4a18-b58e-e4747a47ab2e" providerId="ADAL" clId="{1DAAA582-D431-51E1-B726-79BB57AE61A7}" dt="2026-06-07T20:30:10.386" v="3414" actId="20578"/>
        <pc:sldMkLst>
          <pc:docMk/>
          <pc:sldMk cId="2090206578" sldId="384"/>
        </pc:sldMkLst>
        <pc:spChg chg="mod">
          <ac:chgData name="Saeed Samet" userId="cfbf7cda-a3f0-4a18-b58e-e4747a47ab2e" providerId="ADAL" clId="{1DAAA582-D431-51E1-B726-79BB57AE61A7}" dt="2026-06-05T14:21:34.496" v="2766" actId="403"/>
          <ac:spMkLst>
            <pc:docMk/>
            <pc:sldMk cId="2090206578" sldId="384"/>
            <ac:spMk id="3" creationId="{A590816C-E315-D51E-9578-0F6347030D1E}"/>
          </ac:spMkLst>
        </pc:spChg>
      </pc:sldChg>
      <pc:sldChg chg="modSp add mod">
        <pc:chgData name="Saeed Samet" userId="cfbf7cda-a3f0-4a18-b58e-e4747a47ab2e" providerId="ADAL" clId="{1DAAA582-D431-51E1-B726-79BB57AE61A7}" dt="2026-06-05T14:21:49.699" v="2775" actId="20577"/>
        <pc:sldMkLst>
          <pc:docMk/>
          <pc:sldMk cId="1308420856" sldId="385"/>
        </pc:sldMkLst>
        <pc:spChg chg="mod">
          <ac:chgData name="Saeed Samet" userId="cfbf7cda-a3f0-4a18-b58e-e4747a47ab2e" providerId="ADAL" clId="{1DAAA582-D431-51E1-B726-79BB57AE61A7}" dt="2026-06-05T14:21:49.699" v="2775" actId="20577"/>
          <ac:spMkLst>
            <pc:docMk/>
            <pc:sldMk cId="1308420856" sldId="385"/>
            <ac:spMk id="3" creationId="{6C4268B4-5B10-BBE5-98E7-8D27436214C5}"/>
          </ac:spMkLst>
        </pc:spChg>
      </pc:sldChg>
      <pc:sldChg chg="modSp add mod">
        <pc:chgData name="Saeed Samet" userId="cfbf7cda-a3f0-4a18-b58e-e4747a47ab2e" providerId="ADAL" clId="{1DAAA582-D431-51E1-B726-79BB57AE61A7}" dt="2026-06-05T19:09:29.788" v="3391" actId="33524"/>
        <pc:sldMkLst>
          <pc:docMk/>
          <pc:sldMk cId="2380904961" sldId="386"/>
        </pc:sldMkLst>
        <pc:spChg chg="mod">
          <ac:chgData name="Saeed Samet" userId="cfbf7cda-a3f0-4a18-b58e-e4747a47ab2e" providerId="ADAL" clId="{1DAAA582-D431-51E1-B726-79BB57AE61A7}" dt="2026-06-05T19:09:29.788" v="3391" actId="33524"/>
          <ac:spMkLst>
            <pc:docMk/>
            <pc:sldMk cId="2380904961" sldId="386"/>
            <ac:spMk id="3" creationId="{62DD4351-0B14-53D0-D550-51BDA5AB3049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14:24:58.756" v="2827" actId="20577"/>
        <pc:sldMkLst>
          <pc:docMk/>
          <pc:sldMk cId="2525347171" sldId="387"/>
        </pc:sldMkLst>
        <pc:spChg chg="mod">
          <ac:chgData name="Saeed Samet" userId="cfbf7cda-a3f0-4a18-b58e-e4747a47ab2e" providerId="ADAL" clId="{1DAAA582-D431-51E1-B726-79BB57AE61A7}" dt="2026-06-05T14:24:58.756" v="2827" actId="20577"/>
          <ac:spMkLst>
            <pc:docMk/>
            <pc:sldMk cId="2525347171" sldId="387"/>
            <ac:spMk id="3" creationId="{C482D191-874B-E44B-B9EC-95EB3C7AE0EC}"/>
          </ac:spMkLst>
        </pc:spChg>
        <pc:picChg chg="add mod">
          <ac:chgData name="Saeed Samet" userId="cfbf7cda-a3f0-4a18-b58e-e4747a47ab2e" providerId="ADAL" clId="{1DAAA582-D431-51E1-B726-79BB57AE61A7}" dt="2026-06-05T14:24:56.594" v="2826" actId="1076"/>
          <ac:picMkLst>
            <pc:docMk/>
            <pc:sldMk cId="2525347171" sldId="387"/>
            <ac:picMk id="5" creationId="{5E176BC8-DF9D-CB7C-3865-14AEE70B4416}"/>
          </ac:picMkLst>
        </pc:picChg>
      </pc:sldChg>
      <pc:sldChg chg="modSp add mod">
        <pc:chgData name="Saeed Samet" userId="cfbf7cda-a3f0-4a18-b58e-e4747a47ab2e" providerId="ADAL" clId="{1DAAA582-D431-51E1-B726-79BB57AE61A7}" dt="2026-06-05T14:25:18.973" v="2832" actId="20577"/>
        <pc:sldMkLst>
          <pc:docMk/>
          <pc:sldMk cId="3031708280" sldId="388"/>
        </pc:sldMkLst>
        <pc:spChg chg="mod">
          <ac:chgData name="Saeed Samet" userId="cfbf7cda-a3f0-4a18-b58e-e4747a47ab2e" providerId="ADAL" clId="{1DAAA582-D431-51E1-B726-79BB57AE61A7}" dt="2026-06-05T14:25:18.973" v="2832" actId="20577"/>
          <ac:spMkLst>
            <pc:docMk/>
            <pc:sldMk cId="3031708280" sldId="388"/>
            <ac:spMk id="3" creationId="{6EC61A45-EBB0-3872-A99F-7DBE003DC2BB}"/>
          </ac:spMkLst>
        </pc:spChg>
      </pc:sldChg>
      <pc:sldChg chg="modSp add mod">
        <pc:chgData name="Saeed Samet" userId="cfbf7cda-a3f0-4a18-b58e-e4747a47ab2e" providerId="ADAL" clId="{1DAAA582-D431-51E1-B726-79BB57AE61A7}" dt="2026-06-05T16:34:35.017" v="2873" actId="15"/>
        <pc:sldMkLst>
          <pc:docMk/>
          <pc:sldMk cId="3496524519" sldId="389"/>
        </pc:sldMkLst>
        <pc:spChg chg="mod">
          <ac:chgData name="Saeed Samet" userId="cfbf7cda-a3f0-4a18-b58e-e4747a47ab2e" providerId="ADAL" clId="{1DAAA582-D431-51E1-B726-79BB57AE61A7}" dt="2026-06-05T16:34:35.017" v="2873" actId="15"/>
          <ac:spMkLst>
            <pc:docMk/>
            <pc:sldMk cId="3496524519" sldId="389"/>
            <ac:spMk id="3" creationId="{A201EC37-1F8B-857B-DCA2-D6C5CAF47995}"/>
          </ac:spMkLst>
        </pc:spChg>
      </pc:sldChg>
      <pc:sldChg chg="modSp add mod">
        <pc:chgData name="Saeed Samet" userId="cfbf7cda-a3f0-4a18-b58e-e4747a47ab2e" providerId="ADAL" clId="{1DAAA582-D431-51E1-B726-79BB57AE61A7}" dt="2026-06-05T17:11:45.924" v="2975" actId="20577"/>
        <pc:sldMkLst>
          <pc:docMk/>
          <pc:sldMk cId="2792312706" sldId="390"/>
        </pc:sldMkLst>
        <pc:spChg chg="mod">
          <ac:chgData name="Saeed Samet" userId="cfbf7cda-a3f0-4a18-b58e-e4747a47ab2e" providerId="ADAL" clId="{1DAAA582-D431-51E1-B726-79BB57AE61A7}" dt="2026-06-05T17:11:45.924" v="2975" actId="20577"/>
          <ac:spMkLst>
            <pc:docMk/>
            <pc:sldMk cId="2792312706" sldId="390"/>
            <ac:spMk id="3" creationId="{0D9E76F8-D5D0-D5BA-0480-74FAC73D9B76}"/>
          </ac:spMkLst>
        </pc:spChg>
        <pc:spChg chg="mod">
          <ac:chgData name="Saeed Samet" userId="cfbf7cda-a3f0-4a18-b58e-e4747a47ab2e" providerId="ADAL" clId="{1DAAA582-D431-51E1-B726-79BB57AE61A7}" dt="2026-06-05T17:10:51.108" v="2944" actId="20577"/>
          <ac:spMkLst>
            <pc:docMk/>
            <pc:sldMk cId="2792312706" sldId="390"/>
            <ac:spMk id="7" creationId="{0F551188-ED65-8758-D5BB-592D1B9C56A7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17:12:23.649" v="2981" actId="1076"/>
        <pc:sldMkLst>
          <pc:docMk/>
          <pc:sldMk cId="4048585450" sldId="391"/>
        </pc:sldMkLst>
        <pc:picChg chg="add mod">
          <ac:chgData name="Saeed Samet" userId="cfbf7cda-a3f0-4a18-b58e-e4747a47ab2e" providerId="ADAL" clId="{1DAAA582-D431-51E1-B726-79BB57AE61A7}" dt="2026-06-05T17:12:23.649" v="2981" actId="1076"/>
          <ac:picMkLst>
            <pc:docMk/>
            <pc:sldMk cId="4048585450" sldId="391"/>
            <ac:picMk id="3" creationId="{1EB6ADB2-C29D-E80C-E44E-26025B41512E}"/>
          </ac:picMkLst>
        </pc:picChg>
      </pc:sldChg>
      <pc:sldChg chg="modSp add mod ord">
        <pc:chgData name="Saeed Samet" userId="cfbf7cda-a3f0-4a18-b58e-e4747a47ab2e" providerId="ADAL" clId="{1DAAA582-D431-51E1-B726-79BB57AE61A7}" dt="2026-06-05T21:05:08.305" v="3393" actId="20578"/>
        <pc:sldMkLst>
          <pc:docMk/>
          <pc:sldMk cId="3556705066" sldId="392"/>
        </pc:sldMkLst>
        <pc:spChg chg="mod">
          <ac:chgData name="Saeed Samet" userId="cfbf7cda-a3f0-4a18-b58e-e4747a47ab2e" providerId="ADAL" clId="{1DAAA582-D431-51E1-B726-79BB57AE61A7}" dt="2026-06-05T17:13:20.084" v="2988" actId="20577"/>
          <ac:spMkLst>
            <pc:docMk/>
            <pc:sldMk cId="3556705066" sldId="392"/>
            <ac:spMk id="7" creationId="{CB039D79-0A13-6CB3-5D29-EB10B3CD856C}"/>
          </ac:spMkLst>
        </pc:spChg>
      </pc:sldChg>
      <pc:sldChg chg="modSp add mod ord">
        <pc:chgData name="Saeed Samet" userId="cfbf7cda-a3f0-4a18-b58e-e4747a47ab2e" providerId="ADAL" clId="{1DAAA582-D431-51E1-B726-79BB57AE61A7}" dt="2026-06-05T17:25:26.243" v="3106" actId="27636"/>
        <pc:sldMkLst>
          <pc:docMk/>
          <pc:sldMk cId="502840254" sldId="394"/>
        </pc:sldMkLst>
        <pc:spChg chg="mod">
          <ac:chgData name="Saeed Samet" userId="cfbf7cda-a3f0-4a18-b58e-e4747a47ab2e" providerId="ADAL" clId="{1DAAA582-D431-51E1-B726-79BB57AE61A7}" dt="2026-06-05T17:25:26.243" v="3106" actId="27636"/>
          <ac:spMkLst>
            <pc:docMk/>
            <pc:sldMk cId="502840254" sldId="394"/>
            <ac:spMk id="3" creationId="{C6011AF1-1F2F-7F35-9D16-EC6F7F3C5CB6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21:07:41.011" v="3400" actId="14100"/>
        <pc:sldMkLst>
          <pc:docMk/>
          <pc:sldMk cId="3499524946" sldId="395"/>
        </pc:sldMkLst>
        <pc:picChg chg="add mod">
          <ac:chgData name="Saeed Samet" userId="cfbf7cda-a3f0-4a18-b58e-e4747a47ab2e" providerId="ADAL" clId="{1DAAA582-D431-51E1-B726-79BB57AE61A7}" dt="2026-06-05T21:07:28.478" v="3398" actId="14100"/>
          <ac:picMkLst>
            <pc:docMk/>
            <pc:sldMk cId="3499524946" sldId="395"/>
            <ac:picMk id="5" creationId="{461E63D9-14F6-113B-10E1-CD1502318CFC}"/>
          </ac:picMkLst>
        </pc:picChg>
        <pc:picChg chg="add mod">
          <ac:chgData name="Saeed Samet" userId="cfbf7cda-a3f0-4a18-b58e-e4747a47ab2e" providerId="ADAL" clId="{1DAAA582-D431-51E1-B726-79BB57AE61A7}" dt="2026-06-05T21:07:28.478" v="3398" actId="14100"/>
          <ac:picMkLst>
            <pc:docMk/>
            <pc:sldMk cId="3499524946" sldId="395"/>
            <ac:picMk id="14" creationId="{88B23C55-F4A4-DD4F-8C97-307ED4E88E43}"/>
          </ac:picMkLst>
        </pc:picChg>
        <pc:picChg chg="add mod">
          <ac:chgData name="Saeed Samet" userId="cfbf7cda-a3f0-4a18-b58e-e4747a47ab2e" providerId="ADAL" clId="{1DAAA582-D431-51E1-B726-79BB57AE61A7}" dt="2026-06-05T21:07:41.011" v="3400" actId="14100"/>
          <ac:picMkLst>
            <pc:docMk/>
            <pc:sldMk cId="3499524946" sldId="395"/>
            <ac:picMk id="15" creationId="{6B664764-E444-5097-7102-5CCF3B82DE2E}"/>
          </ac:picMkLst>
        </pc:picChg>
      </pc:sldChg>
      <pc:sldChg chg="modSp add mod">
        <pc:chgData name="Saeed Samet" userId="cfbf7cda-a3f0-4a18-b58e-e4747a47ab2e" providerId="ADAL" clId="{1DAAA582-D431-51E1-B726-79BB57AE61A7}" dt="2026-06-05T17:32:02.929" v="3224" actId="2711"/>
        <pc:sldMkLst>
          <pc:docMk/>
          <pc:sldMk cId="972540910" sldId="398"/>
        </pc:sldMkLst>
        <pc:spChg chg="mod">
          <ac:chgData name="Saeed Samet" userId="cfbf7cda-a3f0-4a18-b58e-e4747a47ab2e" providerId="ADAL" clId="{1DAAA582-D431-51E1-B726-79BB57AE61A7}" dt="2026-06-05T17:32:02.929" v="3224" actId="2711"/>
          <ac:spMkLst>
            <pc:docMk/>
            <pc:sldMk cId="972540910" sldId="398"/>
            <ac:spMk id="3" creationId="{BCA39062-7356-02F1-B013-D4CDAB029A93}"/>
          </ac:spMkLst>
        </pc:spChg>
      </pc:sldChg>
      <pc:sldChg chg="modSp add mod">
        <pc:chgData name="Saeed Samet" userId="cfbf7cda-a3f0-4a18-b58e-e4747a47ab2e" providerId="ADAL" clId="{1DAAA582-D431-51E1-B726-79BB57AE61A7}" dt="2026-06-05T17:33:00.807" v="3250" actId="20577"/>
        <pc:sldMkLst>
          <pc:docMk/>
          <pc:sldMk cId="3644287507" sldId="399"/>
        </pc:sldMkLst>
        <pc:spChg chg="mod">
          <ac:chgData name="Saeed Samet" userId="cfbf7cda-a3f0-4a18-b58e-e4747a47ab2e" providerId="ADAL" clId="{1DAAA582-D431-51E1-B726-79BB57AE61A7}" dt="2026-06-05T17:33:00.807" v="3250" actId="20577"/>
          <ac:spMkLst>
            <pc:docMk/>
            <pc:sldMk cId="3644287507" sldId="399"/>
            <ac:spMk id="3" creationId="{5C95728A-6C81-9762-9E55-8E15331C2126}"/>
          </ac:spMkLst>
        </pc:spChg>
      </pc:sldChg>
      <pc:sldChg chg="modSp add mod">
        <pc:chgData name="Saeed Samet" userId="cfbf7cda-a3f0-4a18-b58e-e4747a47ab2e" providerId="ADAL" clId="{1DAAA582-D431-51E1-B726-79BB57AE61A7}" dt="2026-06-05T17:35:21.609" v="3296" actId="20577"/>
        <pc:sldMkLst>
          <pc:docMk/>
          <pc:sldMk cId="3225661980" sldId="400"/>
        </pc:sldMkLst>
        <pc:spChg chg="mod">
          <ac:chgData name="Saeed Samet" userId="cfbf7cda-a3f0-4a18-b58e-e4747a47ab2e" providerId="ADAL" clId="{1DAAA582-D431-51E1-B726-79BB57AE61A7}" dt="2026-06-05T17:35:21.609" v="3296" actId="20577"/>
          <ac:spMkLst>
            <pc:docMk/>
            <pc:sldMk cId="3225661980" sldId="400"/>
            <ac:spMk id="3" creationId="{1C6A0FED-A913-356A-473B-141699D2C679}"/>
          </ac:spMkLst>
        </pc:spChg>
        <pc:spChg chg="mod">
          <ac:chgData name="Saeed Samet" userId="cfbf7cda-a3f0-4a18-b58e-e4747a47ab2e" providerId="ADAL" clId="{1DAAA582-D431-51E1-B726-79BB57AE61A7}" dt="2026-06-05T17:33:16.399" v="3257" actId="20577"/>
          <ac:spMkLst>
            <pc:docMk/>
            <pc:sldMk cId="3225661980" sldId="400"/>
            <ac:spMk id="7" creationId="{13D9ED38-9F01-CB15-B7F7-9F4087749FCE}"/>
          </ac:spMkLst>
        </pc:spChg>
      </pc:sldChg>
      <pc:sldChg chg="modSp add mod">
        <pc:chgData name="Saeed Samet" userId="cfbf7cda-a3f0-4a18-b58e-e4747a47ab2e" providerId="ADAL" clId="{1DAAA582-D431-51E1-B726-79BB57AE61A7}" dt="2026-06-07T21:21:21.432" v="3507" actId="122"/>
        <pc:sldMkLst>
          <pc:docMk/>
          <pc:sldMk cId="866246212" sldId="401"/>
        </pc:sldMkLst>
        <pc:spChg chg="mod">
          <ac:chgData name="Saeed Samet" userId="cfbf7cda-a3f0-4a18-b58e-e4747a47ab2e" providerId="ADAL" clId="{1DAAA582-D431-51E1-B726-79BB57AE61A7}" dt="2026-06-07T21:21:21.432" v="3507" actId="122"/>
          <ac:spMkLst>
            <pc:docMk/>
            <pc:sldMk cId="866246212" sldId="401"/>
            <ac:spMk id="3" creationId="{74D015CA-B40E-F026-8A7F-3927AEACEECC}"/>
          </ac:spMkLst>
        </pc:spChg>
      </pc:sldChg>
      <pc:sldChg chg="modSp add mod">
        <pc:chgData name="Saeed Samet" userId="cfbf7cda-a3f0-4a18-b58e-e4747a47ab2e" providerId="ADAL" clId="{1DAAA582-D431-51E1-B726-79BB57AE61A7}" dt="2026-06-05T17:10:23.705" v="2923" actId="5793"/>
        <pc:sldMkLst>
          <pc:docMk/>
          <pc:sldMk cId="2120757377" sldId="402"/>
        </pc:sldMkLst>
        <pc:spChg chg="mod">
          <ac:chgData name="Saeed Samet" userId="cfbf7cda-a3f0-4a18-b58e-e4747a47ab2e" providerId="ADAL" clId="{1DAAA582-D431-51E1-B726-79BB57AE61A7}" dt="2026-06-05T17:10:23.705" v="2923" actId="5793"/>
          <ac:spMkLst>
            <pc:docMk/>
            <pc:sldMk cId="2120757377" sldId="402"/>
            <ac:spMk id="3" creationId="{ABB88503-CF4D-BDFC-FB30-D8697CD2FCE4}"/>
          </ac:spMkLst>
        </pc:spChg>
      </pc:sldChg>
      <pc:sldChg chg="addSp delSp modSp add mod">
        <pc:chgData name="Saeed Samet" userId="cfbf7cda-a3f0-4a18-b58e-e4747a47ab2e" providerId="ADAL" clId="{1DAAA582-D431-51E1-B726-79BB57AE61A7}" dt="2026-06-05T21:08:34.061" v="3412" actId="1076"/>
        <pc:sldMkLst>
          <pc:docMk/>
          <pc:sldMk cId="1810791626" sldId="403"/>
        </pc:sldMkLst>
        <pc:picChg chg="add mod">
          <ac:chgData name="Saeed Samet" userId="cfbf7cda-a3f0-4a18-b58e-e4747a47ab2e" providerId="ADAL" clId="{1DAAA582-D431-51E1-B726-79BB57AE61A7}" dt="2026-06-05T21:08:27.110" v="3410" actId="1076"/>
          <ac:picMkLst>
            <pc:docMk/>
            <pc:sldMk cId="1810791626" sldId="403"/>
            <ac:picMk id="8" creationId="{4866FD35-8601-46BC-5DA5-B6217C766A29}"/>
          </ac:picMkLst>
        </pc:picChg>
        <pc:picChg chg="add mod">
          <ac:chgData name="Saeed Samet" userId="cfbf7cda-a3f0-4a18-b58e-e4747a47ab2e" providerId="ADAL" clId="{1DAAA582-D431-51E1-B726-79BB57AE61A7}" dt="2026-06-05T21:08:34.061" v="3412" actId="1076"/>
          <ac:picMkLst>
            <pc:docMk/>
            <pc:sldMk cId="1810791626" sldId="403"/>
            <ac:picMk id="12" creationId="{189B48D1-11AF-D518-2CBA-95E1652A1231}"/>
          </ac:picMkLst>
        </pc:picChg>
        <pc:picChg chg="add mod">
          <ac:chgData name="Saeed Samet" userId="cfbf7cda-a3f0-4a18-b58e-e4747a47ab2e" providerId="ADAL" clId="{1DAAA582-D431-51E1-B726-79BB57AE61A7}" dt="2026-06-05T21:08:30.706" v="3411" actId="1076"/>
          <ac:picMkLst>
            <pc:docMk/>
            <pc:sldMk cId="1810791626" sldId="403"/>
            <ac:picMk id="13" creationId="{5700B49F-322C-B119-9B44-61CACA635F6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5T17:28:54.930" v="3137" actId="1076"/>
        <pc:sldMkLst>
          <pc:docMk/>
          <pc:sldMk cId="1679744288" sldId="405"/>
        </pc:sldMkLst>
        <pc:picChg chg="add mod">
          <ac:chgData name="Saeed Samet" userId="cfbf7cda-a3f0-4a18-b58e-e4747a47ab2e" providerId="ADAL" clId="{1DAAA582-D431-51E1-B726-79BB57AE61A7}" dt="2026-06-05T17:28:52.058" v="3136" actId="1076"/>
          <ac:picMkLst>
            <pc:docMk/>
            <pc:sldMk cId="1679744288" sldId="405"/>
            <ac:picMk id="3" creationId="{56829017-76F2-D308-751F-7CCB77E5FDE2}"/>
          </ac:picMkLst>
        </pc:picChg>
        <pc:picChg chg="add mod">
          <ac:chgData name="Saeed Samet" userId="cfbf7cda-a3f0-4a18-b58e-e4747a47ab2e" providerId="ADAL" clId="{1DAAA582-D431-51E1-B726-79BB57AE61A7}" dt="2026-06-05T17:28:54.930" v="3137" actId="1076"/>
          <ac:picMkLst>
            <pc:docMk/>
            <pc:sldMk cId="1679744288" sldId="405"/>
            <ac:picMk id="8" creationId="{1D541A90-880D-7128-6D66-B932B60F75CB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5T17:41:10.562" v="3342" actId="1035"/>
        <pc:sldMkLst>
          <pc:docMk/>
          <pc:sldMk cId="3671775250" sldId="406"/>
        </pc:sldMkLst>
        <pc:spChg chg="mod">
          <ac:chgData name="Saeed Samet" userId="cfbf7cda-a3f0-4a18-b58e-e4747a47ab2e" providerId="ADAL" clId="{1DAAA582-D431-51E1-B726-79BB57AE61A7}" dt="2026-06-05T17:36:30.330" v="3305"/>
          <ac:spMkLst>
            <pc:docMk/>
            <pc:sldMk cId="3671775250" sldId="406"/>
            <ac:spMk id="7" creationId="{31BA4F9C-1E48-3018-E0C4-0DA3D3EF9F6D}"/>
          </ac:spMkLst>
        </pc:spChg>
        <pc:spChg chg="add mod">
          <ac:chgData name="Saeed Samet" userId="cfbf7cda-a3f0-4a18-b58e-e4747a47ab2e" providerId="ADAL" clId="{1DAAA582-D431-51E1-B726-79BB57AE61A7}" dt="2026-06-05T17:41:10.562" v="3342" actId="1035"/>
          <ac:spMkLst>
            <pc:docMk/>
            <pc:sldMk cId="3671775250" sldId="406"/>
            <ac:spMk id="13" creationId="{6D6B1544-1C6F-6037-48B6-F3F5829A124E}"/>
          </ac:spMkLst>
        </pc:spChg>
        <pc:picChg chg="add mod">
          <ac:chgData name="Saeed Samet" userId="cfbf7cda-a3f0-4a18-b58e-e4747a47ab2e" providerId="ADAL" clId="{1DAAA582-D431-51E1-B726-79BB57AE61A7}" dt="2026-06-05T17:41:03.322" v="3340" actId="1035"/>
          <ac:picMkLst>
            <pc:docMk/>
            <pc:sldMk cId="3671775250" sldId="406"/>
            <ac:picMk id="4" creationId="{85B64091-FAD6-C338-6331-90590CE90B89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05T17:43:01.414" v="3373" actId="14100"/>
        <pc:sldMkLst>
          <pc:docMk/>
          <pc:sldMk cId="3459477490" sldId="407"/>
        </pc:sldMkLst>
        <pc:spChg chg="add mod">
          <ac:chgData name="Saeed Samet" userId="cfbf7cda-a3f0-4a18-b58e-e4747a47ab2e" providerId="ADAL" clId="{1DAAA582-D431-51E1-B726-79BB57AE61A7}" dt="2026-06-05T17:43:01.414" v="3373" actId="14100"/>
          <ac:spMkLst>
            <pc:docMk/>
            <pc:sldMk cId="3459477490" sldId="407"/>
            <ac:spMk id="3" creationId="{8C870741-7A45-5B5B-2F82-AEE2D0FAEB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4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Factory Pattern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600" dirty="0"/>
              <a:t>The Factory Pattern provides an interface for creating objects while allowing subclasses or factory methods to decide which concrete class to instantiate.</a:t>
            </a:r>
          </a:p>
          <a:p>
            <a:pPr marL="57150" indent="0">
              <a:buNone/>
            </a:pPr>
            <a:endParaRPr lang="en-US" sz="2600" dirty="0"/>
          </a:p>
          <a:p>
            <a:r>
              <a:rPr lang="en-US" sz="2600" dirty="0"/>
              <a:t>Instead of creating objects directly using new, object creation is delegated to a factory.</a:t>
            </a:r>
          </a:p>
          <a:p>
            <a:pPr marL="57150" indent="0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b="1" dirty="0"/>
              <a:t>Encapsulating the object creation process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Reducing coupling between clients and concrete classes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816C-E315-D51E-9578-0F634703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Abstract Factory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D5A9C-0027-AB37-1ED5-0A9BB0C6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0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1028-4C7D-9970-52AD-DF5F7BD1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F1149-EF34-6D7E-76AF-D1BA3F18B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dirty="0"/>
              <a:t>Suppose you are developing a document editor that supports:</a:t>
            </a:r>
          </a:p>
          <a:p>
            <a:pPr lvl="1"/>
            <a:r>
              <a:rPr lang="en-CA" sz="2000" dirty="0"/>
              <a:t>PDF documents</a:t>
            </a:r>
          </a:p>
          <a:p>
            <a:pPr lvl="1"/>
            <a:r>
              <a:rPr lang="en-CA" sz="2000" dirty="0"/>
              <a:t>Word documents</a:t>
            </a:r>
          </a:p>
          <a:p>
            <a:pPr lvl="1"/>
            <a:r>
              <a:rPr lang="en-CA" sz="2000" dirty="0"/>
              <a:t>Text documents</a:t>
            </a:r>
          </a:p>
          <a:p>
            <a:pPr marL="457200" lvl="1" indent="0">
              <a:buNone/>
            </a:pPr>
            <a:r>
              <a:rPr lang="en-CA" sz="2000" dirty="0"/>
              <a:t>Without a factory, client code would be something like:</a:t>
            </a:r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r>
              <a:rPr lang="en-CA" sz="2000" dirty="0"/>
              <a:t>Problems:</a:t>
            </a:r>
          </a:p>
          <a:p>
            <a:pPr lvl="1"/>
            <a:r>
              <a:rPr lang="en-CA" sz="2000" dirty="0"/>
              <a:t>Client code knows all concrete classes.</a:t>
            </a:r>
          </a:p>
          <a:p>
            <a:pPr lvl="1"/>
            <a:r>
              <a:rPr lang="en-CA" sz="2000" dirty="0"/>
              <a:t>Adding a new document type requires modifying existing code.</a:t>
            </a:r>
          </a:p>
          <a:p>
            <a:pPr lvl="1"/>
            <a:r>
              <a:rPr lang="en-CA" sz="2000" dirty="0"/>
              <a:t>Object creation logic becomes scattered throughout the system.</a:t>
            </a:r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 algn="ctr">
              <a:buNone/>
            </a:pPr>
            <a:r>
              <a:rPr lang="en-CA" b="1" dirty="0"/>
              <a:t>The Factory Pattern centralizes object creation.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7F358-5AB6-B39A-055C-6B1CD92A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DA15E-5E9F-3778-D50C-99360E36508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E07390-D7BB-CA72-0A7F-F02B3349F9E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9EF98-AE04-A3F3-9FD4-89237E4E7FB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23C20B5A-F158-D681-EB1B-900AFBF4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30E913-5416-86B5-7DCF-6AAEBC9AF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2819400"/>
            <a:ext cx="3175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0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6437-75D2-B43A-AADE-625EB19A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D5F7-1E2C-A80D-BCC9-1D84B096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Encapsulates object creation.</a:t>
            </a:r>
          </a:p>
          <a:p>
            <a:endParaRPr lang="en-US" dirty="0"/>
          </a:p>
          <a:p>
            <a:r>
              <a:rPr lang="en-US" dirty="0"/>
              <a:t>Reduces coupling between client and concrete classes.</a:t>
            </a:r>
          </a:p>
          <a:p>
            <a:endParaRPr lang="en-US" dirty="0"/>
          </a:p>
          <a:p>
            <a:r>
              <a:rPr lang="en-US" dirty="0"/>
              <a:t>Simplifies object instantiation.</a:t>
            </a:r>
          </a:p>
          <a:p>
            <a:endParaRPr lang="en-US" dirty="0"/>
          </a:p>
          <a:p>
            <a:r>
              <a:rPr lang="en-US" dirty="0"/>
              <a:t>Supports Open/Closed Principle.</a:t>
            </a:r>
          </a:p>
          <a:p>
            <a:endParaRPr lang="en-US" dirty="0"/>
          </a:p>
          <a:p>
            <a:r>
              <a:rPr lang="en-US" dirty="0"/>
              <a:t>Makes systems easier to extend.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851E-1F00-6477-C06F-9087652D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9F2C9E-C5FB-212E-C4D4-880AD4E2294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9FA8-599F-72FA-3386-9193EFCB38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4D13A-CAE7-1B43-209D-B85735286B95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CED60FF-82E2-69D7-ADD9-264209309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02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Imagine ordering a drink at a restaurant.</a:t>
            </a:r>
          </a:p>
          <a:p>
            <a:pPr marL="0" indent="0">
              <a:buNone/>
            </a:pPr>
            <a:r>
              <a:rPr lang="en-CA" sz="2800" dirty="0"/>
              <a:t>	You simply say:	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“I would like a coffee.”</a:t>
            </a:r>
            <a:endParaRPr lang="en-CA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800" dirty="0"/>
              <a:t>	You do not know:</a:t>
            </a:r>
          </a:p>
          <a:p>
            <a:pPr lvl="3">
              <a:buFont typeface="Wingdings" pitchFamily="2" charset="2"/>
              <a:buChar char="Ø"/>
            </a:pPr>
            <a:r>
              <a:rPr lang="en-CA" sz="2400" dirty="0"/>
              <a:t>Which machine is used</a:t>
            </a:r>
          </a:p>
          <a:p>
            <a:pPr lvl="3">
              <a:buFont typeface="Wingdings" pitchFamily="2" charset="2"/>
              <a:buChar char="Ø"/>
            </a:pPr>
            <a:r>
              <a:rPr lang="en-CA" sz="2400" dirty="0"/>
              <a:t>How it is prepared</a:t>
            </a:r>
          </a:p>
          <a:p>
            <a:pPr lvl="3">
              <a:buFont typeface="Wingdings" pitchFamily="2" charset="2"/>
              <a:buChar char="Ø"/>
            </a:pPr>
            <a:r>
              <a:rPr lang="en-CA" sz="2400" dirty="0"/>
              <a:t>Which ingredients are selected</a:t>
            </a:r>
          </a:p>
          <a:p>
            <a:endParaRPr lang="en-CA" sz="2800" dirty="0"/>
          </a:p>
          <a:p>
            <a:pPr lvl="1"/>
            <a:r>
              <a:rPr lang="en-CA" sz="2400" dirty="0"/>
              <a:t>The kitchen (factory) creates the appropriate object and returns it.</a:t>
            </a:r>
          </a:p>
          <a:p>
            <a:pPr lvl="1"/>
            <a:endParaRPr lang="en-CA" sz="2400" dirty="0"/>
          </a:p>
          <a:p>
            <a:pPr lvl="1"/>
            <a:r>
              <a:rPr lang="en-CA" sz="2400" dirty="0"/>
              <a:t>The customer interacts with the final product, not the creation process.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97DC5-2E64-354E-CFF7-33A8C46FAD2E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FD24B33-B04F-B0B7-B76C-E864E424B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Main Participants</a:t>
            </a:r>
          </a:p>
          <a:p>
            <a:pPr lvl="1"/>
            <a:r>
              <a:rPr lang="en-CA" b="1" dirty="0"/>
              <a:t>Product</a:t>
            </a:r>
          </a:p>
          <a:p>
            <a:pPr marL="457200" lvl="1" indent="0">
              <a:buNone/>
            </a:pPr>
            <a:r>
              <a:rPr lang="en-CA" dirty="0"/>
              <a:t>	Defines a common interface.</a:t>
            </a:r>
          </a:p>
          <a:p>
            <a:pPr lvl="1"/>
            <a:r>
              <a:rPr lang="en-CA" b="1" dirty="0"/>
              <a:t>Concrete Products</a:t>
            </a:r>
          </a:p>
          <a:p>
            <a:pPr marL="457200" lvl="1" indent="0">
              <a:buNone/>
            </a:pPr>
            <a:r>
              <a:rPr lang="en-CA" dirty="0"/>
              <a:t>	Implement the Product interface.</a:t>
            </a:r>
          </a:p>
          <a:p>
            <a:pPr lvl="1"/>
            <a:r>
              <a:rPr lang="en-CA" b="1" dirty="0"/>
              <a:t>Factory</a:t>
            </a:r>
          </a:p>
          <a:p>
            <a:pPr marL="457200" lvl="1" indent="0">
              <a:buNone/>
            </a:pPr>
            <a:r>
              <a:rPr lang="en-CA" dirty="0"/>
              <a:t>	Creates Product objects.</a:t>
            </a:r>
          </a:p>
          <a:p>
            <a:pPr lvl="1"/>
            <a:r>
              <a:rPr lang="en-CA" b="1" dirty="0"/>
              <a:t>Client</a:t>
            </a:r>
          </a:p>
          <a:p>
            <a:pPr marL="457200" lvl="1" indent="0">
              <a:buNone/>
            </a:pPr>
            <a:r>
              <a:rPr lang="en-CA" dirty="0"/>
              <a:t>	Requests products from the factory.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Factory Pattern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7F832-CAD1-6ABC-9046-A6EAE13A49C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930CD61-B51C-26B4-B560-B801D6A84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UML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157BB-3395-EE0E-6AC4-183124020935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0FD4918-2574-4B0E-9DDA-F3D8216D7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BBB4EC-49BE-DE35-205E-B033933E6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1021572"/>
            <a:ext cx="4191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EEA9-750C-1892-9CFC-04775DCC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12040-872D-1EB6-0502-ED7D8E3F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F2253B-5888-CD97-12AD-CA01C0BFC3D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7B67A7E-17F4-5CB4-E8B5-41E731E1A89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Factory Pattern – Class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68A0F-0A73-3CAE-6B56-49B87F2EB2C5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0E9EF6B9-C697-A167-B01E-DDC8A69DE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2C92C7-0A82-E46E-8EC1-28051328F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866653"/>
            <a:ext cx="7239000" cy="586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8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Suppose an application sends notifications through:</a:t>
            </a:r>
          </a:p>
          <a:p>
            <a:pPr lvl="1"/>
            <a:r>
              <a:rPr lang="en-CA" sz="2400" dirty="0"/>
              <a:t>Email</a:t>
            </a:r>
          </a:p>
          <a:p>
            <a:pPr lvl="1"/>
            <a:r>
              <a:rPr lang="en-CA" sz="2400" dirty="0"/>
              <a:t>SMS</a:t>
            </a:r>
          </a:p>
          <a:p>
            <a:pPr lvl="1"/>
            <a:r>
              <a:rPr lang="en-CA" sz="2400" dirty="0"/>
              <a:t>Push Notification</a:t>
            </a:r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r>
              <a:rPr lang="en-CA" sz="2800" dirty="0"/>
              <a:t>The client should not directly create notification objects. Instead, it asks a factory.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Notification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02D68-0768-6868-3C7B-24F49BD1A3A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A5925374-9FDE-A33F-AA13-93F62A5A7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51A471-EF84-763D-FA48-723D58D12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489364"/>
            <a:ext cx="5702300" cy="373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A17D-6784-2CCE-FE84-A912E4EF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C03C-B8B2-5DDB-1A9D-D6706B69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800" dirty="0"/>
              <a:t>Client requests a notification type</a:t>
            </a:r>
            <a:br>
              <a:rPr lang="en-CA" sz="2800" dirty="0"/>
            </a:b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Factory receives the request</a:t>
            </a:r>
            <a:br>
              <a:rPr lang="en-CA" sz="2800" dirty="0"/>
            </a:b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Factory creates the correct object</a:t>
            </a:r>
            <a:br>
              <a:rPr lang="en-CA" sz="2800" dirty="0"/>
            </a:b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Factory returns Notification</a:t>
            </a:r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Client uses Notification interface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486D5-0279-6BB2-7694-44008A6F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BCAE78-348F-08B8-6009-26B0DC1AC55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7F1F7F-FBAC-38FF-63C5-5FDF017A69E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02796-139D-070D-C14E-BA52DE9DC5B7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F2D11A14-5B9B-2321-0674-54B87FF7A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078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AF555-DE1F-0A7B-0AE6-21D156A01BF5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48588FF-2290-AE3B-0710-64CCEECC5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2F067A-0EDC-99BB-D4E5-7F880C7C6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971" y="817134"/>
            <a:ext cx="3081083" cy="19657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A8675B-DEC1-2BFF-75EC-FDC91B99E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57" y="806248"/>
            <a:ext cx="3682693" cy="2874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08E6CF-6634-1FB2-2BAD-ACE2E8900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3691164"/>
            <a:ext cx="3765346" cy="2962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E0C174-4E51-080A-9876-11B95309CB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57" y="3625710"/>
            <a:ext cx="4582886" cy="302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83CB9-128B-31B6-BDBA-C7825C1F272D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53ED5A2A-222A-2AFE-0CB6-6DAD5BED3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F57A8-8134-ABFD-ED7E-1A9B9A0CE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838906"/>
            <a:ext cx="55372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B193-ED1C-9EFF-7ED5-7CCFFB18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86E3F-CDA7-CAAB-3952-72C8762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C89FD-AE57-B698-2C3D-D5116E5AAB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4E8120-0035-19DB-FF1C-BDCD508C0B9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AC925-6FDE-9C53-7335-692490ABD6BD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5952CA9-6B3A-3640-9D7E-8300B9A6C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E55098-3C60-0970-A011-241452C5E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796706"/>
            <a:ext cx="4812293" cy="6050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3C88F1-812B-D618-145F-7AEE3262F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1600" y="1321732"/>
            <a:ext cx="2895600" cy="177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2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000" b="1" dirty="0"/>
              <a:t>Reduces Coupling</a:t>
            </a:r>
          </a:p>
          <a:p>
            <a:pPr marL="457200" lvl="1" indent="0">
              <a:buNone/>
            </a:pPr>
            <a:r>
              <a:rPr lang="en-CA" sz="1800" dirty="0"/>
              <a:t>The client depends on abstractions rather than concrete classes.</a:t>
            </a:r>
            <a:endParaRPr lang="en-CA" sz="2000" dirty="0"/>
          </a:p>
          <a:p>
            <a:r>
              <a:rPr lang="en-CA" sz="2000" b="1" dirty="0"/>
              <a:t>Centralizes Object Creation</a:t>
            </a:r>
          </a:p>
          <a:p>
            <a:pPr marL="457200" lvl="1" indent="0">
              <a:buNone/>
            </a:pPr>
            <a:r>
              <a:rPr lang="en-CA" sz="1800" dirty="0"/>
              <a:t>Creation logic exists in one place.</a:t>
            </a:r>
            <a:endParaRPr lang="en-CA" sz="2000" dirty="0"/>
          </a:p>
          <a:p>
            <a:r>
              <a:rPr lang="en-CA" sz="2000" b="1" dirty="0"/>
              <a:t>Easier Maintenance</a:t>
            </a:r>
          </a:p>
          <a:p>
            <a:pPr marL="457200" lvl="1" indent="0">
              <a:buNone/>
            </a:pPr>
            <a:r>
              <a:rPr lang="en-CA" sz="1800" dirty="0"/>
              <a:t>Changes to creation logic affect only the factory.</a:t>
            </a:r>
            <a:endParaRPr lang="en-CA" sz="2000" dirty="0"/>
          </a:p>
          <a:p>
            <a:r>
              <a:rPr lang="en-CA" sz="2000" b="1" dirty="0"/>
              <a:t>Supports Open/Closed Principle</a:t>
            </a:r>
          </a:p>
          <a:p>
            <a:pPr marL="457200" lvl="1" indent="0">
              <a:buNone/>
            </a:pPr>
            <a:r>
              <a:rPr lang="en-CA" sz="1800" dirty="0"/>
              <a:t>New product types can be added with minimal impact.</a:t>
            </a:r>
            <a:endParaRPr lang="en-CA" sz="2000" dirty="0"/>
          </a:p>
          <a:p>
            <a:r>
              <a:rPr lang="en-CA" sz="2000" b="1" dirty="0"/>
              <a:t>Improves Readability</a:t>
            </a:r>
          </a:p>
          <a:p>
            <a:pPr marL="457200" lvl="1" indent="0">
              <a:buNone/>
            </a:pPr>
            <a:r>
              <a:rPr lang="en-CA" sz="1800" dirty="0"/>
              <a:t>Instead of: 	</a:t>
            </a:r>
          </a:p>
          <a:p>
            <a:pPr marL="457200" lvl="1" indent="0">
              <a:buNone/>
            </a:pP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new 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EmailNotification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1800" dirty="0"/>
              <a:t>the client uses: </a:t>
            </a:r>
            <a:r>
              <a:rPr lang="en-CA" sz="2000" dirty="0"/>
              <a:t>	</a:t>
            </a:r>
          </a:p>
          <a:p>
            <a:pPr marL="457200" lvl="1" indent="0">
              <a:buNone/>
            </a:pP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NotificationFactory.createNotification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("EMAIL");</a:t>
            </a:r>
          </a:p>
          <a:p>
            <a:r>
              <a:rPr lang="en-CA" sz="2000" b="1" dirty="0"/>
              <a:t>Promotes Reuse</a:t>
            </a:r>
          </a:p>
          <a:p>
            <a:pPr marL="457200" lvl="1" indent="0">
              <a:buNone/>
            </a:pPr>
            <a:r>
              <a:rPr lang="en-CA" sz="1800" dirty="0"/>
              <a:t>The same factory can be used throughout the application.</a:t>
            </a:r>
          </a:p>
          <a:p>
            <a:pPr marL="457200" lvl="1" indent="0">
              <a:buNone/>
            </a:pPr>
            <a:endParaRPr lang="en-CA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5D1D76-A8F9-A944-FC51-E43077FA5CD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8ABA9A87-E32A-55BA-894B-FB1CF18B9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B5E4-6E2A-879E-2DDD-23CF7467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618B-DB95-F242-62BF-44AC5B79C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Additional Classes</a:t>
            </a:r>
          </a:p>
          <a:p>
            <a:pPr lvl="1"/>
            <a:r>
              <a:rPr lang="en-CA" sz="2400" dirty="0"/>
              <a:t>A factory introduces another abstraction layer.</a:t>
            </a:r>
            <a:endParaRPr lang="en-CA" sz="2800" dirty="0"/>
          </a:p>
          <a:p>
            <a:r>
              <a:rPr lang="en-CA" sz="2800" b="1" dirty="0"/>
              <a:t>Factory May Become Large</a:t>
            </a:r>
          </a:p>
          <a:p>
            <a:pPr lvl="1"/>
            <a:r>
              <a:rPr lang="en-CA" sz="2400" dirty="0"/>
              <a:t>As products increase, the factory may accumulate many conditions.</a:t>
            </a:r>
            <a:endParaRPr lang="en-CA" sz="2800" dirty="0"/>
          </a:p>
          <a:p>
            <a:r>
              <a:rPr lang="en-CA" sz="2800" b="1" dirty="0"/>
              <a:t>Simple Cases May Not Need It</a:t>
            </a:r>
          </a:p>
          <a:p>
            <a:pPr lvl="1"/>
            <a:r>
              <a:rPr lang="en-CA" sz="2400" dirty="0"/>
              <a:t>For very small systems, direct instantiation may be simpler.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C24E9-FCF6-501C-D99C-01CBB731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EA2EC7-7BC1-8383-5DCE-CCAAFFA2A2D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0CF647-F073-102C-8990-887FC5B95C3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Disadvantages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7EE60-CF46-ECAE-2884-34C51556E0C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77A5258E-F97D-668B-E549-EB215E64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017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B578-97C5-FF9C-226A-EBD846C1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30149-6319-F085-316E-477E1947A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10000"/>
          </a:bodyPr>
          <a:lstStyle/>
          <a:p>
            <a:r>
              <a:rPr lang="en-CA" sz="2800" b="1" dirty="0"/>
              <a:t>Object Creation Is Complex</a:t>
            </a:r>
          </a:p>
          <a:p>
            <a:pPr lvl="1"/>
            <a:r>
              <a:rPr lang="en-CA" sz="2400" dirty="0"/>
              <a:t>Creation requires logic or configuration.</a:t>
            </a:r>
            <a:endParaRPr lang="en-CA" sz="2800" dirty="0"/>
          </a:p>
          <a:p>
            <a:r>
              <a:rPr lang="en-CA" sz="2800" b="1" dirty="0"/>
              <a:t>Client Should Not Know Concrete Classes</a:t>
            </a:r>
          </a:p>
          <a:p>
            <a:pPr lvl="1"/>
            <a:r>
              <a:rPr lang="en-CA" sz="2400" dirty="0"/>
              <a:t>You want to hide implementation details.</a:t>
            </a:r>
            <a:endParaRPr lang="en-CA" sz="2800" dirty="0"/>
          </a:p>
          <a:p>
            <a:r>
              <a:rPr lang="en-CA" sz="2800" b="1" dirty="0"/>
              <a:t>Many Related Objects Exist</a:t>
            </a:r>
          </a:p>
          <a:p>
            <a:pPr marL="457200" lvl="1" indent="0">
              <a:buNone/>
            </a:pPr>
            <a:r>
              <a:rPr lang="en-CA" sz="2400" dirty="0"/>
              <a:t>Examples:</a:t>
            </a:r>
          </a:p>
          <a:p>
            <a:pPr lvl="1"/>
            <a:r>
              <a:rPr lang="en-CA" sz="2400" dirty="0"/>
              <a:t>Documents</a:t>
            </a:r>
          </a:p>
          <a:p>
            <a:pPr lvl="1"/>
            <a:r>
              <a:rPr lang="en-CA" sz="2400" dirty="0"/>
              <a:t>Notifications</a:t>
            </a:r>
          </a:p>
          <a:p>
            <a:pPr lvl="1"/>
            <a:r>
              <a:rPr lang="en-CA" sz="2400" dirty="0"/>
              <a:t>Database connections</a:t>
            </a:r>
          </a:p>
          <a:p>
            <a:pPr lvl="1"/>
            <a:r>
              <a:rPr lang="en-CA" sz="2400" dirty="0"/>
              <a:t>Payment processors</a:t>
            </a:r>
            <a:endParaRPr lang="en-CA" sz="2800" dirty="0"/>
          </a:p>
          <a:p>
            <a:r>
              <a:rPr lang="en-CA" sz="2800" b="1" dirty="0"/>
              <a:t>New Types Will Be Added Later</a:t>
            </a:r>
          </a:p>
          <a:p>
            <a:pPr lvl="1"/>
            <a:r>
              <a:rPr lang="en-CA" sz="2400" dirty="0"/>
              <a:t>Factories make extensions easier.</a:t>
            </a:r>
            <a:endParaRPr lang="en-CA" sz="2800" dirty="0"/>
          </a:p>
          <a:p>
            <a:r>
              <a:rPr lang="en-CA" sz="2800" b="1" dirty="0"/>
              <a:t>You Want Consistent Creation Logic</a:t>
            </a:r>
          </a:p>
          <a:p>
            <a:pPr lvl="1"/>
            <a:r>
              <a:rPr lang="en-CA" sz="2400" dirty="0"/>
              <a:t>All objects are created through a single mechanism.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54800-688B-A65E-4FCF-D13ACCCA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07ABAC-CBE9-FD3F-D88F-249C87F94A2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2905B4-DDB4-72FD-90A0-21396EBFF36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to Use Factory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84162-69BA-CFED-F892-B3735230BCB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59D7305F-608E-805A-1669-4FDEDE022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540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C866-3804-E73C-41DE-188F5CED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1362B-6CB3-8D77-59E4-C54358692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Factory Pattern encapsulates object creation and moves it out of client code.</a:t>
            </a:r>
          </a:p>
          <a:p>
            <a:pPr marL="457200" lvl="1" indent="0">
              <a:buNone/>
            </a:pPr>
            <a:r>
              <a:rPr lang="en-CA" sz="2400" dirty="0"/>
              <a:t>Instead of saying:</a:t>
            </a:r>
          </a:p>
          <a:p>
            <a:pPr marL="457200" lvl="1" indent="0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new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ConcreteProduct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2400" dirty="0"/>
              <a:t>the client says:</a:t>
            </a:r>
          </a:p>
          <a:p>
            <a:pPr marL="457200" lvl="1" indent="0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factory.createProduct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endParaRPr lang="en-CA" sz="2400" dirty="0"/>
          </a:p>
          <a:p>
            <a:pPr marL="457200" lvl="1" indent="0" algn="ctr">
              <a:buNone/>
            </a:pPr>
            <a:r>
              <a:rPr lang="en-CA" sz="2400" b="1" dirty="0"/>
              <a:t>This reduces coupling, improves extensibility, and makes object creation easier to manage.</a:t>
            </a:r>
          </a:p>
          <a:p>
            <a:pPr marL="457200" lvl="1" indent="0">
              <a:buNone/>
            </a:pPr>
            <a:endParaRPr lang="en-CA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D48AA-2126-93CF-8449-D7342DAA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E25104-1450-4777-2215-F0A7292D5D7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DFD048-2B9E-F5F4-3D77-FDA3DE955D1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Key Insight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041D5-2805-5F8B-B24B-DEEB3AA369E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7B0B7F27-BA10-8CD8-EF27-DA86485DF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68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6483-C9CB-267D-41AE-606219F4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68B4-5B10-BBE5-98E7-8D274362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Factory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EBB29-781F-0624-66AF-59C8E05E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20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2BDF-4FCA-DDBF-9713-BAAD8019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4351-0B14-53D0-D550-51BDA5AB3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</a:t>
            </a:r>
            <a:r>
              <a:rPr lang="en-CA" sz="2800" b="1" dirty="0"/>
              <a:t>Factory Method Pattern</a:t>
            </a:r>
            <a:r>
              <a:rPr lang="en-CA" sz="2800" dirty="0"/>
              <a:t> defines an interface (or abstract method) for creating an object, but lets subclasses decide which concrete class to instantiate.</a:t>
            </a:r>
          </a:p>
          <a:p>
            <a:endParaRPr lang="en-CA" sz="2800" dirty="0"/>
          </a:p>
          <a:p>
            <a:r>
              <a:rPr lang="en-CA" sz="2800" dirty="0"/>
              <a:t>In other words:</a:t>
            </a:r>
          </a:p>
          <a:p>
            <a:pPr marL="0" indent="0">
              <a:buNone/>
            </a:pPr>
            <a:r>
              <a:rPr lang="en-CA" sz="2800" dirty="0"/>
              <a:t>	Object creation is delegated to subclasses.</a:t>
            </a:r>
          </a:p>
          <a:p>
            <a:pPr marL="0" indent="0">
              <a:buNone/>
            </a:pPr>
            <a:endParaRPr lang="en-CA" sz="2800" dirty="0"/>
          </a:p>
          <a:p>
            <a:r>
              <a:rPr lang="en-CA" sz="2800" dirty="0"/>
              <a:t>The Factory Method Pattern allows a class to defer instantiation to its subclasses.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7405E-DFA0-A0AD-7E93-8060683C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83D959-693A-02FE-F670-37359EE9148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5815EF-41A0-7931-74AF-484619EF231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79288-40C7-58EF-38D1-0A6ADA56789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53DF3D6D-9514-7D1D-36ED-3B20481D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904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F3EC-3533-59EF-BA2F-52AA5588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D191-874B-E44B-B9EC-95EB3C7A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dirty="0"/>
              <a:t>Suppose you are developing a Pizza Store application.</a:t>
            </a:r>
          </a:p>
          <a:p>
            <a:pPr marL="457200" lvl="1" indent="0">
              <a:buNone/>
            </a:pPr>
            <a:r>
              <a:rPr lang="en-CA" sz="2000" dirty="0"/>
              <a:t>Initially, you have:</a:t>
            </a:r>
            <a:endParaRPr lang="en-CA" sz="16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r>
              <a:rPr lang="en-CA" sz="2000" dirty="0"/>
              <a:t>Problems:</a:t>
            </a:r>
          </a:p>
          <a:p>
            <a:pPr lvl="1"/>
            <a:r>
              <a:rPr lang="en-CA" sz="2000" dirty="0"/>
              <a:t>Client code depends on concrete pizza classes.</a:t>
            </a:r>
          </a:p>
          <a:p>
            <a:pPr lvl="1"/>
            <a:r>
              <a:rPr lang="en-CA" sz="2000" dirty="0"/>
              <a:t>New pizza types require modifying existing code.</a:t>
            </a:r>
          </a:p>
          <a:p>
            <a:pPr lvl="1"/>
            <a:r>
              <a:rPr lang="en-CA" sz="2000" dirty="0"/>
              <a:t>Different stores (New York, Chicago, California) may create pizzas differently.</a:t>
            </a:r>
          </a:p>
          <a:p>
            <a:pPr marL="457200" lvl="1" indent="0">
              <a:buNone/>
            </a:pPr>
            <a:r>
              <a:rPr lang="en-CA" sz="2000" dirty="0"/>
              <a:t>We want to separate:</a:t>
            </a:r>
          </a:p>
          <a:p>
            <a:pPr lvl="1"/>
            <a:r>
              <a:rPr lang="en-CA" sz="2000" dirty="0"/>
              <a:t>Ordering a pizza</a:t>
            </a:r>
          </a:p>
          <a:p>
            <a:pPr lvl="1"/>
            <a:r>
              <a:rPr lang="en-CA" sz="2000" dirty="0"/>
              <a:t>Creating a pizza</a:t>
            </a:r>
          </a:p>
          <a:p>
            <a:pPr marL="457200" lvl="1" indent="0">
              <a:buNone/>
            </a:pPr>
            <a:r>
              <a:rPr lang="en-CA" sz="2000" dirty="0"/>
              <a:t>Factory Method achieves this separation.</a:t>
            </a: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EFC3D-B9B3-3937-014E-3DCEBD58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2757B-676F-38D7-E387-EDABFFC748D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9469EC-6C78-AD2D-C0E4-3049E3101AF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BA179-94DE-8467-A211-B3F1FB52A71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EB8D419-5F2C-EA2C-287C-74B1F3D65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76BC8-DF9D-CB7C-3865-14AEE70B4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371600"/>
            <a:ext cx="32639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47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E4F0-589E-ABA0-1FB9-31A570CB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61A45-EBB0-3872-A99F-7DBE003D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dirty="0"/>
              <a:t>Encapsulates object creation.</a:t>
            </a:r>
          </a:p>
          <a:p>
            <a:endParaRPr lang="en-CA" dirty="0"/>
          </a:p>
          <a:p>
            <a:r>
              <a:rPr lang="en-CA" dirty="0"/>
              <a:t>Reduces coupling between clients and concrete products.</a:t>
            </a:r>
          </a:p>
          <a:p>
            <a:endParaRPr lang="en-CA" dirty="0"/>
          </a:p>
          <a:p>
            <a:r>
              <a:rPr lang="en-CA" dirty="0"/>
              <a:t>Eliminates large object-creation conditionals.</a:t>
            </a:r>
          </a:p>
          <a:p>
            <a:endParaRPr lang="en-CA" dirty="0"/>
          </a:p>
          <a:p>
            <a:r>
              <a:rPr lang="en-CA" dirty="0"/>
              <a:t>Supports Open-Closed Principle.</a:t>
            </a:r>
          </a:p>
          <a:p>
            <a:endParaRPr lang="en-CA" dirty="0"/>
          </a:p>
          <a:p>
            <a:r>
              <a:rPr lang="en-CA" dirty="0"/>
              <a:t>Allows subclasses to customize object creation.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C209D-70D3-FDDF-00F9-5B2A4AE1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0EB139-A750-0BC5-1ACB-EF01C0D0827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7FD5B1-A5E4-0DDA-C9BA-B840DFAD417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82222-14CE-27BC-27B8-660258BD0C5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FFB62E9-6EA6-4E40-7835-E69D0ECFF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708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E891-8729-065E-5550-41608FA6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EC37-1F8B-857B-DCA2-D6C5CAF47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Pizza Franchise</a:t>
            </a:r>
          </a:p>
          <a:p>
            <a:pPr lvl="1"/>
            <a:r>
              <a:rPr lang="en-CA" sz="2400" dirty="0"/>
              <a:t>Imagine a pizza franchise with stores in different cities.</a:t>
            </a:r>
          </a:p>
          <a:p>
            <a:pPr lvl="1"/>
            <a:r>
              <a:rPr lang="en-CA" sz="2400" dirty="0"/>
              <a:t>A customer orders:</a:t>
            </a:r>
            <a:r>
              <a:rPr lang="fa-IR" sz="2400" dirty="0"/>
              <a:t>	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Cheese Pizza</a:t>
            </a:r>
            <a:endParaRPr lang="fa-I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sz="2400" dirty="0"/>
              <a:t>The ordering process is the same everywhere: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Prepare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Bake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Cut</a:t>
            </a:r>
          </a:p>
          <a:p>
            <a:pPr lvl="2"/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endParaRPr lang="fa-I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sz="2400" dirty="0"/>
              <a:t>However, the actual pizza created depends on the store:</a:t>
            </a:r>
          </a:p>
          <a:p>
            <a:pPr marL="457200" lvl="1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6E565-F50F-CE7F-4CC8-A55568D1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ACC476-DAC0-501B-48C3-54824AC857C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331E0A-D296-DC97-4AD6-93EF5FB8374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D4884-5A62-B927-FD34-82DCB6B8CAB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222A60A-6200-008B-1D92-527ADE354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524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CC1C-D744-F42E-969D-8296CDB2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8503-CF4D-BDFC-FB30-D8697CD2F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Pizza Franchise</a:t>
            </a:r>
          </a:p>
          <a:p>
            <a:pPr lvl="1"/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 York Store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sz="2400" dirty="0">
                <a:latin typeface="+mj-lt"/>
                <a:cs typeface="Courier New" panose="02070309020205020404" pitchFamily="49" charset="0"/>
              </a:rPr>
              <a:t>Creates:</a:t>
            </a:r>
          </a:p>
          <a:p>
            <a:pPr lvl="2"/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NYCheesePizza</a:t>
            </a:r>
            <a:endParaRPr lang="en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NYVeggiePizza</a:t>
            </a:r>
            <a:endParaRPr lang="fa-I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a-I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Chicago Store</a:t>
            </a:r>
          </a:p>
          <a:p>
            <a:pPr marL="457200" lvl="1" indent="0">
              <a:buNone/>
            </a:pPr>
            <a:r>
              <a:rPr lang="en-CA" sz="2400" dirty="0">
                <a:latin typeface="+mj-lt"/>
                <a:cs typeface="Courier New" panose="02070309020205020404" pitchFamily="49" charset="0"/>
              </a:rPr>
              <a:t>Creates:</a:t>
            </a:r>
          </a:p>
          <a:p>
            <a:pPr lvl="2"/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ChicagoCheesePizza</a:t>
            </a:r>
            <a:endParaRPr lang="en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ChicagoVeggiePizza</a:t>
            </a:r>
            <a:endParaRPr lang="fa-I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en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A" sz="2400" dirty="0"/>
              <a:t>The customer interacts with</a:t>
            </a:r>
            <a:r>
              <a:rPr lang="fa-IR" sz="2400" dirty="0"/>
              <a:t>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PizzaStore</a:t>
            </a:r>
            <a:endParaRPr lang="fa-IR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a-IR" sz="2400" dirty="0"/>
              <a:t>	</a:t>
            </a:r>
            <a:r>
              <a:rPr lang="en-CA" sz="2400" dirty="0"/>
              <a:t>but each store decides which pizza objects to create.</a:t>
            </a: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CA" sz="2400" dirty="0"/>
          </a:p>
          <a:p>
            <a:pPr lvl="1"/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3205A-710C-3901-E1E1-F1279E6F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5A0B35-6F14-723B-8B51-BC7EA981B801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19C341-A733-5080-FFA7-06EAA589C47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5C724-285C-B6C0-518C-BA8CE2D75C9D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0E83E52-8E6B-276C-4F6D-E154E3120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757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FBFD-11E8-3926-A269-042DD14A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6F8-D5D0-D5BA-0480-74FAC73D9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Participants</a:t>
            </a:r>
          </a:p>
          <a:p>
            <a:pPr lvl="1"/>
            <a:r>
              <a:rPr lang="en-CA" b="1" dirty="0"/>
              <a:t>Product</a:t>
            </a:r>
          </a:p>
          <a:p>
            <a:pPr marL="457200" lvl="1" indent="0">
              <a:buNone/>
            </a:pPr>
            <a:r>
              <a:rPr lang="en-CA" dirty="0"/>
              <a:t>	Defines the common interface.</a:t>
            </a:r>
          </a:p>
          <a:p>
            <a:pPr lvl="1"/>
            <a:r>
              <a:rPr lang="en-CA" b="1" dirty="0"/>
              <a:t>Concrete Products</a:t>
            </a:r>
          </a:p>
          <a:p>
            <a:pPr marL="457200" lvl="1" indent="0">
              <a:buNone/>
            </a:pPr>
            <a:r>
              <a:rPr lang="en-CA" dirty="0"/>
              <a:t>	Specific implementations of Product.</a:t>
            </a:r>
          </a:p>
          <a:p>
            <a:pPr lvl="1"/>
            <a:r>
              <a:rPr lang="en-CA" b="1" dirty="0"/>
              <a:t>Creator</a:t>
            </a:r>
          </a:p>
          <a:p>
            <a:pPr marL="457200" lvl="1" indent="0">
              <a:buNone/>
            </a:pPr>
            <a:r>
              <a:rPr lang="en-CA" dirty="0"/>
              <a:t>	Declares the Factory Method.</a:t>
            </a:r>
          </a:p>
          <a:p>
            <a:pPr lvl="1"/>
            <a:r>
              <a:rPr lang="en-CA" b="1" dirty="0"/>
              <a:t>Concrete Creators</a:t>
            </a:r>
          </a:p>
          <a:p>
            <a:pPr marL="457200" lvl="1" indent="0">
              <a:buNone/>
            </a:pPr>
            <a:r>
              <a:rPr lang="en-CA" dirty="0"/>
              <a:t>	Override the Factory Method to create specific 	products.</a:t>
            </a:r>
          </a:p>
          <a:p>
            <a:pPr lvl="1"/>
            <a:r>
              <a:rPr lang="en-CA" b="1" dirty="0"/>
              <a:t>Client</a:t>
            </a:r>
          </a:p>
          <a:p>
            <a:pPr marL="457200" lvl="1" indent="0">
              <a:buNone/>
            </a:pPr>
            <a:r>
              <a:rPr lang="en-CA" dirty="0"/>
              <a:t>	Uses the Creator interface.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7AB9E-FCA9-A025-0136-C0B4B87B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4FCFA-B8C8-BABA-9047-BA109A40BA1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551188-ED65-8758-D5BB-592D1B9C56A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Factory </a:t>
            </a:r>
            <a:r>
              <a:rPr lang="en-CA" sz="2800" b="1" dirty="0"/>
              <a:t>Method</a:t>
            </a:r>
            <a:r>
              <a:rPr lang="en-US" sz="2800" b="1" dirty="0"/>
              <a:t> Pattern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B6A47-6BC3-8B98-2EE3-1E792A5ABC4B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CFC22A11-D7B3-1FE4-CECC-8324240D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312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8A1F-6761-4541-7A90-B246D8FE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9C5B4-DC8A-21E2-53A8-600D2B92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F74D1B-9CD8-AB30-5302-78296F040BF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039D79-0A13-6CB3-5D29-EB10B3CD856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Factory Method Pattern – Class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A6299-93C5-178F-59B4-69A7CE7FB32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CA867AF-28DA-6553-0941-C6DB6C286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679A34-1A52-C4A9-0520-9B26F21F9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2" y="1121346"/>
            <a:ext cx="8565136" cy="500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5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6ED9-5EDE-8B05-CA16-664AB2BD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C44B0-2817-1347-A9EE-D146A2F0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F33182-0E98-97FF-AA77-52F752E6755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3FA553-2B7A-9EE7-045E-E76FB476603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UML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24B9C-4965-E456-BB95-DE59643C63A1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34EA02EA-B719-62C7-C658-779CF9515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B6ADB2-C29D-E80C-E44E-26025B415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851477"/>
            <a:ext cx="5588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85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CC21-5BE4-CD3E-63B3-7E5C4E6E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40B28-AE52-8806-6138-33303690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82E8EE-975A-E4D8-774D-C355F5FC2B3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16D7CB-D940-1DFF-FA0D-42013551D38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AA0D4-9783-76E3-30F6-754E34181BA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7CC236E-D5FB-FFBA-F900-43B2C138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E63D9-14F6-113B-10E1-CD1502318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" y="1341196"/>
            <a:ext cx="3570732" cy="41452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B23C55-F4A4-DD4F-8C97-307ED4E88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56" y="851477"/>
            <a:ext cx="4133938" cy="31089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664764-E444-5097-7102-5CCF3B82D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064" y="3887011"/>
            <a:ext cx="4794091" cy="283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24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FA46-A08F-7BD5-383D-A379D7F8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DB9B4-1CC2-3132-CD9C-6D4B60BE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B888D5-0A60-EA8E-E1ED-4466350C36D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582F37-7125-B6F7-8F3F-D692979EB74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553E9-ADD3-E643-842B-B1FE8872155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CDDC54B-6E64-043C-2059-A4A749A5E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66FD35-8601-46BC-5DA5-B6217C766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320013"/>
            <a:ext cx="3670775" cy="34491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9B48D1-11AF-D518-2CBA-95E1652A1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791685"/>
            <a:ext cx="3475741" cy="325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00B49F-322C-B119-9B44-61CACA635F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965286"/>
            <a:ext cx="3890588" cy="289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91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8FA5-20D0-290A-CCA7-6F295E71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155F1-19A4-2CD5-773D-C2ADC5B6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82935F-75E8-E5B9-CB3B-53DF885F1B1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29AE17-0F93-E6A3-7602-996D2418FEE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4C9A5-1B9E-992F-F279-61B0B130E88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895672B-C096-74B3-1619-935001BB6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829017-76F2-D308-751F-7CCB77E5F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2486"/>
            <a:ext cx="4889500" cy="448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41A90-880D-7128-6D66-B932B60F7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1998186"/>
            <a:ext cx="34798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44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821F-5D86-C44C-2471-D170BAC9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1AF1-1F2F-7F35-9D16-EC6F7F3C5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800" dirty="0"/>
              <a:t>Client chooses a </a:t>
            </a:r>
            <a:r>
              <a:rPr lang="en-CA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PizzaStore</a:t>
            </a:r>
            <a:endParaRPr lang="en-CA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CA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Client calls:</a:t>
            </a:r>
          </a:p>
          <a:p>
            <a:pPr marL="40005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orderPizza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 err="1"/>
              <a:t>orderPizza</a:t>
            </a:r>
            <a:r>
              <a:rPr lang="en-CA" sz="2800" dirty="0"/>
              <a:t>() calls:</a:t>
            </a:r>
          </a:p>
          <a:p>
            <a:pPr marL="40005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createPizza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Concrete store overrides</a:t>
            </a:r>
          </a:p>
          <a:p>
            <a:pPr marL="40005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createPizza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CA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Correct pizza object is created</a:t>
            </a:r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Common ordering process executes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9ECFC-3822-1E23-50CC-C7342884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77656C-8C77-F469-52A9-E4FF32A5C25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D55377-7D25-82B7-F975-0A09FF4AF91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065F3-C7FC-50AA-0700-E03D3B6B8AE8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3723B8B-7720-D7F4-F1FA-5D6ECC32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840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DD47-99E5-803F-CCC1-4AA47595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9062-7356-02F1-B013-D4CDAB029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b="1" dirty="0"/>
              <a:t>Reduces Coupling</a:t>
            </a:r>
          </a:p>
          <a:p>
            <a:pPr marL="457200" lvl="1" indent="0">
              <a:buNone/>
            </a:pPr>
            <a:r>
              <a:rPr lang="en-CA" sz="1800" b="1" dirty="0"/>
              <a:t>Clients depend on abstractions rather than concrete classes.</a:t>
            </a:r>
          </a:p>
          <a:p>
            <a:pPr marL="457200" lvl="1" indent="0">
              <a:buNone/>
            </a:pPr>
            <a:endParaRPr lang="en-CA" sz="2400" b="1" dirty="0"/>
          </a:p>
          <a:p>
            <a:r>
              <a:rPr lang="en-CA" sz="2400" b="1" dirty="0"/>
              <a:t>Supports Open-Closed Principle</a:t>
            </a:r>
          </a:p>
          <a:p>
            <a:pPr marL="457200" lvl="1" indent="0">
              <a:buNone/>
            </a:pPr>
            <a:r>
              <a:rPr lang="en-CA" sz="1800" b="1" dirty="0"/>
              <a:t>New products can be added through new subclasses.</a:t>
            </a:r>
          </a:p>
          <a:p>
            <a:pPr marL="457200" lvl="1" indent="0">
              <a:buNone/>
            </a:pPr>
            <a:endParaRPr lang="en-CA" sz="2400" b="1" dirty="0"/>
          </a:p>
          <a:p>
            <a:r>
              <a:rPr lang="en-CA" sz="2400" b="1" dirty="0"/>
              <a:t>Encapsulates Object Creation</a:t>
            </a:r>
          </a:p>
          <a:p>
            <a:pPr marL="457200" lvl="1" indent="0">
              <a:buNone/>
            </a:pPr>
            <a:r>
              <a:rPr lang="en-CA" sz="1800" b="1" dirty="0"/>
              <a:t>Creation logic is isolated from business logic.</a:t>
            </a:r>
          </a:p>
          <a:p>
            <a:pPr marL="457200" lvl="1" indent="0">
              <a:buNone/>
            </a:pPr>
            <a:endParaRPr lang="en-CA" sz="2400" b="1" dirty="0"/>
          </a:p>
          <a:p>
            <a:r>
              <a:rPr lang="en-CA" sz="2400" b="1" dirty="0"/>
              <a:t>Promotes Reuse</a:t>
            </a:r>
          </a:p>
          <a:p>
            <a:pPr marL="457200" lvl="1" indent="0">
              <a:buNone/>
            </a:pPr>
            <a:r>
              <a:rPr lang="en-CA" sz="1800" b="1" dirty="0"/>
              <a:t>The Creator class contains common behavior.</a:t>
            </a:r>
          </a:p>
          <a:p>
            <a:pPr marL="457200" lvl="1" indent="0">
              <a:buNone/>
            </a:pPr>
            <a:r>
              <a:rPr lang="en-CA" sz="1600" dirty="0"/>
              <a:t>Example: 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orderPizza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1600" dirty="0"/>
              <a:t>   is reused by all stores.</a:t>
            </a:r>
          </a:p>
          <a:p>
            <a:pPr marL="457200" lvl="1" indent="0">
              <a:buNone/>
            </a:pPr>
            <a:endParaRPr lang="en-CA" sz="1600" dirty="0"/>
          </a:p>
          <a:p>
            <a:r>
              <a:rPr lang="en-CA" sz="2400" b="1" dirty="0"/>
              <a:t>Uses Polymorphism</a:t>
            </a:r>
          </a:p>
          <a:p>
            <a:pPr marL="457200" lvl="1" indent="0">
              <a:buNone/>
            </a:pPr>
            <a:r>
              <a:rPr lang="en-CA" sz="1800" b="1" dirty="0"/>
              <a:t>Different creators can produce different products.</a:t>
            </a:r>
          </a:p>
          <a:p>
            <a:pPr marL="457200" lvl="1" indent="0">
              <a:buNone/>
            </a:pPr>
            <a:endParaRPr lang="en-CA" sz="1600" dirty="0"/>
          </a:p>
          <a:p>
            <a:pPr marL="457200" lvl="1" indent="0">
              <a:buNone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E7810-9B5B-4D14-6968-9DB5D1EA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4152EA-A6AA-3E4B-5B3D-3A607480E07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A29025-9BFC-EBBF-FD14-B62ED42F93C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4BAB6-1FBC-B1D9-118D-AAAACE5776B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25E59F05-45B1-DAD1-628E-BCEDF7416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540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1530-2C67-67A2-3BE2-ED1B30A5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728A-6C81-9762-9E55-8E15331C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More Classes</a:t>
            </a:r>
          </a:p>
          <a:p>
            <a:pPr marL="457200" lvl="1" indent="0">
              <a:buNone/>
            </a:pPr>
            <a:r>
              <a:rPr lang="en-CA" sz="2400" dirty="0"/>
              <a:t>	Each product type may require a corresponding creator subclass.</a:t>
            </a:r>
            <a:br>
              <a:rPr lang="en-CA" sz="2400" dirty="0"/>
            </a:br>
            <a:endParaRPr lang="en-CA" sz="2400" dirty="0"/>
          </a:p>
          <a:p>
            <a:r>
              <a:rPr lang="en-CA" sz="2800" b="1" dirty="0"/>
              <a:t>Increased Complexity</a:t>
            </a:r>
          </a:p>
          <a:p>
            <a:pPr marL="457200" lvl="1" indent="0">
              <a:buNone/>
            </a:pPr>
            <a:r>
              <a:rPr lang="en-CA" sz="2400" dirty="0"/>
              <a:t>	The inheritance hierarchy may grow large.</a:t>
            </a:r>
          </a:p>
          <a:p>
            <a:pPr marL="457200" lvl="1" indent="0">
              <a:buNone/>
            </a:pPr>
            <a:endParaRPr lang="en-CA" sz="2800" dirty="0"/>
          </a:p>
          <a:p>
            <a:r>
              <a:rPr lang="en-CA" sz="2800" b="1" dirty="0"/>
              <a:t>Harder to Understand Initially</a:t>
            </a:r>
          </a:p>
          <a:p>
            <a:pPr marL="457200" lvl="1" indent="0">
              <a:buNone/>
            </a:pPr>
            <a:r>
              <a:rPr lang="en-CA" sz="2400" dirty="0"/>
              <a:t>	Students often find Factory Method more complex than a Simple 	Factory.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41E7A-6F5D-6361-B5A0-55C90102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493D21-DEA7-E170-F91C-F379F7BC465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FF1AEA-1FA8-D4CD-B378-F24CA4A28CA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Disadvantages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023A6-54EF-2523-41DB-C4DD49385658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6B45C0C-B08E-7490-F833-4487CD5E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87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77BC-6131-916A-7BB5-BB09407A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0FED-A913-356A-473B-141699D2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A class cannot anticipate which objects it must create</a:t>
            </a:r>
          </a:p>
          <a:p>
            <a:endParaRPr lang="en-CA" sz="2800" dirty="0"/>
          </a:p>
          <a:p>
            <a:r>
              <a:rPr lang="en-CA" sz="2800" dirty="0"/>
              <a:t>Subclasses should decide object creation</a:t>
            </a:r>
            <a:endParaRPr lang="en-CA" dirty="0"/>
          </a:p>
          <a:p>
            <a:endParaRPr lang="en-CA" sz="2800" dirty="0"/>
          </a:p>
          <a:p>
            <a:r>
              <a:rPr lang="en-CA" sz="2800" dirty="0"/>
              <a:t>Object creation varies among implementations</a:t>
            </a:r>
          </a:p>
          <a:p>
            <a:endParaRPr lang="en-CA" sz="2800" dirty="0"/>
          </a:p>
          <a:p>
            <a:r>
              <a:rPr lang="en-CA" sz="2800" dirty="0"/>
              <a:t>You want to remove large </a:t>
            </a:r>
            <a:r>
              <a:rPr lang="en-CA" dirty="0"/>
              <a:t>if-else</a:t>
            </a:r>
            <a:r>
              <a:rPr lang="en-CA" sz="2800" dirty="0"/>
              <a:t> creation logic</a:t>
            </a:r>
          </a:p>
          <a:p>
            <a:endParaRPr lang="en-CA" sz="2800" dirty="0"/>
          </a:p>
          <a:p>
            <a:r>
              <a:rPr lang="en-CA" sz="2800" dirty="0"/>
              <a:t>You need a framework that allows customization through inheritance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1A0BC-5857-563B-3609-49BDD9C7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5026B7-B097-BB7B-CF4C-CAF1BC0513B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D9ED38-9F01-CB15-B7F7-9F4087749FC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to Use Factory Method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A8E4D-86F3-3589-84D7-E6C51CB19BD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0832CD6-1414-A98E-F25F-559C3DECA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61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0C7F-2C6D-E706-A491-2F3FFBFE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15CA-B40E-F026-8A7F-3927AEACE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Factory Method Pattern says:</a:t>
            </a:r>
          </a:p>
          <a:p>
            <a:pPr marL="0" indent="0">
              <a:buNone/>
            </a:pPr>
            <a:endParaRPr lang="en-CA" sz="2800" dirty="0"/>
          </a:p>
          <a:p>
            <a:pPr marL="0" indent="0" algn="ctr">
              <a:buNone/>
            </a:pPr>
            <a:r>
              <a:rPr lang="en-CA" sz="2400" dirty="0"/>
              <a:t>“</a:t>
            </a:r>
            <a:r>
              <a:rPr lang="en-CA" b="1" dirty="0"/>
              <a:t>Let subclasses decide what object to create.</a:t>
            </a:r>
            <a:r>
              <a:rPr lang="en-CA" sz="2400" dirty="0"/>
              <a:t>”</a:t>
            </a:r>
          </a:p>
          <a:p>
            <a:pPr marL="0" indent="0">
              <a:buNone/>
            </a:pPr>
            <a:endParaRPr lang="en-CA" sz="2800" dirty="0"/>
          </a:p>
          <a:p>
            <a:r>
              <a:rPr lang="en-CA" sz="2800" dirty="0"/>
              <a:t>The Creator defines </a:t>
            </a:r>
            <a:r>
              <a:rPr lang="en-CA" sz="2800" b="1" dirty="0"/>
              <a:t>when</a:t>
            </a:r>
            <a:r>
              <a:rPr lang="en-CA" sz="2800" dirty="0"/>
              <a:t> an object is created, while subclasses define </a:t>
            </a:r>
            <a:r>
              <a:rPr lang="en-CA" sz="2800" b="1" dirty="0"/>
              <a:t>which</a:t>
            </a:r>
            <a:r>
              <a:rPr lang="en-CA" sz="2800" dirty="0"/>
              <a:t> object is created.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E958E-F90A-300E-B2B1-9C2E109D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FBAD37-ECB8-CB14-7A77-9F26D757FFB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2F1BF9-7D97-FB5A-1813-C3EF38BA11B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Key Insight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09720-5F7C-2B7F-08BC-E179E4C56CB2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9BC28B1-A8E1-CF86-CF0D-D8AE50F2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24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4522-8832-99DF-ADA8-E6A2E995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AB529-F3B5-3D52-828F-8116F71A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73482-69FB-D977-AB4E-5D151E33733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BA4F9C-1E48-3018-E0C4-0DA3D3EF9F6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Factory Method vs Abstract Factory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F1418-3E65-33A0-A3AD-F07803A9590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6113ECB-9D8A-69FC-BD3F-4E2974870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B64091-FAD6-C338-6331-90590CE90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6" y="1066800"/>
            <a:ext cx="8905908" cy="3200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6B1544-1C6F-6037-48B6-F3F5829A124E}"/>
              </a:ext>
            </a:extLst>
          </p:cNvPr>
          <p:cNvSpPr txBox="1"/>
          <p:nvPr/>
        </p:nvSpPr>
        <p:spPr>
          <a:xfrm>
            <a:off x="119046" y="4419600"/>
            <a:ext cx="80343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b="1" dirty="0"/>
              <a:t>Simple Memory Trick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CA" sz="2400" b="1" dirty="0"/>
              <a:t>Factory Method</a:t>
            </a:r>
          </a:p>
          <a:p>
            <a:pPr>
              <a:buNone/>
            </a:pPr>
            <a:r>
              <a:rPr lang="en-CA" sz="2400" dirty="0"/>
              <a:t>	One method creates one product.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CA" sz="2400" b="1" dirty="0"/>
              <a:t>Abstract Factory</a:t>
            </a:r>
          </a:p>
          <a:p>
            <a:r>
              <a:rPr lang="en-CA" sz="2400" dirty="0"/>
              <a:t>	One factory creates many related products.</a:t>
            </a:r>
          </a:p>
          <a:p>
            <a:pPr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71775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9EB3-F3F7-06A2-D8C2-AA6ED0CA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0D702-FEDB-265B-E941-B145AA49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E8E37A-1ACE-0980-7B4F-83ADF2BBD76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4767C7-26A4-2E13-9751-01927887D2C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Factory Method vs Abstract Factory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702F3-7814-6434-9E52-375BA98C97C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5170D41-4948-06E9-CA4D-41C0B55CA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70741-7A45-5B5B-2F82-AEE2D0FAEB28}"/>
              </a:ext>
            </a:extLst>
          </p:cNvPr>
          <p:cNvSpPr txBox="1"/>
          <p:nvPr/>
        </p:nvSpPr>
        <p:spPr>
          <a:xfrm>
            <a:off x="76200" y="1264891"/>
            <a:ext cx="899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Factory Method focuses on </a:t>
            </a:r>
          </a:p>
          <a:p>
            <a:endParaRPr lang="en-CA" sz="24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CA" sz="2400" b="1" dirty="0"/>
              <a:t>	creating a product through inheritance</a:t>
            </a:r>
          </a:p>
          <a:p>
            <a:pPr>
              <a:buNone/>
            </a:pPr>
            <a:endParaRPr lang="en-CA" sz="2400" b="1" dirty="0"/>
          </a:p>
          <a:p>
            <a:pPr indent="268288">
              <a:buNone/>
            </a:pPr>
            <a:r>
              <a:rPr lang="en-CA" sz="2400" dirty="0"/>
              <a:t>whereas </a:t>
            </a:r>
          </a:p>
          <a:p>
            <a:pPr>
              <a:buNone/>
            </a:pPr>
            <a:endParaRPr lang="en-C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Abstract Factory focuses on </a:t>
            </a:r>
          </a:p>
          <a:p>
            <a:pPr>
              <a:buNone/>
            </a:pPr>
            <a:r>
              <a:rPr lang="en-CA" sz="2400" b="1" dirty="0"/>
              <a:t>	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CA" sz="2400" b="1" dirty="0"/>
              <a:t>creating families of related products through composition</a:t>
            </a:r>
            <a:r>
              <a:rPr lang="en-CA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47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21005</TotalTime>
  <Words>1395</Words>
  <Application>Microsoft Macintosh PowerPoint</Application>
  <PresentationFormat>On-screen Show (4:3)</PresentationFormat>
  <Paragraphs>351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Courier New</vt:lpstr>
      <vt:lpstr>Times New Roman</vt:lpstr>
      <vt:lpstr>Wingdings</vt:lpstr>
      <vt:lpstr>Office Theme</vt:lpstr>
      <vt:lpstr>Object-Oriented Software Analysis &amp; Design (COMP-3220)  Lecture 4  Factory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3399</cp:revision>
  <dcterms:created xsi:type="dcterms:W3CDTF">2006-08-16T00:00:00Z</dcterms:created>
  <dcterms:modified xsi:type="dcterms:W3CDTF">2026-06-07T21:21:34Z</dcterms:modified>
</cp:coreProperties>
</file>