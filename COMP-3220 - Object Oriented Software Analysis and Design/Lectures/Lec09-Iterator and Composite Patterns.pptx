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379" r:id="rId3"/>
    <p:sldId id="361" r:id="rId4"/>
    <p:sldId id="375" r:id="rId5"/>
    <p:sldId id="363" r:id="rId6"/>
    <p:sldId id="364" r:id="rId7"/>
    <p:sldId id="367" r:id="rId8"/>
    <p:sldId id="368" r:id="rId9"/>
    <p:sldId id="380" r:id="rId10"/>
    <p:sldId id="369" r:id="rId11"/>
    <p:sldId id="370" r:id="rId12"/>
    <p:sldId id="374" r:id="rId13"/>
    <p:sldId id="395" r:id="rId14"/>
    <p:sldId id="381" r:id="rId15"/>
    <p:sldId id="382" r:id="rId16"/>
    <p:sldId id="383" r:id="rId17"/>
    <p:sldId id="396" r:id="rId18"/>
    <p:sldId id="384" r:id="rId19"/>
    <p:sldId id="385" r:id="rId20"/>
    <p:sldId id="386" r:id="rId21"/>
    <p:sldId id="387" r:id="rId22"/>
    <p:sldId id="388" r:id="rId23"/>
    <p:sldId id="389" r:id="rId24"/>
    <p:sldId id="390" r:id="rId25"/>
    <p:sldId id="391" r:id="rId26"/>
    <p:sldId id="393" r:id="rId27"/>
    <p:sldId id="392" r:id="rId28"/>
    <p:sldId id="397" r:id="rId29"/>
    <p:sldId id="39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008000"/>
    <a:srgbClr val="D60093"/>
    <a:srgbClr val="FF3399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55AB2B-85A2-DE4D-9266-CB5209BA2786}" v="31" dt="2026-06-24T15:01:08.8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7" autoAdjust="0"/>
    <p:restoredTop sz="96301" autoAdjust="0"/>
  </p:normalViewPr>
  <p:slideViewPr>
    <p:cSldViewPr>
      <p:cViewPr varScale="1">
        <p:scale>
          <a:sx n="118" d="100"/>
          <a:sy n="118" d="100"/>
        </p:scale>
        <p:origin x="2032" y="19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eed Samet" userId="cfbf7cda-a3f0-4a18-b58e-e4747a47ab2e" providerId="ADAL" clId="{1DAAA582-D431-51E1-B726-79BB57AE61A7}"/>
    <pc:docChg chg="undo custSel addSld delSld modSld sldOrd">
      <pc:chgData name="Saeed Samet" userId="cfbf7cda-a3f0-4a18-b58e-e4747a47ab2e" providerId="ADAL" clId="{1DAAA582-D431-51E1-B726-79BB57AE61A7}" dt="2026-06-24T15:01:09.520" v="3117" actId="478"/>
      <pc:docMkLst>
        <pc:docMk/>
      </pc:docMkLst>
      <pc:sldChg chg="modSp mod">
        <pc:chgData name="Saeed Samet" userId="cfbf7cda-a3f0-4a18-b58e-e4747a47ab2e" providerId="ADAL" clId="{1DAAA582-D431-51E1-B726-79BB57AE61A7}" dt="2026-05-28T20:39:33.888" v="2258" actId="20577"/>
        <pc:sldMkLst>
          <pc:docMk/>
          <pc:sldMk cId="2931880077" sldId="256"/>
        </pc:sldMkLst>
        <pc:spChg chg="mod">
          <ac:chgData name="Saeed Samet" userId="cfbf7cda-a3f0-4a18-b58e-e4747a47ab2e" providerId="ADAL" clId="{1DAAA582-D431-51E1-B726-79BB57AE61A7}" dt="2026-05-28T20:39:33.888" v="2258" actId="20577"/>
          <ac:spMkLst>
            <pc:docMk/>
            <pc:sldMk cId="2931880077" sldId="256"/>
            <ac:spMk id="2" creationId="{00000000-0000-0000-0000-000000000000}"/>
          </ac:spMkLst>
        </pc:spChg>
      </pc:sldChg>
      <pc:sldChg chg="delSp modSp mod">
        <pc:chgData name="Saeed Samet" userId="cfbf7cda-a3f0-4a18-b58e-e4747a47ab2e" providerId="ADAL" clId="{1DAAA582-D431-51E1-B726-79BB57AE61A7}" dt="2026-06-24T15:00:22.960" v="3069" actId="478"/>
        <pc:sldMkLst>
          <pc:docMk/>
          <pc:sldMk cId="223137185" sldId="361"/>
        </pc:sldMkLst>
        <pc:spChg chg="mod">
          <ac:chgData name="Saeed Samet" userId="cfbf7cda-a3f0-4a18-b58e-e4747a47ab2e" providerId="ADAL" clId="{1DAAA582-D431-51E1-B726-79BB57AE61A7}" dt="2026-06-16T17:46:56.963" v="2940" actId="5793"/>
          <ac:spMkLst>
            <pc:docMk/>
            <pc:sldMk cId="223137185" sldId="361"/>
            <ac:spMk id="3" creationId="{00000000-0000-0000-0000-000000000000}"/>
          </ac:spMkLst>
        </pc:spChg>
        <pc:spChg chg="mod">
          <ac:chgData name="Saeed Samet" userId="cfbf7cda-a3f0-4a18-b58e-e4747a47ab2e" providerId="ADAL" clId="{1DAAA582-D431-51E1-B726-79BB57AE61A7}" dt="2026-05-28T13:38:10.109" v="1005" actId="20577"/>
          <ac:spMkLst>
            <pc:docMk/>
            <pc:sldMk cId="223137185" sldId="361"/>
            <ac:spMk id="7" creationId="{00000000-0000-0000-0000-000000000000}"/>
          </ac:spMkLst>
        </pc:spChg>
        <pc:spChg chg="del">
          <ac:chgData name="Saeed Samet" userId="cfbf7cda-a3f0-4a18-b58e-e4747a47ab2e" providerId="ADAL" clId="{1DAAA582-D431-51E1-B726-79BB57AE61A7}" dt="2026-06-24T15:00:22.960" v="3069" actId="478"/>
          <ac:spMkLst>
            <pc:docMk/>
            <pc:sldMk cId="223137185" sldId="361"/>
            <ac:spMk id="10" creationId="{00000000-0000-0000-0000-000000000000}"/>
          </ac:spMkLst>
        </pc:spChg>
        <pc:picChg chg="del">
          <ac:chgData name="Saeed Samet" userId="cfbf7cda-a3f0-4a18-b58e-e4747a47ab2e" providerId="ADAL" clId="{1DAAA582-D431-51E1-B726-79BB57AE61A7}" dt="2026-06-24T15:00:21.245" v="3068" actId="478"/>
          <ac:picMkLst>
            <pc:docMk/>
            <pc:sldMk cId="223137185" sldId="361"/>
            <ac:picMk id="11" creationId="{00000000-0000-0000-0000-000000000000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5:00:27.688" v="3073" actId="478"/>
        <pc:sldMkLst>
          <pc:docMk/>
          <pc:sldMk cId="3523902345" sldId="363"/>
        </pc:sldMkLst>
        <pc:spChg chg="mod">
          <ac:chgData name="Saeed Samet" userId="cfbf7cda-a3f0-4a18-b58e-e4747a47ab2e" providerId="ADAL" clId="{1DAAA582-D431-51E1-B726-79BB57AE61A7}" dt="2026-05-28T21:22:53.282" v="2401" actId="20577"/>
          <ac:spMkLst>
            <pc:docMk/>
            <pc:sldMk cId="3523902345" sldId="363"/>
            <ac:spMk id="3" creationId="{398B1035-79A4-E7F6-A4A7-BADCC9EC7350}"/>
          </ac:spMkLst>
        </pc:spChg>
        <pc:spChg chg="mod">
          <ac:chgData name="Saeed Samet" userId="cfbf7cda-a3f0-4a18-b58e-e4747a47ab2e" providerId="ADAL" clId="{1DAAA582-D431-51E1-B726-79BB57AE61A7}" dt="2026-05-28T13:46:43.105" v="1046" actId="20577"/>
          <ac:spMkLst>
            <pc:docMk/>
            <pc:sldMk cId="3523902345" sldId="363"/>
            <ac:spMk id="7" creationId="{97D5F917-FD4B-24E0-7F47-D662932DE941}"/>
          </ac:spMkLst>
        </pc:spChg>
        <pc:spChg chg="del">
          <ac:chgData name="Saeed Samet" userId="cfbf7cda-a3f0-4a18-b58e-e4747a47ab2e" providerId="ADAL" clId="{1DAAA582-D431-51E1-B726-79BB57AE61A7}" dt="2026-06-24T15:00:27.688" v="3073" actId="478"/>
          <ac:spMkLst>
            <pc:docMk/>
            <pc:sldMk cId="3523902345" sldId="363"/>
            <ac:spMk id="10" creationId="{08797DC5-2E64-354E-CFF7-33A8C46FAD2E}"/>
          </ac:spMkLst>
        </pc:spChg>
        <pc:picChg chg="del">
          <ac:chgData name="Saeed Samet" userId="cfbf7cda-a3f0-4a18-b58e-e4747a47ab2e" providerId="ADAL" clId="{1DAAA582-D431-51E1-B726-79BB57AE61A7}" dt="2026-06-24T15:00:26.895" v="3072" actId="478"/>
          <ac:picMkLst>
            <pc:docMk/>
            <pc:sldMk cId="3523902345" sldId="363"/>
            <ac:picMk id="11" creationId="{3FD24B33-B04F-B0B7-B76C-E864E424B352}"/>
          </ac:picMkLst>
        </pc:picChg>
      </pc:sldChg>
      <pc:sldChg chg="delSp modSp add mod">
        <pc:chgData name="Saeed Samet" userId="cfbf7cda-a3f0-4a18-b58e-e4747a47ab2e" providerId="ADAL" clId="{1DAAA582-D431-51E1-B726-79BB57AE61A7}" dt="2026-06-24T15:00:29.581" v="3075" actId="478"/>
        <pc:sldMkLst>
          <pc:docMk/>
          <pc:sldMk cId="2019240581" sldId="364"/>
        </pc:sldMkLst>
        <pc:spChg chg="mod">
          <ac:chgData name="Saeed Samet" userId="cfbf7cda-a3f0-4a18-b58e-e4747a47ab2e" providerId="ADAL" clId="{1DAAA582-D431-51E1-B726-79BB57AE61A7}" dt="2026-05-29T18:58:13.992" v="2468" actId="108"/>
          <ac:spMkLst>
            <pc:docMk/>
            <pc:sldMk cId="2019240581" sldId="364"/>
            <ac:spMk id="3" creationId="{E40DB969-3BD8-1B13-7CAD-6247AF08E327}"/>
          </ac:spMkLst>
        </pc:spChg>
        <pc:spChg chg="mod">
          <ac:chgData name="Saeed Samet" userId="cfbf7cda-a3f0-4a18-b58e-e4747a47ab2e" providerId="ADAL" clId="{1DAAA582-D431-51E1-B726-79BB57AE61A7}" dt="2026-05-28T21:23:33.716" v="2410" actId="20577"/>
          <ac:spMkLst>
            <pc:docMk/>
            <pc:sldMk cId="2019240581" sldId="364"/>
            <ac:spMk id="7" creationId="{2FE63138-B97F-4D64-A2BD-3C77DDAB0972}"/>
          </ac:spMkLst>
        </pc:spChg>
        <pc:spChg chg="del">
          <ac:chgData name="Saeed Samet" userId="cfbf7cda-a3f0-4a18-b58e-e4747a47ab2e" providerId="ADAL" clId="{1DAAA582-D431-51E1-B726-79BB57AE61A7}" dt="2026-06-24T15:00:29.581" v="3075" actId="478"/>
          <ac:spMkLst>
            <pc:docMk/>
            <pc:sldMk cId="2019240581" sldId="364"/>
            <ac:spMk id="10" creationId="{9737F832-CAD1-6ABC-9046-A6EAE13A49C4}"/>
          </ac:spMkLst>
        </pc:spChg>
        <pc:picChg chg="del">
          <ac:chgData name="Saeed Samet" userId="cfbf7cda-a3f0-4a18-b58e-e4747a47ab2e" providerId="ADAL" clId="{1DAAA582-D431-51E1-B726-79BB57AE61A7}" dt="2026-06-24T15:00:28.922" v="3074" actId="478"/>
          <ac:picMkLst>
            <pc:docMk/>
            <pc:sldMk cId="2019240581" sldId="364"/>
            <ac:picMk id="11" creationId="{1930CD61-B51C-26B4-B560-B801D6A84D2E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5:00:31.386" v="3077" actId="478"/>
        <pc:sldMkLst>
          <pc:docMk/>
          <pc:sldMk cId="1641611093" sldId="367"/>
        </pc:sldMkLst>
        <pc:spChg chg="mod">
          <ac:chgData name="Saeed Samet" userId="cfbf7cda-a3f0-4a18-b58e-e4747a47ab2e" providerId="ADAL" clId="{1DAAA582-D431-51E1-B726-79BB57AE61A7}" dt="2026-05-29T19:01:35.339" v="2483" actId="20577"/>
          <ac:spMkLst>
            <pc:docMk/>
            <pc:sldMk cId="1641611093" sldId="367"/>
            <ac:spMk id="7" creationId="{9A27B9D0-9FA8-4ABF-1160-8EFDB276BC95}"/>
          </ac:spMkLst>
        </pc:spChg>
        <pc:spChg chg="del">
          <ac:chgData name="Saeed Samet" userId="cfbf7cda-a3f0-4a18-b58e-e4747a47ab2e" providerId="ADAL" clId="{1DAAA582-D431-51E1-B726-79BB57AE61A7}" dt="2026-06-24T15:00:31.386" v="3077" actId="478"/>
          <ac:spMkLst>
            <pc:docMk/>
            <pc:sldMk cId="1641611093" sldId="367"/>
            <ac:spMk id="10" creationId="{409157BB-3395-EE0E-6AC4-183124020935}"/>
          </ac:spMkLst>
        </pc:spChg>
        <pc:picChg chg="add mod">
          <ac:chgData name="Saeed Samet" userId="cfbf7cda-a3f0-4a18-b58e-e4747a47ab2e" providerId="ADAL" clId="{1DAAA582-D431-51E1-B726-79BB57AE61A7}" dt="2026-05-29T19:01:22.154" v="2474" actId="1076"/>
          <ac:picMkLst>
            <pc:docMk/>
            <pc:sldMk cId="1641611093" sldId="367"/>
            <ac:picMk id="4" creationId="{43922BAA-0C8A-D1E5-BEAD-3919E1001A9D}"/>
          </ac:picMkLst>
        </pc:picChg>
        <pc:picChg chg="del">
          <ac:chgData name="Saeed Samet" userId="cfbf7cda-a3f0-4a18-b58e-e4747a47ab2e" providerId="ADAL" clId="{1DAAA582-D431-51E1-B726-79BB57AE61A7}" dt="2026-06-24T15:00:30.724" v="3076" actId="478"/>
          <ac:picMkLst>
            <pc:docMk/>
            <pc:sldMk cId="1641611093" sldId="367"/>
            <ac:picMk id="11" creationId="{B0FD4918-2574-4B0E-9DDA-F3D8216D7CB8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5:00:33.250" v="3079" actId="478"/>
        <pc:sldMkLst>
          <pc:docMk/>
          <pc:sldMk cId="238699324" sldId="368"/>
        </pc:sldMkLst>
        <pc:spChg chg="mod">
          <ac:chgData name="Saeed Samet" userId="cfbf7cda-a3f0-4a18-b58e-e4747a47ab2e" providerId="ADAL" clId="{1DAAA582-D431-51E1-B726-79BB57AE61A7}" dt="2026-05-29T19:04:46.256" v="2497" actId="20577"/>
          <ac:spMkLst>
            <pc:docMk/>
            <pc:sldMk cId="238699324" sldId="368"/>
            <ac:spMk id="3" creationId="{B4A24AD4-85F6-43B5-1CB7-0E68D9E9CB30}"/>
          </ac:spMkLst>
        </pc:spChg>
        <pc:spChg chg="mod">
          <ac:chgData name="Saeed Samet" userId="cfbf7cda-a3f0-4a18-b58e-e4747a47ab2e" providerId="ADAL" clId="{1DAAA582-D431-51E1-B726-79BB57AE61A7}" dt="2026-05-29T19:03:35.350" v="2485"/>
          <ac:spMkLst>
            <pc:docMk/>
            <pc:sldMk cId="238699324" sldId="368"/>
            <ac:spMk id="7" creationId="{E0A94BE3-1EF7-A6E3-4CF5-96D725E28AA3}"/>
          </ac:spMkLst>
        </pc:spChg>
        <pc:spChg chg="del">
          <ac:chgData name="Saeed Samet" userId="cfbf7cda-a3f0-4a18-b58e-e4747a47ab2e" providerId="ADAL" clId="{1DAAA582-D431-51E1-B726-79BB57AE61A7}" dt="2026-06-24T15:00:33.250" v="3079" actId="478"/>
          <ac:spMkLst>
            <pc:docMk/>
            <pc:sldMk cId="238699324" sldId="368"/>
            <ac:spMk id="10" creationId="{ECB02D68-0768-6868-3C7B-24F49BD1A3A4}"/>
          </ac:spMkLst>
        </pc:spChg>
        <pc:picChg chg="add mod">
          <ac:chgData name="Saeed Samet" userId="cfbf7cda-a3f0-4a18-b58e-e4747a47ab2e" providerId="ADAL" clId="{1DAAA582-D431-51E1-B726-79BB57AE61A7}" dt="2026-05-29T19:04:29.087" v="2491" actId="1076"/>
          <ac:picMkLst>
            <pc:docMk/>
            <pc:sldMk cId="238699324" sldId="368"/>
            <ac:picMk id="5" creationId="{1B5BED90-0335-C952-3244-22BA0EB02C21}"/>
          </ac:picMkLst>
        </pc:picChg>
        <pc:picChg chg="del">
          <ac:chgData name="Saeed Samet" userId="cfbf7cda-a3f0-4a18-b58e-e4747a47ab2e" providerId="ADAL" clId="{1DAAA582-D431-51E1-B726-79BB57AE61A7}" dt="2026-06-24T15:00:32.574" v="3078" actId="478"/>
          <ac:picMkLst>
            <pc:docMk/>
            <pc:sldMk cId="238699324" sldId="368"/>
            <ac:picMk id="11" creationId="{A5925374-9FDE-A33F-AA13-93F62A5A73ED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5:00:36.883" v="3083" actId="478"/>
        <pc:sldMkLst>
          <pc:docMk/>
          <pc:sldMk cId="1918700562" sldId="369"/>
        </pc:sldMkLst>
        <pc:spChg chg="mod">
          <ac:chgData name="Saeed Samet" userId="cfbf7cda-a3f0-4a18-b58e-e4747a47ab2e" providerId="ADAL" clId="{1DAAA582-D431-51E1-B726-79BB57AE61A7}" dt="2026-05-28T14:16:49.988" v="1241" actId="20577"/>
          <ac:spMkLst>
            <pc:docMk/>
            <pc:sldMk cId="1918700562" sldId="369"/>
            <ac:spMk id="7" creationId="{C90F6715-0F24-B36A-FFD0-883114BE6B75}"/>
          </ac:spMkLst>
        </pc:spChg>
        <pc:spChg chg="del">
          <ac:chgData name="Saeed Samet" userId="cfbf7cda-a3f0-4a18-b58e-e4747a47ab2e" providerId="ADAL" clId="{1DAAA582-D431-51E1-B726-79BB57AE61A7}" dt="2026-06-24T15:00:36.883" v="3083" actId="478"/>
          <ac:spMkLst>
            <pc:docMk/>
            <pc:sldMk cId="1918700562" sldId="369"/>
            <ac:spMk id="10" creationId="{419AF555-DE1F-0A7B-0AE6-21D156A01BF5}"/>
          </ac:spMkLst>
        </pc:spChg>
        <pc:picChg chg="add mod">
          <ac:chgData name="Saeed Samet" userId="cfbf7cda-a3f0-4a18-b58e-e4747a47ab2e" providerId="ADAL" clId="{1DAAA582-D431-51E1-B726-79BB57AE61A7}" dt="2026-05-29T19:08:50.359" v="2520" actId="14100"/>
          <ac:picMkLst>
            <pc:docMk/>
            <pc:sldMk cId="1918700562" sldId="369"/>
            <ac:picMk id="3" creationId="{0A1E6C9D-3DEB-CB79-BEFA-4C3AD5272A69}"/>
          </ac:picMkLst>
        </pc:picChg>
        <pc:picChg chg="add mod">
          <ac:chgData name="Saeed Samet" userId="cfbf7cda-a3f0-4a18-b58e-e4747a47ab2e" providerId="ADAL" clId="{1DAAA582-D431-51E1-B726-79BB57AE61A7}" dt="2026-05-29T19:09:11.243" v="2524" actId="14100"/>
          <ac:picMkLst>
            <pc:docMk/>
            <pc:sldMk cId="1918700562" sldId="369"/>
            <ac:picMk id="8" creationId="{057C4B72-B9D0-EB2D-0071-697D6718B781}"/>
          </ac:picMkLst>
        </pc:picChg>
        <pc:picChg chg="del">
          <ac:chgData name="Saeed Samet" userId="cfbf7cda-a3f0-4a18-b58e-e4747a47ab2e" providerId="ADAL" clId="{1DAAA582-D431-51E1-B726-79BB57AE61A7}" dt="2026-06-24T15:00:36.274" v="3082" actId="478"/>
          <ac:picMkLst>
            <pc:docMk/>
            <pc:sldMk cId="1918700562" sldId="369"/>
            <ac:picMk id="11" creationId="{348588FF-2290-AE3B-0710-64CCEECC5B99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5:00:38.592" v="3085" actId="478"/>
        <pc:sldMkLst>
          <pc:docMk/>
          <pc:sldMk cId="4236709627" sldId="370"/>
        </pc:sldMkLst>
        <pc:spChg chg="del">
          <ac:chgData name="Saeed Samet" userId="cfbf7cda-a3f0-4a18-b58e-e4747a47ab2e" providerId="ADAL" clId="{1DAAA582-D431-51E1-B726-79BB57AE61A7}" dt="2026-06-24T15:00:38.592" v="3085" actId="478"/>
          <ac:spMkLst>
            <pc:docMk/>
            <pc:sldMk cId="4236709627" sldId="370"/>
            <ac:spMk id="10" creationId="{2FE83CB9-128B-31B6-BDBA-C7825C1F272D}"/>
          </ac:spMkLst>
        </pc:spChg>
        <pc:picChg chg="add mod">
          <ac:chgData name="Saeed Samet" userId="cfbf7cda-a3f0-4a18-b58e-e4747a47ab2e" providerId="ADAL" clId="{1DAAA582-D431-51E1-B726-79BB57AE61A7}" dt="2026-05-29T19:12:49.620" v="2537" actId="1076"/>
          <ac:picMkLst>
            <pc:docMk/>
            <pc:sldMk cId="4236709627" sldId="370"/>
            <ac:picMk id="4" creationId="{8F5B8128-A410-115A-0416-1022234DE9D8}"/>
          </ac:picMkLst>
        </pc:picChg>
        <pc:picChg chg="del">
          <ac:chgData name="Saeed Samet" userId="cfbf7cda-a3f0-4a18-b58e-e4747a47ab2e" providerId="ADAL" clId="{1DAAA582-D431-51E1-B726-79BB57AE61A7}" dt="2026-06-24T15:00:37.961" v="3084" actId="478"/>
          <ac:picMkLst>
            <pc:docMk/>
            <pc:sldMk cId="4236709627" sldId="370"/>
            <ac:picMk id="11" creationId="{53ED5A2A-222A-2AFE-0CB6-6DAD5BED3677}"/>
          </ac:picMkLst>
        </pc:picChg>
        <pc:picChg chg="add mod">
          <ac:chgData name="Saeed Samet" userId="cfbf7cda-a3f0-4a18-b58e-e4747a47ab2e" providerId="ADAL" clId="{1DAAA582-D431-51E1-B726-79BB57AE61A7}" dt="2026-05-29T19:12:42.315" v="2536" actId="1076"/>
          <ac:picMkLst>
            <pc:docMk/>
            <pc:sldMk cId="4236709627" sldId="370"/>
            <ac:picMk id="12" creationId="{EBC41679-D5D3-F749-0BCF-6DCFD20F1722}"/>
          </ac:picMkLst>
        </pc:picChg>
        <pc:picChg chg="add mod">
          <ac:chgData name="Saeed Samet" userId="cfbf7cda-a3f0-4a18-b58e-e4747a47ab2e" providerId="ADAL" clId="{1DAAA582-D431-51E1-B726-79BB57AE61A7}" dt="2026-05-29T19:13:30.932" v="2541" actId="14100"/>
          <ac:picMkLst>
            <pc:docMk/>
            <pc:sldMk cId="4236709627" sldId="370"/>
            <ac:picMk id="14" creationId="{4B298C62-E47B-4A3D-96AB-C1A9CCC2195F}"/>
          </ac:picMkLst>
        </pc:picChg>
      </pc:sldChg>
      <pc:sldChg chg="delSp modSp add mod ord">
        <pc:chgData name="Saeed Samet" userId="cfbf7cda-a3f0-4a18-b58e-e4747a47ab2e" providerId="ADAL" clId="{1DAAA582-D431-51E1-B726-79BB57AE61A7}" dt="2026-06-24T15:00:40.471" v="3087" actId="478"/>
        <pc:sldMkLst>
          <pc:docMk/>
          <pc:sldMk cId="1259420481" sldId="374"/>
        </pc:sldMkLst>
        <pc:spChg chg="mod">
          <ac:chgData name="Saeed Samet" userId="cfbf7cda-a3f0-4a18-b58e-e4747a47ab2e" providerId="ADAL" clId="{1DAAA582-D431-51E1-B726-79BB57AE61A7}" dt="2026-06-16T18:09:12.424" v="2955" actId="403"/>
          <ac:spMkLst>
            <pc:docMk/>
            <pc:sldMk cId="1259420481" sldId="374"/>
            <ac:spMk id="3" creationId="{DAEB03C5-FD83-FF7A-65BD-2EE7A56E2606}"/>
          </ac:spMkLst>
        </pc:spChg>
        <pc:spChg chg="mod">
          <ac:chgData name="Saeed Samet" userId="cfbf7cda-a3f0-4a18-b58e-e4747a47ab2e" providerId="ADAL" clId="{1DAAA582-D431-51E1-B726-79BB57AE61A7}" dt="2026-05-28T14:33:04.153" v="1387" actId="108"/>
          <ac:spMkLst>
            <pc:docMk/>
            <pc:sldMk cId="1259420481" sldId="374"/>
            <ac:spMk id="7" creationId="{EAC2E4C5-5BFF-0943-7121-4C94A4FF263C}"/>
          </ac:spMkLst>
        </pc:spChg>
        <pc:spChg chg="del">
          <ac:chgData name="Saeed Samet" userId="cfbf7cda-a3f0-4a18-b58e-e4747a47ab2e" providerId="ADAL" clId="{1DAAA582-D431-51E1-B726-79BB57AE61A7}" dt="2026-06-24T15:00:40.471" v="3087" actId="478"/>
          <ac:spMkLst>
            <pc:docMk/>
            <pc:sldMk cId="1259420481" sldId="374"/>
            <ac:spMk id="10" creationId="{E65D1D76-A8F9-A944-FC51-E43077FA5CD3}"/>
          </ac:spMkLst>
        </pc:spChg>
        <pc:picChg chg="del">
          <ac:chgData name="Saeed Samet" userId="cfbf7cda-a3f0-4a18-b58e-e4747a47ab2e" providerId="ADAL" clId="{1DAAA582-D431-51E1-B726-79BB57AE61A7}" dt="2026-06-24T15:00:39.805" v="3086" actId="478"/>
          <ac:picMkLst>
            <pc:docMk/>
            <pc:sldMk cId="1259420481" sldId="374"/>
            <ac:picMk id="11" creationId="{8ABA9A87-E32A-55BA-894B-FB1CF18B9D63}"/>
          </ac:picMkLst>
        </pc:picChg>
      </pc:sldChg>
      <pc:sldChg chg="delSp modSp add mod">
        <pc:chgData name="Saeed Samet" userId="cfbf7cda-a3f0-4a18-b58e-e4747a47ab2e" providerId="ADAL" clId="{1DAAA582-D431-51E1-B726-79BB57AE61A7}" dt="2026-06-24T15:00:25.185" v="3071" actId="478"/>
        <pc:sldMkLst>
          <pc:docMk/>
          <pc:sldMk cId="1560029853" sldId="375"/>
        </pc:sldMkLst>
        <pc:spChg chg="mod">
          <ac:chgData name="Saeed Samet" userId="cfbf7cda-a3f0-4a18-b58e-e4747a47ab2e" providerId="ADAL" clId="{1DAAA582-D431-51E1-B726-79BB57AE61A7}" dt="2026-06-16T17:49:21.151" v="2945" actId="403"/>
          <ac:spMkLst>
            <pc:docMk/>
            <pc:sldMk cId="1560029853" sldId="375"/>
            <ac:spMk id="3" creationId="{4974D5F7-1E2C-A80D-BCC9-1D84B096CA0A}"/>
          </ac:spMkLst>
        </pc:spChg>
        <pc:spChg chg="mod">
          <ac:chgData name="Saeed Samet" userId="cfbf7cda-a3f0-4a18-b58e-e4747a47ab2e" providerId="ADAL" clId="{1DAAA582-D431-51E1-B726-79BB57AE61A7}" dt="2026-05-28T19:16:53.752" v="1921" actId="20577"/>
          <ac:spMkLst>
            <pc:docMk/>
            <pc:sldMk cId="1560029853" sldId="375"/>
            <ac:spMk id="7" creationId="{26279FA8-599F-72FA-3386-9193EFCB38AF}"/>
          </ac:spMkLst>
        </pc:spChg>
        <pc:spChg chg="del">
          <ac:chgData name="Saeed Samet" userId="cfbf7cda-a3f0-4a18-b58e-e4747a47ab2e" providerId="ADAL" clId="{1DAAA582-D431-51E1-B726-79BB57AE61A7}" dt="2026-06-24T15:00:25.185" v="3071" actId="478"/>
          <ac:spMkLst>
            <pc:docMk/>
            <pc:sldMk cId="1560029853" sldId="375"/>
            <ac:spMk id="10" creationId="{DE04D13A-CAE7-1B43-209D-B85735286B95}"/>
          </ac:spMkLst>
        </pc:spChg>
        <pc:picChg chg="del">
          <ac:chgData name="Saeed Samet" userId="cfbf7cda-a3f0-4a18-b58e-e4747a47ab2e" providerId="ADAL" clId="{1DAAA582-D431-51E1-B726-79BB57AE61A7}" dt="2026-06-24T15:00:24.458" v="3070" actId="478"/>
          <ac:picMkLst>
            <pc:docMk/>
            <pc:sldMk cId="1560029853" sldId="375"/>
            <ac:picMk id="11" creationId="{DCED60FF-82E2-69D7-ADD9-2642093097C8}"/>
          </ac:picMkLst>
        </pc:picChg>
      </pc:sldChg>
      <pc:sldChg chg="delSp modSp new mod">
        <pc:chgData name="Saeed Samet" userId="cfbf7cda-a3f0-4a18-b58e-e4747a47ab2e" providerId="ADAL" clId="{1DAAA582-D431-51E1-B726-79BB57AE61A7}" dt="2026-05-28T21:16:08.859" v="2289" actId="113"/>
        <pc:sldMkLst>
          <pc:docMk/>
          <pc:sldMk cId="3491824441" sldId="379"/>
        </pc:sldMkLst>
        <pc:spChg chg="mod">
          <ac:chgData name="Saeed Samet" userId="cfbf7cda-a3f0-4a18-b58e-e4747a47ab2e" providerId="ADAL" clId="{1DAAA582-D431-51E1-B726-79BB57AE61A7}" dt="2026-05-28T21:16:08.859" v="2289" actId="113"/>
          <ac:spMkLst>
            <pc:docMk/>
            <pc:sldMk cId="3491824441" sldId="379"/>
            <ac:spMk id="3" creationId="{A3FB5886-AD78-3BA5-18EF-C93B9AF3EDC0}"/>
          </ac:spMkLst>
        </pc:spChg>
      </pc:sldChg>
      <pc:sldChg chg="delSp modSp add mod">
        <pc:chgData name="Saeed Samet" userId="cfbf7cda-a3f0-4a18-b58e-e4747a47ab2e" providerId="ADAL" clId="{1DAAA582-D431-51E1-B726-79BB57AE61A7}" dt="2026-06-24T15:00:35.093" v="3081" actId="478"/>
        <pc:sldMkLst>
          <pc:docMk/>
          <pc:sldMk cId="3268277237" sldId="380"/>
        </pc:sldMkLst>
        <pc:spChg chg="mod">
          <ac:chgData name="Saeed Samet" userId="cfbf7cda-a3f0-4a18-b58e-e4747a47ab2e" providerId="ADAL" clId="{1DAAA582-D431-51E1-B726-79BB57AE61A7}" dt="2026-06-16T18:04:16.215" v="2950" actId="403"/>
          <ac:spMkLst>
            <pc:docMk/>
            <pc:sldMk cId="3268277237" sldId="380"/>
            <ac:spMk id="3" creationId="{83C0C274-2AFC-BFDC-9C89-B51B28C4C6E8}"/>
          </ac:spMkLst>
        </pc:spChg>
        <pc:spChg chg="mod">
          <ac:chgData name="Saeed Samet" userId="cfbf7cda-a3f0-4a18-b58e-e4747a47ab2e" providerId="ADAL" clId="{1DAAA582-D431-51E1-B726-79BB57AE61A7}" dt="2026-05-29T19:05:24.693" v="2499"/>
          <ac:spMkLst>
            <pc:docMk/>
            <pc:sldMk cId="3268277237" sldId="380"/>
            <ac:spMk id="7" creationId="{BCD77A75-98D0-47E2-1B5B-AE6CFE00016C}"/>
          </ac:spMkLst>
        </pc:spChg>
        <pc:spChg chg="del">
          <ac:chgData name="Saeed Samet" userId="cfbf7cda-a3f0-4a18-b58e-e4747a47ab2e" providerId="ADAL" clId="{1DAAA582-D431-51E1-B726-79BB57AE61A7}" dt="2026-06-24T15:00:35.093" v="3081" actId="478"/>
          <ac:spMkLst>
            <pc:docMk/>
            <pc:sldMk cId="3268277237" sldId="380"/>
            <ac:spMk id="10" creationId="{BBE311E0-EBC1-DAA9-5C6E-2FB0645B8B51}"/>
          </ac:spMkLst>
        </pc:spChg>
        <pc:picChg chg="del">
          <ac:chgData name="Saeed Samet" userId="cfbf7cda-a3f0-4a18-b58e-e4747a47ab2e" providerId="ADAL" clId="{1DAAA582-D431-51E1-B726-79BB57AE61A7}" dt="2026-06-24T15:00:34.406" v="3080" actId="478"/>
          <ac:picMkLst>
            <pc:docMk/>
            <pc:sldMk cId="3268277237" sldId="380"/>
            <ac:picMk id="11" creationId="{03B411E7-106C-2ADF-983B-413C63138BAC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5:00:44.230" v="3091" actId="478"/>
        <pc:sldMkLst>
          <pc:docMk/>
          <pc:sldMk cId="3255676181" sldId="381"/>
        </pc:sldMkLst>
        <pc:spChg chg="mod">
          <ac:chgData name="Saeed Samet" userId="cfbf7cda-a3f0-4a18-b58e-e4747a47ab2e" providerId="ADAL" clId="{1DAAA582-D431-51E1-B726-79BB57AE61A7}" dt="2026-05-29T19:51:37.851" v="2595"/>
          <ac:spMkLst>
            <pc:docMk/>
            <pc:sldMk cId="3255676181" sldId="381"/>
            <ac:spMk id="7" creationId="{53C28D70-247B-5DA1-614F-09AEBF35EC96}"/>
          </ac:spMkLst>
        </pc:spChg>
        <pc:spChg chg="del">
          <ac:chgData name="Saeed Samet" userId="cfbf7cda-a3f0-4a18-b58e-e4747a47ab2e" providerId="ADAL" clId="{1DAAA582-D431-51E1-B726-79BB57AE61A7}" dt="2026-06-24T15:00:44.230" v="3091" actId="478"/>
          <ac:spMkLst>
            <pc:docMk/>
            <pc:sldMk cId="3255676181" sldId="381"/>
            <ac:spMk id="10" creationId="{1CEEDB77-D94D-B2BC-F5A5-8712C0C42701}"/>
          </ac:spMkLst>
        </pc:spChg>
        <pc:picChg chg="add mod">
          <ac:chgData name="Saeed Samet" userId="cfbf7cda-a3f0-4a18-b58e-e4747a47ab2e" providerId="ADAL" clId="{1DAAA582-D431-51E1-B726-79BB57AE61A7}" dt="2026-05-29T19:51:17.223" v="2594" actId="1076"/>
          <ac:picMkLst>
            <pc:docMk/>
            <pc:sldMk cId="3255676181" sldId="381"/>
            <ac:picMk id="3" creationId="{B96C252F-0717-E4E9-8767-EDE83C8A6F01}"/>
          </ac:picMkLst>
        </pc:picChg>
        <pc:picChg chg="add mod">
          <ac:chgData name="Saeed Samet" userId="cfbf7cda-a3f0-4a18-b58e-e4747a47ab2e" providerId="ADAL" clId="{1DAAA582-D431-51E1-B726-79BB57AE61A7}" dt="2026-05-29T19:52:26.060" v="2603" actId="339"/>
          <ac:picMkLst>
            <pc:docMk/>
            <pc:sldMk cId="3255676181" sldId="381"/>
            <ac:picMk id="8" creationId="{48D2AA89-BAB6-9E15-90FA-3CFC0C8BF8E4}"/>
          </ac:picMkLst>
        </pc:picChg>
        <pc:picChg chg="del">
          <ac:chgData name="Saeed Samet" userId="cfbf7cda-a3f0-4a18-b58e-e4747a47ab2e" providerId="ADAL" clId="{1DAAA582-D431-51E1-B726-79BB57AE61A7}" dt="2026-06-24T15:00:43.588" v="3090" actId="478"/>
          <ac:picMkLst>
            <pc:docMk/>
            <pc:sldMk cId="3255676181" sldId="381"/>
            <ac:picMk id="11" creationId="{BD5FB520-98EE-14FE-9A35-731DDC4B2688}"/>
          </ac:picMkLst>
        </pc:picChg>
      </pc:sldChg>
      <pc:sldChg chg="modSp add mod">
        <pc:chgData name="Saeed Samet" userId="cfbf7cda-a3f0-4a18-b58e-e4747a47ab2e" providerId="ADAL" clId="{1DAAA582-D431-51E1-B726-79BB57AE61A7}" dt="2026-05-29T19:53:05.920" v="2613" actId="20577"/>
        <pc:sldMkLst>
          <pc:docMk/>
          <pc:sldMk cId="576715696" sldId="382"/>
        </pc:sldMkLst>
        <pc:spChg chg="mod">
          <ac:chgData name="Saeed Samet" userId="cfbf7cda-a3f0-4a18-b58e-e4747a47ab2e" providerId="ADAL" clId="{1DAAA582-D431-51E1-B726-79BB57AE61A7}" dt="2026-05-29T19:53:05.920" v="2613" actId="20577"/>
          <ac:spMkLst>
            <pc:docMk/>
            <pc:sldMk cId="576715696" sldId="382"/>
            <ac:spMk id="3" creationId="{E6BBE379-C900-FB36-659E-9CF5AFA8A536}"/>
          </ac:spMkLst>
        </pc:spChg>
      </pc:sldChg>
      <pc:sldChg chg="delSp modSp add mod">
        <pc:chgData name="Saeed Samet" userId="cfbf7cda-a3f0-4a18-b58e-e4747a47ab2e" providerId="ADAL" clId="{1DAAA582-D431-51E1-B726-79BB57AE61A7}" dt="2026-06-24T15:00:47.364" v="3093" actId="478"/>
        <pc:sldMkLst>
          <pc:docMk/>
          <pc:sldMk cId="2144000551" sldId="383"/>
        </pc:sldMkLst>
        <pc:spChg chg="mod">
          <ac:chgData name="Saeed Samet" userId="cfbf7cda-a3f0-4a18-b58e-e4747a47ab2e" providerId="ADAL" clId="{1DAAA582-D431-51E1-B726-79BB57AE61A7}" dt="2026-06-16T18:17:18.310" v="2988" actId="20577"/>
          <ac:spMkLst>
            <pc:docMk/>
            <pc:sldMk cId="2144000551" sldId="383"/>
            <ac:spMk id="3" creationId="{1D564D19-1745-2CAB-0D01-A54CFA548AF1}"/>
          </ac:spMkLst>
        </pc:spChg>
        <pc:spChg chg="mod">
          <ac:chgData name="Saeed Samet" userId="cfbf7cda-a3f0-4a18-b58e-e4747a47ab2e" providerId="ADAL" clId="{1DAAA582-D431-51E1-B726-79BB57AE61A7}" dt="2026-06-16T18:16:38.464" v="2979" actId="20577"/>
          <ac:spMkLst>
            <pc:docMk/>
            <pc:sldMk cId="2144000551" sldId="383"/>
            <ac:spMk id="7" creationId="{8037DBFC-6763-D834-3A99-3339F0612F48}"/>
          </ac:spMkLst>
        </pc:spChg>
        <pc:spChg chg="del">
          <ac:chgData name="Saeed Samet" userId="cfbf7cda-a3f0-4a18-b58e-e4747a47ab2e" providerId="ADAL" clId="{1DAAA582-D431-51E1-B726-79BB57AE61A7}" dt="2026-06-24T15:00:47.364" v="3093" actId="478"/>
          <ac:spMkLst>
            <pc:docMk/>
            <pc:sldMk cId="2144000551" sldId="383"/>
            <ac:spMk id="10" creationId="{F009A780-FA13-0D6C-A28C-8CC20E434C0C}"/>
          </ac:spMkLst>
        </pc:spChg>
        <pc:picChg chg="del">
          <ac:chgData name="Saeed Samet" userId="cfbf7cda-a3f0-4a18-b58e-e4747a47ab2e" providerId="ADAL" clId="{1DAAA582-D431-51E1-B726-79BB57AE61A7}" dt="2026-06-24T15:00:46.712" v="3092" actId="478"/>
          <ac:picMkLst>
            <pc:docMk/>
            <pc:sldMk cId="2144000551" sldId="383"/>
            <ac:picMk id="11" creationId="{D1D33B48-EEF3-9811-4928-BF1CB6C0A77B}"/>
          </ac:picMkLst>
        </pc:picChg>
      </pc:sldChg>
      <pc:sldChg chg="delSp modSp add mod">
        <pc:chgData name="Saeed Samet" userId="cfbf7cda-a3f0-4a18-b58e-e4747a47ab2e" providerId="ADAL" clId="{1DAAA582-D431-51E1-B726-79BB57AE61A7}" dt="2026-06-24T15:00:50.984" v="3097" actId="478"/>
        <pc:sldMkLst>
          <pc:docMk/>
          <pc:sldMk cId="3209036121" sldId="384"/>
        </pc:sldMkLst>
        <pc:spChg chg="mod">
          <ac:chgData name="Saeed Samet" userId="cfbf7cda-a3f0-4a18-b58e-e4747a47ab2e" providerId="ADAL" clId="{1DAAA582-D431-51E1-B726-79BB57AE61A7}" dt="2026-06-16T18:15:38.486" v="2970" actId="20577"/>
          <ac:spMkLst>
            <pc:docMk/>
            <pc:sldMk cId="3209036121" sldId="384"/>
            <ac:spMk id="3" creationId="{AA78FFE9-DEF3-D793-A4AD-6FA0BDD74277}"/>
          </ac:spMkLst>
        </pc:spChg>
        <pc:spChg chg="del">
          <ac:chgData name="Saeed Samet" userId="cfbf7cda-a3f0-4a18-b58e-e4747a47ab2e" providerId="ADAL" clId="{1DAAA582-D431-51E1-B726-79BB57AE61A7}" dt="2026-06-24T15:00:50.984" v="3097" actId="478"/>
          <ac:spMkLst>
            <pc:docMk/>
            <pc:sldMk cId="3209036121" sldId="384"/>
            <ac:spMk id="10" creationId="{DB47B1E8-3745-3C81-7ACA-1893B16D968D}"/>
          </ac:spMkLst>
        </pc:spChg>
        <pc:picChg chg="del">
          <ac:chgData name="Saeed Samet" userId="cfbf7cda-a3f0-4a18-b58e-e4747a47ab2e" providerId="ADAL" clId="{1DAAA582-D431-51E1-B726-79BB57AE61A7}" dt="2026-06-24T15:00:50.362" v="3096" actId="478"/>
          <ac:picMkLst>
            <pc:docMk/>
            <pc:sldMk cId="3209036121" sldId="384"/>
            <ac:picMk id="11" creationId="{B6E882EF-D4EB-4267-501B-2AABD18CE932}"/>
          </ac:picMkLst>
        </pc:picChg>
      </pc:sldChg>
      <pc:sldChg chg="delSp modSp add mod">
        <pc:chgData name="Saeed Samet" userId="cfbf7cda-a3f0-4a18-b58e-e4747a47ab2e" providerId="ADAL" clId="{1DAAA582-D431-51E1-B726-79BB57AE61A7}" dt="2026-06-24T15:00:52.714" v="3099" actId="478"/>
        <pc:sldMkLst>
          <pc:docMk/>
          <pc:sldMk cId="893693286" sldId="385"/>
        </pc:sldMkLst>
        <pc:spChg chg="mod">
          <ac:chgData name="Saeed Samet" userId="cfbf7cda-a3f0-4a18-b58e-e4747a47ab2e" providerId="ADAL" clId="{1DAAA582-D431-51E1-B726-79BB57AE61A7}" dt="2026-06-16T18:16:09.239" v="2972" actId="403"/>
          <ac:spMkLst>
            <pc:docMk/>
            <pc:sldMk cId="893693286" sldId="385"/>
            <ac:spMk id="3" creationId="{76A5F008-F31C-5201-9AE6-7688D99C8F58}"/>
          </ac:spMkLst>
        </pc:spChg>
        <pc:spChg chg="del">
          <ac:chgData name="Saeed Samet" userId="cfbf7cda-a3f0-4a18-b58e-e4747a47ab2e" providerId="ADAL" clId="{1DAAA582-D431-51E1-B726-79BB57AE61A7}" dt="2026-06-24T15:00:52.714" v="3099" actId="478"/>
          <ac:spMkLst>
            <pc:docMk/>
            <pc:sldMk cId="893693286" sldId="385"/>
            <ac:spMk id="10" creationId="{A99CDDC8-547F-8FE4-7C2F-2B44305E69D4}"/>
          </ac:spMkLst>
        </pc:spChg>
        <pc:picChg chg="del">
          <ac:chgData name="Saeed Samet" userId="cfbf7cda-a3f0-4a18-b58e-e4747a47ab2e" providerId="ADAL" clId="{1DAAA582-D431-51E1-B726-79BB57AE61A7}" dt="2026-06-24T15:00:52.122" v="3098" actId="478"/>
          <ac:picMkLst>
            <pc:docMk/>
            <pc:sldMk cId="893693286" sldId="385"/>
            <ac:picMk id="11" creationId="{FA212FE5-B77E-91D4-1043-80722FE4BB58}"/>
          </ac:picMkLst>
        </pc:picChg>
      </pc:sldChg>
      <pc:sldChg chg="delSp modSp add mod">
        <pc:chgData name="Saeed Samet" userId="cfbf7cda-a3f0-4a18-b58e-e4747a47ab2e" providerId="ADAL" clId="{1DAAA582-D431-51E1-B726-79BB57AE61A7}" dt="2026-06-24T15:00:55.160" v="3101" actId="478"/>
        <pc:sldMkLst>
          <pc:docMk/>
          <pc:sldMk cId="2198968967" sldId="386"/>
        </pc:sldMkLst>
        <pc:spChg chg="mod">
          <ac:chgData name="Saeed Samet" userId="cfbf7cda-a3f0-4a18-b58e-e4747a47ab2e" providerId="ADAL" clId="{1DAAA582-D431-51E1-B726-79BB57AE61A7}" dt="2026-06-16T18:38:26.605" v="3058" actId="404"/>
          <ac:spMkLst>
            <pc:docMk/>
            <pc:sldMk cId="2198968967" sldId="386"/>
            <ac:spMk id="3" creationId="{F52A5FFE-4436-6E15-FE52-5333D817115F}"/>
          </ac:spMkLst>
        </pc:spChg>
        <pc:spChg chg="mod">
          <ac:chgData name="Saeed Samet" userId="cfbf7cda-a3f0-4a18-b58e-e4747a47ab2e" providerId="ADAL" clId="{1DAAA582-D431-51E1-B726-79BB57AE61A7}" dt="2026-06-19T14:10:13.257" v="3067" actId="20577"/>
          <ac:spMkLst>
            <pc:docMk/>
            <pc:sldMk cId="2198968967" sldId="386"/>
            <ac:spMk id="7" creationId="{1AD34DA4-566D-DA36-4666-E98B4CB662AB}"/>
          </ac:spMkLst>
        </pc:spChg>
        <pc:spChg chg="del">
          <ac:chgData name="Saeed Samet" userId="cfbf7cda-a3f0-4a18-b58e-e4747a47ab2e" providerId="ADAL" clId="{1DAAA582-D431-51E1-B726-79BB57AE61A7}" dt="2026-06-24T15:00:55.160" v="3101" actId="478"/>
          <ac:spMkLst>
            <pc:docMk/>
            <pc:sldMk cId="2198968967" sldId="386"/>
            <ac:spMk id="10" creationId="{21FDDC18-97CC-1379-151C-20536AE90F77}"/>
          </ac:spMkLst>
        </pc:spChg>
        <pc:picChg chg="del">
          <ac:chgData name="Saeed Samet" userId="cfbf7cda-a3f0-4a18-b58e-e4747a47ab2e" providerId="ADAL" clId="{1DAAA582-D431-51E1-B726-79BB57AE61A7}" dt="2026-06-24T15:00:53.967" v="3100" actId="478"/>
          <ac:picMkLst>
            <pc:docMk/>
            <pc:sldMk cId="2198968967" sldId="386"/>
            <ac:picMk id="11" creationId="{C4CA4DB7-DE6C-F92C-5AC0-7A196308A5E3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5:00:56.985" v="3103" actId="478"/>
        <pc:sldMkLst>
          <pc:docMk/>
          <pc:sldMk cId="409511608" sldId="387"/>
        </pc:sldMkLst>
        <pc:spChg chg="mod">
          <ac:chgData name="Saeed Samet" userId="cfbf7cda-a3f0-4a18-b58e-e4747a47ab2e" providerId="ADAL" clId="{1DAAA582-D431-51E1-B726-79BB57AE61A7}" dt="2026-05-29T20:01:16.846" v="2754" actId="20577"/>
          <ac:spMkLst>
            <pc:docMk/>
            <pc:sldMk cId="409511608" sldId="387"/>
            <ac:spMk id="7" creationId="{01062C74-E93E-C6A1-3BBF-FF5F767D8255}"/>
          </ac:spMkLst>
        </pc:spChg>
        <pc:spChg chg="del">
          <ac:chgData name="Saeed Samet" userId="cfbf7cda-a3f0-4a18-b58e-e4747a47ab2e" providerId="ADAL" clId="{1DAAA582-D431-51E1-B726-79BB57AE61A7}" dt="2026-06-24T15:00:56.985" v="3103" actId="478"/>
          <ac:spMkLst>
            <pc:docMk/>
            <pc:sldMk cId="409511608" sldId="387"/>
            <ac:spMk id="10" creationId="{7FDA74CD-A45B-C28F-9C7A-D96EC82267D3}"/>
          </ac:spMkLst>
        </pc:spChg>
        <pc:picChg chg="add mod">
          <ac:chgData name="Saeed Samet" userId="cfbf7cda-a3f0-4a18-b58e-e4747a47ab2e" providerId="ADAL" clId="{1DAAA582-D431-51E1-B726-79BB57AE61A7}" dt="2026-05-29T20:01:08.683" v="2745" actId="1076"/>
          <ac:picMkLst>
            <pc:docMk/>
            <pc:sldMk cId="409511608" sldId="387"/>
            <ac:picMk id="3" creationId="{333D21A8-46AA-5A54-60DF-B0389BDCFD36}"/>
          </ac:picMkLst>
        </pc:picChg>
        <pc:picChg chg="del">
          <ac:chgData name="Saeed Samet" userId="cfbf7cda-a3f0-4a18-b58e-e4747a47ab2e" providerId="ADAL" clId="{1DAAA582-D431-51E1-B726-79BB57AE61A7}" dt="2026-06-24T15:00:56.320" v="3102" actId="478"/>
          <ac:picMkLst>
            <pc:docMk/>
            <pc:sldMk cId="409511608" sldId="387"/>
            <ac:picMk id="11" creationId="{D33998F9-5D70-917D-5D87-442B3A07BCB5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5:00:58.809" v="3105" actId="478"/>
        <pc:sldMkLst>
          <pc:docMk/>
          <pc:sldMk cId="3189405892" sldId="388"/>
        </pc:sldMkLst>
        <pc:spChg chg="mod">
          <ac:chgData name="Saeed Samet" userId="cfbf7cda-a3f0-4a18-b58e-e4747a47ab2e" providerId="ADAL" clId="{1DAAA582-D431-51E1-B726-79BB57AE61A7}" dt="2026-05-29T20:03:14.818" v="2784" actId="20577"/>
          <ac:spMkLst>
            <pc:docMk/>
            <pc:sldMk cId="3189405892" sldId="388"/>
            <ac:spMk id="3" creationId="{12362E59-DB41-F360-847E-C08F4534CE64}"/>
          </ac:spMkLst>
        </pc:spChg>
        <pc:spChg chg="mod">
          <ac:chgData name="Saeed Samet" userId="cfbf7cda-a3f0-4a18-b58e-e4747a47ab2e" providerId="ADAL" clId="{1DAAA582-D431-51E1-B726-79BB57AE61A7}" dt="2026-05-29T20:01:48.182" v="2755"/>
          <ac:spMkLst>
            <pc:docMk/>
            <pc:sldMk cId="3189405892" sldId="388"/>
            <ac:spMk id="7" creationId="{85051999-C785-B704-FFDE-0CDA26724C8E}"/>
          </ac:spMkLst>
        </pc:spChg>
        <pc:spChg chg="del">
          <ac:chgData name="Saeed Samet" userId="cfbf7cda-a3f0-4a18-b58e-e4747a47ab2e" providerId="ADAL" clId="{1DAAA582-D431-51E1-B726-79BB57AE61A7}" dt="2026-06-24T15:00:58.809" v="3105" actId="478"/>
          <ac:spMkLst>
            <pc:docMk/>
            <pc:sldMk cId="3189405892" sldId="388"/>
            <ac:spMk id="10" creationId="{19C215B3-9CF0-0FF1-98B1-5EDF3541926E}"/>
          </ac:spMkLst>
        </pc:spChg>
        <pc:picChg chg="add mod">
          <ac:chgData name="Saeed Samet" userId="cfbf7cda-a3f0-4a18-b58e-e4747a47ab2e" providerId="ADAL" clId="{1DAAA582-D431-51E1-B726-79BB57AE61A7}" dt="2026-05-29T20:03:26.040" v="2787" actId="1076"/>
          <ac:picMkLst>
            <pc:docMk/>
            <pc:sldMk cId="3189405892" sldId="388"/>
            <ac:picMk id="4" creationId="{4981C06D-4871-42E0-BAEB-8FE782D214ED}"/>
          </ac:picMkLst>
        </pc:picChg>
        <pc:picChg chg="del">
          <ac:chgData name="Saeed Samet" userId="cfbf7cda-a3f0-4a18-b58e-e4747a47ab2e" providerId="ADAL" clId="{1DAAA582-D431-51E1-B726-79BB57AE61A7}" dt="2026-06-24T15:00:58.158" v="3104" actId="478"/>
          <ac:picMkLst>
            <pc:docMk/>
            <pc:sldMk cId="3189405892" sldId="388"/>
            <ac:picMk id="11" creationId="{12EB6772-10A7-7237-91AC-E553BF61AD61}"/>
          </ac:picMkLst>
        </pc:picChg>
      </pc:sldChg>
      <pc:sldChg chg="delSp modSp add mod">
        <pc:chgData name="Saeed Samet" userId="cfbf7cda-a3f0-4a18-b58e-e4747a47ab2e" providerId="ADAL" clId="{1DAAA582-D431-51E1-B726-79BB57AE61A7}" dt="2026-06-24T15:01:00.584" v="3107" actId="478"/>
        <pc:sldMkLst>
          <pc:docMk/>
          <pc:sldMk cId="3997822855" sldId="389"/>
        </pc:sldMkLst>
        <pc:spChg chg="mod">
          <ac:chgData name="Saeed Samet" userId="cfbf7cda-a3f0-4a18-b58e-e4747a47ab2e" providerId="ADAL" clId="{1DAAA582-D431-51E1-B726-79BB57AE61A7}" dt="2026-06-16T18:18:47.428" v="3015" actId="20577"/>
          <ac:spMkLst>
            <pc:docMk/>
            <pc:sldMk cId="3997822855" sldId="389"/>
            <ac:spMk id="3" creationId="{31CFBF15-12CC-86FB-EA84-34B697635864}"/>
          </ac:spMkLst>
        </pc:spChg>
        <pc:spChg chg="del">
          <ac:chgData name="Saeed Samet" userId="cfbf7cda-a3f0-4a18-b58e-e4747a47ab2e" providerId="ADAL" clId="{1DAAA582-D431-51E1-B726-79BB57AE61A7}" dt="2026-06-24T15:01:00.584" v="3107" actId="478"/>
          <ac:spMkLst>
            <pc:docMk/>
            <pc:sldMk cId="3997822855" sldId="389"/>
            <ac:spMk id="10" creationId="{BFF4F94C-0942-27F8-438A-EA546B102E85}"/>
          </ac:spMkLst>
        </pc:spChg>
        <pc:picChg chg="del">
          <ac:chgData name="Saeed Samet" userId="cfbf7cda-a3f0-4a18-b58e-e4747a47ab2e" providerId="ADAL" clId="{1DAAA582-D431-51E1-B726-79BB57AE61A7}" dt="2026-06-24T15:00:59.958" v="3106" actId="478"/>
          <ac:picMkLst>
            <pc:docMk/>
            <pc:sldMk cId="3997822855" sldId="389"/>
            <ac:picMk id="11" creationId="{A5AA2483-61ED-51CA-8065-57FB805CDFCC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5:01:02.317" v="3109" actId="478"/>
        <pc:sldMkLst>
          <pc:docMk/>
          <pc:sldMk cId="3648984827" sldId="390"/>
        </pc:sldMkLst>
        <pc:spChg chg="del">
          <ac:chgData name="Saeed Samet" userId="cfbf7cda-a3f0-4a18-b58e-e4747a47ab2e" providerId="ADAL" clId="{1DAAA582-D431-51E1-B726-79BB57AE61A7}" dt="2026-06-24T15:01:02.317" v="3109" actId="478"/>
          <ac:spMkLst>
            <pc:docMk/>
            <pc:sldMk cId="3648984827" sldId="390"/>
            <ac:spMk id="10" creationId="{77547818-292B-AED6-B5D5-5A49B987D3AB}"/>
          </ac:spMkLst>
        </pc:spChg>
        <pc:picChg chg="add mod">
          <ac:chgData name="Saeed Samet" userId="cfbf7cda-a3f0-4a18-b58e-e4747a47ab2e" providerId="ADAL" clId="{1DAAA582-D431-51E1-B726-79BB57AE61A7}" dt="2026-05-29T20:06:56.564" v="2818" actId="1038"/>
          <ac:picMkLst>
            <pc:docMk/>
            <pc:sldMk cId="3648984827" sldId="390"/>
            <ac:picMk id="4" creationId="{01839A42-E836-FD86-F203-DD5052437B03}"/>
          </ac:picMkLst>
        </pc:picChg>
        <pc:picChg chg="del">
          <ac:chgData name="Saeed Samet" userId="cfbf7cda-a3f0-4a18-b58e-e4747a47ab2e" providerId="ADAL" clId="{1DAAA582-D431-51E1-B726-79BB57AE61A7}" dt="2026-06-24T15:01:01.714" v="3108" actId="478"/>
          <ac:picMkLst>
            <pc:docMk/>
            <pc:sldMk cId="3648984827" sldId="390"/>
            <ac:picMk id="11" creationId="{CAD17198-DCAC-E4AC-F842-7D41C187D184}"/>
          </ac:picMkLst>
        </pc:picChg>
        <pc:picChg chg="add mod">
          <ac:chgData name="Saeed Samet" userId="cfbf7cda-a3f0-4a18-b58e-e4747a47ab2e" providerId="ADAL" clId="{1DAAA582-D431-51E1-B726-79BB57AE61A7}" dt="2026-05-29T20:06:56.564" v="2818" actId="1038"/>
          <ac:picMkLst>
            <pc:docMk/>
            <pc:sldMk cId="3648984827" sldId="390"/>
            <ac:picMk id="12" creationId="{DF41A24F-DB17-CC13-13B3-F32D6F4727B8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5:01:04.087" v="3111" actId="478"/>
        <pc:sldMkLst>
          <pc:docMk/>
          <pc:sldMk cId="3989589362" sldId="391"/>
        </pc:sldMkLst>
        <pc:spChg chg="del">
          <ac:chgData name="Saeed Samet" userId="cfbf7cda-a3f0-4a18-b58e-e4747a47ab2e" providerId="ADAL" clId="{1DAAA582-D431-51E1-B726-79BB57AE61A7}" dt="2026-06-24T15:01:04.087" v="3111" actId="478"/>
          <ac:spMkLst>
            <pc:docMk/>
            <pc:sldMk cId="3989589362" sldId="391"/>
            <ac:spMk id="10" creationId="{D2F1059D-0BE4-D32B-2442-87ED66C19573}"/>
          </ac:spMkLst>
        </pc:spChg>
        <pc:picChg chg="add mod">
          <ac:chgData name="Saeed Samet" userId="cfbf7cda-a3f0-4a18-b58e-e4747a47ab2e" providerId="ADAL" clId="{1DAAA582-D431-51E1-B726-79BB57AE61A7}" dt="2026-05-29T20:08:23.639" v="2826" actId="1076"/>
          <ac:picMkLst>
            <pc:docMk/>
            <pc:sldMk cId="3989589362" sldId="391"/>
            <ac:picMk id="3" creationId="{5F7B551A-B125-9B05-2C67-463D4002FAA8}"/>
          </ac:picMkLst>
        </pc:picChg>
        <pc:picChg chg="del">
          <ac:chgData name="Saeed Samet" userId="cfbf7cda-a3f0-4a18-b58e-e4747a47ab2e" providerId="ADAL" clId="{1DAAA582-D431-51E1-B726-79BB57AE61A7}" dt="2026-06-24T15:01:03.409" v="3110" actId="478"/>
          <ac:picMkLst>
            <pc:docMk/>
            <pc:sldMk cId="3989589362" sldId="391"/>
            <ac:picMk id="11" creationId="{9BC86339-BA4A-F4DA-0FE0-1721B462226F}"/>
          </ac:picMkLst>
        </pc:picChg>
      </pc:sldChg>
      <pc:sldChg chg="delSp modSp add mod">
        <pc:chgData name="Saeed Samet" userId="cfbf7cda-a3f0-4a18-b58e-e4747a47ab2e" providerId="ADAL" clId="{1DAAA582-D431-51E1-B726-79BB57AE61A7}" dt="2026-06-24T15:01:07.598" v="3115" actId="478"/>
        <pc:sldMkLst>
          <pc:docMk/>
          <pc:sldMk cId="147782241" sldId="392"/>
        </pc:sldMkLst>
        <pc:spChg chg="mod">
          <ac:chgData name="Saeed Samet" userId="cfbf7cda-a3f0-4a18-b58e-e4747a47ab2e" providerId="ADAL" clId="{1DAAA582-D431-51E1-B726-79BB57AE61A7}" dt="2026-06-16T18:20:00.449" v="3021" actId="403"/>
          <ac:spMkLst>
            <pc:docMk/>
            <pc:sldMk cId="147782241" sldId="392"/>
            <ac:spMk id="3" creationId="{A1D0CB43-EAAA-BDB8-7F71-BCB944640557}"/>
          </ac:spMkLst>
        </pc:spChg>
        <pc:spChg chg="del">
          <ac:chgData name="Saeed Samet" userId="cfbf7cda-a3f0-4a18-b58e-e4747a47ab2e" providerId="ADAL" clId="{1DAAA582-D431-51E1-B726-79BB57AE61A7}" dt="2026-06-24T15:01:07.598" v="3115" actId="478"/>
          <ac:spMkLst>
            <pc:docMk/>
            <pc:sldMk cId="147782241" sldId="392"/>
            <ac:spMk id="10" creationId="{162CF39E-7016-5D9D-0777-615F2A2362D1}"/>
          </ac:spMkLst>
        </pc:spChg>
        <pc:picChg chg="del">
          <ac:chgData name="Saeed Samet" userId="cfbf7cda-a3f0-4a18-b58e-e4747a47ab2e" providerId="ADAL" clId="{1DAAA582-D431-51E1-B726-79BB57AE61A7}" dt="2026-06-24T15:01:07" v="3114" actId="478"/>
          <ac:picMkLst>
            <pc:docMk/>
            <pc:sldMk cId="147782241" sldId="392"/>
            <ac:picMk id="11" creationId="{C0030CF7-CB4C-C599-10AE-43285695EC47}"/>
          </ac:picMkLst>
        </pc:picChg>
      </pc:sldChg>
      <pc:sldChg chg="addSp delSp modSp add mod">
        <pc:chgData name="Saeed Samet" userId="cfbf7cda-a3f0-4a18-b58e-e4747a47ab2e" providerId="ADAL" clId="{1DAAA582-D431-51E1-B726-79BB57AE61A7}" dt="2026-06-24T15:01:05.817" v="3113" actId="478"/>
        <pc:sldMkLst>
          <pc:docMk/>
          <pc:sldMk cId="389405309" sldId="393"/>
        </pc:sldMkLst>
        <pc:spChg chg="del">
          <ac:chgData name="Saeed Samet" userId="cfbf7cda-a3f0-4a18-b58e-e4747a47ab2e" providerId="ADAL" clId="{1DAAA582-D431-51E1-B726-79BB57AE61A7}" dt="2026-06-24T15:01:05.817" v="3113" actId="478"/>
          <ac:spMkLst>
            <pc:docMk/>
            <pc:sldMk cId="389405309" sldId="393"/>
            <ac:spMk id="10" creationId="{00904FAC-EEB8-6445-DFD5-E40B3DB44CAE}"/>
          </ac:spMkLst>
        </pc:spChg>
        <pc:picChg chg="add mod">
          <ac:chgData name="Saeed Samet" userId="cfbf7cda-a3f0-4a18-b58e-e4747a47ab2e" providerId="ADAL" clId="{1DAAA582-D431-51E1-B726-79BB57AE61A7}" dt="2026-05-29T20:08:50.615" v="2831" actId="1076"/>
          <ac:picMkLst>
            <pc:docMk/>
            <pc:sldMk cId="389405309" sldId="393"/>
            <ac:picMk id="4" creationId="{ACAF0656-A805-F573-96E3-C9BA49D71CFC}"/>
          </ac:picMkLst>
        </pc:picChg>
        <pc:picChg chg="add mod">
          <ac:chgData name="Saeed Samet" userId="cfbf7cda-a3f0-4a18-b58e-e4747a47ab2e" providerId="ADAL" clId="{1DAAA582-D431-51E1-B726-79BB57AE61A7}" dt="2026-05-29T20:08:54.008" v="2832" actId="1076"/>
          <ac:picMkLst>
            <pc:docMk/>
            <pc:sldMk cId="389405309" sldId="393"/>
            <ac:picMk id="8" creationId="{7A01D70B-BF5D-89D4-3158-5DCD1A2EC506}"/>
          </ac:picMkLst>
        </pc:picChg>
        <pc:picChg chg="del">
          <ac:chgData name="Saeed Samet" userId="cfbf7cda-a3f0-4a18-b58e-e4747a47ab2e" providerId="ADAL" clId="{1DAAA582-D431-51E1-B726-79BB57AE61A7}" dt="2026-06-24T15:01:05.183" v="3112" actId="478"/>
          <ac:picMkLst>
            <pc:docMk/>
            <pc:sldMk cId="389405309" sldId="393"/>
            <ac:picMk id="11" creationId="{2A6DAF97-3966-03BE-555E-24EB63E460A5}"/>
          </ac:picMkLst>
        </pc:picChg>
      </pc:sldChg>
      <pc:sldChg chg="addSp delSp modSp new mod">
        <pc:chgData name="Saeed Samet" userId="cfbf7cda-a3f0-4a18-b58e-e4747a47ab2e" providerId="ADAL" clId="{1DAAA582-D431-51E1-B726-79BB57AE61A7}" dt="2026-06-16T18:21:49.499" v="3049" actId="1076"/>
        <pc:sldMkLst>
          <pc:docMk/>
          <pc:sldMk cId="1656154698" sldId="394"/>
        </pc:sldMkLst>
        <pc:picChg chg="add mod">
          <ac:chgData name="Saeed Samet" userId="cfbf7cda-a3f0-4a18-b58e-e4747a47ab2e" providerId="ADAL" clId="{1DAAA582-D431-51E1-B726-79BB57AE61A7}" dt="2026-06-16T18:21:49.499" v="3049" actId="1076"/>
          <ac:picMkLst>
            <pc:docMk/>
            <pc:sldMk cId="1656154698" sldId="394"/>
            <ac:picMk id="6" creationId="{5B201F1B-F6B6-FF0F-26C1-9321ED6B613C}"/>
          </ac:picMkLst>
        </pc:picChg>
        <pc:picChg chg="add mod">
          <ac:chgData name="Saeed Samet" userId="cfbf7cda-a3f0-4a18-b58e-e4747a47ab2e" providerId="ADAL" clId="{1DAAA582-D431-51E1-B726-79BB57AE61A7}" dt="2026-05-29T20:18:46.832" v="2938" actId="1076"/>
          <ac:picMkLst>
            <pc:docMk/>
            <pc:sldMk cId="1656154698" sldId="394"/>
            <ac:picMk id="8" creationId="{70043AD5-88F1-85C0-719E-4FB37F84E158}"/>
          </ac:picMkLst>
        </pc:picChg>
      </pc:sldChg>
      <pc:sldChg chg="delSp modSp add mod">
        <pc:chgData name="Saeed Samet" userId="cfbf7cda-a3f0-4a18-b58e-e4747a47ab2e" providerId="ADAL" clId="{1DAAA582-D431-51E1-B726-79BB57AE61A7}" dt="2026-06-24T15:00:42.311" v="3089" actId="478"/>
        <pc:sldMkLst>
          <pc:docMk/>
          <pc:sldMk cId="418940105" sldId="395"/>
        </pc:sldMkLst>
        <pc:spChg chg="mod">
          <ac:chgData name="Saeed Samet" userId="cfbf7cda-a3f0-4a18-b58e-e4747a47ab2e" providerId="ADAL" clId="{1DAAA582-D431-51E1-B726-79BB57AE61A7}" dt="2026-06-16T18:10:01.032" v="2963" actId="14"/>
          <ac:spMkLst>
            <pc:docMk/>
            <pc:sldMk cId="418940105" sldId="395"/>
            <ac:spMk id="3" creationId="{DCDEE81D-5698-B906-ECEE-F21C37C1BDAA}"/>
          </ac:spMkLst>
        </pc:spChg>
        <pc:spChg chg="mod">
          <ac:chgData name="Saeed Samet" userId="cfbf7cda-a3f0-4a18-b58e-e4747a47ab2e" providerId="ADAL" clId="{1DAAA582-D431-51E1-B726-79BB57AE61A7}" dt="2026-06-16T18:10:07.088" v="2965" actId="20577"/>
          <ac:spMkLst>
            <pc:docMk/>
            <pc:sldMk cId="418940105" sldId="395"/>
            <ac:spMk id="7" creationId="{0941BE59-5A4A-E234-AD7C-161B5029F724}"/>
          </ac:spMkLst>
        </pc:spChg>
        <pc:spChg chg="del">
          <ac:chgData name="Saeed Samet" userId="cfbf7cda-a3f0-4a18-b58e-e4747a47ab2e" providerId="ADAL" clId="{1DAAA582-D431-51E1-B726-79BB57AE61A7}" dt="2026-06-24T15:00:42.311" v="3089" actId="478"/>
          <ac:spMkLst>
            <pc:docMk/>
            <pc:sldMk cId="418940105" sldId="395"/>
            <ac:spMk id="10" creationId="{20E91E83-2354-D822-1DAE-B3D042BCDB1F}"/>
          </ac:spMkLst>
        </pc:spChg>
        <pc:picChg chg="del">
          <ac:chgData name="Saeed Samet" userId="cfbf7cda-a3f0-4a18-b58e-e4747a47ab2e" providerId="ADAL" clId="{1DAAA582-D431-51E1-B726-79BB57AE61A7}" dt="2026-06-24T15:00:41.644" v="3088" actId="478"/>
          <ac:picMkLst>
            <pc:docMk/>
            <pc:sldMk cId="418940105" sldId="395"/>
            <ac:picMk id="11" creationId="{82001003-D58E-5A18-56C9-1F1D17D2775C}"/>
          </ac:picMkLst>
        </pc:picChg>
      </pc:sldChg>
      <pc:sldChg chg="delSp modSp add mod">
        <pc:chgData name="Saeed Samet" userId="cfbf7cda-a3f0-4a18-b58e-e4747a47ab2e" providerId="ADAL" clId="{1DAAA582-D431-51E1-B726-79BB57AE61A7}" dt="2026-06-24T15:00:49.205" v="3095" actId="478"/>
        <pc:sldMkLst>
          <pc:docMk/>
          <pc:sldMk cId="1541281838" sldId="396"/>
        </pc:sldMkLst>
        <pc:spChg chg="mod">
          <ac:chgData name="Saeed Samet" userId="cfbf7cda-a3f0-4a18-b58e-e4747a47ab2e" providerId="ADAL" clId="{1DAAA582-D431-51E1-B726-79BB57AE61A7}" dt="2026-06-16T18:18:03.050" v="3008" actId="12"/>
          <ac:spMkLst>
            <pc:docMk/>
            <pc:sldMk cId="1541281838" sldId="396"/>
            <ac:spMk id="3" creationId="{8168AC27-281A-B4A2-4B07-C1630667C529}"/>
          </ac:spMkLst>
        </pc:spChg>
        <pc:spChg chg="mod">
          <ac:chgData name="Saeed Samet" userId="cfbf7cda-a3f0-4a18-b58e-e4747a47ab2e" providerId="ADAL" clId="{1DAAA582-D431-51E1-B726-79BB57AE61A7}" dt="2026-06-16T18:17:29.502" v="2999" actId="20577"/>
          <ac:spMkLst>
            <pc:docMk/>
            <pc:sldMk cId="1541281838" sldId="396"/>
            <ac:spMk id="7" creationId="{28223EB3-F54E-57AF-0B3B-D7C25FCF5B4F}"/>
          </ac:spMkLst>
        </pc:spChg>
        <pc:spChg chg="del">
          <ac:chgData name="Saeed Samet" userId="cfbf7cda-a3f0-4a18-b58e-e4747a47ab2e" providerId="ADAL" clId="{1DAAA582-D431-51E1-B726-79BB57AE61A7}" dt="2026-06-24T15:00:49.205" v="3095" actId="478"/>
          <ac:spMkLst>
            <pc:docMk/>
            <pc:sldMk cId="1541281838" sldId="396"/>
            <ac:spMk id="10" creationId="{19C4B70E-1901-3D3B-F850-009D22F1F2AA}"/>
          </ac:spMkLst>
        </pc:spChg>
        <pc:picChg chg="del">
          <ac:chgData name="Saeed Samet" userId="cfbf7cda-a3f0-4a18-b58e-e4747a47ab2e" providerId="ADAL" clId="{1DAAA582-D431-51E1-B726-79BB57AE61A7}" dt="2026-06-24T15:00:48.548" v="3094" actId="478"/>
          <ac:picMkLst>
            <pc:docMk/>
            <pc:sldMk cId="1541281838" sldId="396"/>
            <ac:picMk id="11" creationId="{6E1F6538-3939-9A21-38AD-0162C363F2A4}"/>
          </ac:picMkLst>
        </pc:picChg>
      </pc:sldChg>
      <pc:sldChg chg="delSp modSp add mod">
        <pc:chgData name="Saeed Samet" userId="cfbf7cda-a3f0-4a18-b58e-e4747a47ab2e" providerId="ADAL" clId="{1DAAA582-D431-51E1-B726-79BB57AE61A7}" dt="2026-06-24T15:01:09.520" v="3117" actId="478"/>
        <pc:sldMkLst>
          <pc:docMk/>
          <pc:sldMk cId="1223924634" sldId="397"/>
        </pc:sldMkLst>
        <pc:spChg chg="mod">
          <ac:chgData name="Saeed Samet" userId="cfbf7cda-a3f0-4a18-b58e-e4747a47ab2e" providerId="ADAL" clId="{1DAAA582-D431-51E1-B726-79BB57AE61A7}" dt="2026-06-16T18:20:49.882" v="3046" actId="403"/>
          <ac:spMkLst>
            <pc:docMk/>
            <pc:sldMk cId="1223924634" sldId="397"/>
            <ac:spMk id="3" creationId="{CEA01532-CA42-73D0-7DB7-3BAE1FB9C8B0}"/>
          </ac:spMkLst>
        </pc:spChg>
        <pc:spChg chg="mod">
          <ac:chgData name="Saeed Samet" userId="cfbf7cda-a3f0-4a18-b58e-e4747a47ab2e" providerId="ADAL" clId="{1DAAA582-D431-51E1-B726-79BB57AE61A7}" dt="2026-06-16T18:20:43.221" v="3042" actId="20577"/>
          <ac:spMkLst>
            <pc:docMk/>
            <pc:sldMk cId="1223924634" sldId="397"/>
            <ac:spMk id="7" creationId="{6AD7843C-63BD-7F8B-A1C1-0C468AD90977}"/>
          </ac:spMkLst>
        </pc:spChg>
        <pc:spChg chg="del">
          <ac:chgData name="Saeed Samet" userId="cfbf7cda-a3f0-4a18-b58e-e4747a47ab2e" providerId="ADAL" clId="{1DAAA582-D431-51E1-B726-79BB57AE61A7}" dt="2026-06-24T15:01:09.520" v="3117" actId="478"/>
          <ac:spMkLst>
            <pc:docMk/>
            <pc:sldMk cId="1223924634" sldId="397"/>
            <ac:spMk id="10" creationId="{1453E668-1F4A-4F78-B680-10D0060E1A95}"/>
          </ac:spMkLst>
        </pc:spChg>
        <pc:picChg chg="del">
          <ac:chgData name="Saeed Samet" userId="cfbf7cda-a3f0-4a18-b58e-e4747a47ab2e" providerId="ADAL" clId="{1DAAA582-D431-51E1-B726-79BB57AE61A7}" dt="2026-06-24T15:01:08.881" v="3116" actId="478"/>
          <ac:picMkLst>
            <pc:docMk/>
            <pc:sldMk cId="1223924634" sldId="397"/>
            <ac:picMk id="11" creationId="{F41396DB-D79C-2DED-83B3-4DF0FE77A0D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99808-0E9B-4FD1-BBA9-01B46832E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19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F4C7E-7543-44DB-92DE-7693937B296D}" type="datetimeFigureOut">
              <a:rPr lang="en-US" smtClean="0"/>
              <a:pPr/>
              <a:t>6/24/26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D7CB1-D023-401A-B061-68D1736E98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2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D7CB1-D023-401A-B061-68D1736E988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95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9E751-7561-410C-B788-D1D074B4F411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9E690-5D51-49B7-88E8-53FB51BCBCA4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B454-3F44-4293-ACC8-A434F4ADE2D5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B86D7-57E4-4FA3-B5AB-2F2D840071A5}" type="datetime1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F25B7-4353-4A52-9B74-5D21401A6732}" type="datetime1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4EDA-8313-4B5B-91A6-96893A083965}" type="datetime1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F6203-B0AC-4C2F-943E-4FE1AD6372D4}" type="datetime1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3FE58-9A72-4D02-A341-26725A04CBDE}" type="datetime1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36752-D81A-4CAC-AC22-7AD38CCE78CB}" type="datetime1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D2DE8-3451-4B86-9237-66AFA7EBEB81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88F56-FFCF-4951-8843-CE7C0BFA4DAF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D2A17-FBD8-4775-9AD1-1B2F07EC82B7}" type="datetime1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University of Windsor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391" y="76200"/>
            <a:ext cx="9144000" cy="3429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  <a:cs typeface="Times New Roman" panose="02020603050405020304" pitchFamily="18" charset="0"/>
              </a:rPr>
              <a:t>Object-Oriented Software Analysis &amp; Design</a:t>
            </a:r>
            <a:br>
              <a:rPr lang="en-US" sz="3200" b="1" dirty="0">
                <a:latin typeface="+mn-lt"/>
                <a:cs typeface="Times New Roman" panose="02020603050405020304" pitchFamily="18" charset="0"/>
              </a:rPr>
            </a:br>
            <a:r>
              <a:rPr lang="en-US" sz="3200" b="1" dirty="0">
                <a:latin typeface="+mn-lt"/>
                <a:cs typeface="Times New Roman" panose="02020603050405020304" pitchFamily="18" charset="0"/>
              </a:rPr>
              <a:t>(COMP-3220)</a:t>
            </a:r>
            <a:br>
              <a:rPr lang="en-US" sz="3600" b="1" dirty="0">
                <a:latin typeface="+mn-lt"/>
                <a:cs typeface="Times New Roman" panose="02020603050405020304" pitchFamily="18" charset="0"/>
              </a:rPr>
            </a:br>
            <a:br>
              <a:rPr lang="en-US" sz="3600" b="1" dirty="0">
                <a:cs typeface="Times New Roman" panose="02020603050405020304" pitchFamily="18" charset="0"/>
              </a:rPr>
            </a:br>
            <a:r>
              <a:rPr lang="en-US" sz="2800" b="1" dirty="0">
                <a:cs typeface="Times New Roman" panose="02020603050405020304" pitchFamily="18" charset="0"/>
              </a:rPr>
              <a:t>Lecture 9</a:t>
            </a:r>
            <a:br>
              <a:rPr lang="en-US" sz="2800" b="1" dirty="0">
                <a:cs typeface="Times New Roman" panose="02020603050405020304" pitchFamily="18" charset="0"/>
              </a:rPr>
            </a:br>
            <a:br>
              <a:rPr lang="en-US" sz="2800" b="1" dirty="0">
                <a:latin typeface="+mn-lt"/>
                <a:cs typeface="Times New Roman" panose="02020603050405020304" pitchFamily="18" charset="0"/>
              </a:rPr>
            </a:br>
            <a:r>
              <a:rPr lang="en-US" sz="3200" b="1" dirty="0">
                <a:latin typeface="+mn-lt"/>
                <a:cs typeface="Times New Roman" panose="02020603050405020304" pitchFamily="18" charset="0"/>
              </a:rPr>
              <a:t>Iterator and Composite Patterns</a:t>
            </a:r>
            <a:endParaRPr lang="en-US" sz="28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91" y="3581400"/>
            <a:ext cx="9129218" cy="2209800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School of Computer Science</a:t>
            </a: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Faculty of Science</a:t>
            </a: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University of Windsor</a:t>
            </a:r>
          </a:p>
          <a:p>
            <a:endParaRPr lang="en-US" sz="20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2060"/>
                </a:solidFill>
                <a:cs typeface="Times New Roman" panose="02020603050405020304" pitchFamily="18" charset="0"/>
              </a:rPr>
              <a:t>Dr. </a:t>
            </a:r>
            <a:r>
              <a:rPr lang="en-US" sz="2000">
                <a:solidFill>
                  <a:srgbClr val="002060"/>
                </a:solidFill>
                <a:cs typeface="Times New Roman" panose="02020603050405020304" pitchFamily="18" charset="0"/>
              </a:rPr>
              <a:t>Saeed Samet</a:t>
            </a:r>
            <a:endParaRPr lang="en-US" sz="2000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://cou.on.ca/wp-content/uploads/2015/04/University-of-Windso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709" y="5867400"/>
            <a:ext cx="2209800" cy="82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80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B5886-AD78-3BA5-18EF-C93B9AF3E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b="1" dirty="0"/>
              <a:t>Iterator Pattern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1422E-F327-3698-292B-D12F394A0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824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Intent</a:t>
            </a:r>
          </a:p>
          <a:p>
            <a:pPr lvl="1"/>
            <a:r>
              <a:rPr lang="en-US" sz="2200" dirty="0"/>
              <a:t>It provides a way to access elements of a collection sequentially without exposing the underlying representation of the collection.</a:t>
            </a:r>
          </a:p>
          <a:p>
            <a:pPr marL="457200" lvl="1" indent="0">
              <a:buNone/>
            </a:pPr>
            <a:r>
              <a:rPr lang="en-US" sz="2200" dirty="0"/>
              <a:t>It separates:</a:t>
            </a:r>
          </a:p>
          <a:p>
            <a:pPr lvl="1"/>
            <a:r>
              <a:rPr lang="en-US" sz="2200" dirty="0"/>
              <a:t>Traversal logic</a:t>
            </a:r>
          </a:p>
          <a:p>
            <a:pPr lvl="1"/>
            <a:r>
              <a:rPr lang="en-US" sz="2200" dirty="0"/>
              <a:t>Collection structure</a:t>
            </a:r>
          </a:p>
          <a:p>
            <a:pPr marL="457200" lvl="1" indent="0">
              <a:buNone/>
            </a:pPr>
            <a:r>
              <a:rPr lang="en-US" sz="2200" dirty="0"/>
              <a:t>This allows collections and traversal algorithms to evolve independently.</a:t>
            </a:r>
          </a:p>
          <a:p>
            <a:r>
              <a:rPr lang="en-US" sz="2800" dirty="0"/>
              <a:t>Motivation</a:t>
            </a:r>
          </a:p>
          <a:p>
            <a:pPr marL="457200" lvl="1" indent="0">
              <a:buNone/>
            </a:pPr>
            <a:r>
              <a:rPr lang="en-US" sz="2400" dirty="0"/>
              <a:t>Suppose we have different collections:</a:t>
            </a:r>
          </a:p>
          <a:p>
            <a:pPr lvl="1"/>
            <a:r>
              <a:rPr lang="en-US" sz="2100" dirty="0"/>
              <a:t>Array</a:t>
            </a:r>
          </a:p>
          <a:p>
            <a:pPr lvl="1"/>
            <a:r>
              <a:rPr lang="en-US" sz="2100" dirty="0"/>
              <a:t>List</a:t>
            </a:r>
          </a:p>
          <a:p>
            <a:pPr lvl="1"/>
            <a:r>
              <a:rPr lang="en-US" sz="2100" dirty="0"/>
              <a:t>Tree</a:t>
            </a:r>
          </a:p>
          <a:p>
            <a:pPr lvl="1"/>
            <a:r>
              <a:rPr lang="en-US" sz="2100" dirty="0"/>
              <a:t>Stack</a:t>
            </a:r>
          </a:p>
          <a:p>
            <a:pPr lvl="1"/>
            <a:r>
              <a:rPr lang="en-US" sz="2100" dirty="0"/>
              <a:t>Queue</a:t>
            </a: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Each collection stores data differently. Without the Iterator Pattern:</a:t>
            </a:r>
          </a:p>
          <a:p>
            <a:pPr lvl="1"/>
            <a:r>
              <a:rPr lang="en-US" sz="2100" dirty="0"/>
              <a:t>Clients must know internal structures.</a:t>
            </a:r>
          </a:p>
          <a:p>
            <a:pPr lvl="1"/>
            <a:r>
              <a:rPr lang="en-US" sz="2100" dirty="0"/>
              <a:t>Traversal logic becomes duplicated.</a:t>
            </a:r>
          </a:p>
          <a:p>
            <a:pPr lvl="1"/>
            <a:r>
              <a:rPr lang="en-US" sz="2100" dirty="0"/>
              <a:t>Collection implementations become tightly coupled to clients.</a:t>
            </a:r>
          </a:p>
          <a:p>
            <a:pPr marL="457200" lvl="1" indent="0">
              <a:buNone/>
            </a:pPr>
            <a:r>
              <a:rPr lang="en-US" sz="2400" dirty="0"/>
              <a:t>The Iterator Pattern encapsulates traversal behavior into iterator objects.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3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Intent &amp; Motivation</a:t>
            </a:r>
          </a:p>
        </p:txBody>
      </p:sp>
    </p:spTree>
    <p:extLst>
      <p:ext uri="{BB962C8B-B14F-4D97-AF65-F5344CB8AC3E}">
        <p14:creationId xmlns:p14="http://schemas.microsoft.com/office/powerpoint/2010/main" val="223137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46437-75D2-B43A-AADE-625EB19A3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4D5F7-1E2C-A80D-BCC9-1D84B096C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dirty="0"/>
              <a:t>Hides internal collection representation.</a:t>
            </a:r>
          </a:p>
          <a:p>
            <a:endParaRPr lang="en-US" dirty="0"/>
          </a:p>
          <a:p>
            <a:r>
              <a:rPr lang="en-US" dirty="0"/>
              <a:t>Simplifies collection traversal.</a:t>
            </a:r>
          </a:p>
          <a:p>
            <a:endParaRPr lang="en-US" dirty="0"/>
          </a:p>
          <a:p>
            <a:r>
              <a:rPr lang="en-US" dirty="0"/>
              <a:t>Supports multiple traversal strategies.</a:t>
            </a:r>
          </a:p>
          <a:p>
            <a:endParaRPr lang="en-US" dirty="0"/>
          </a:p>
          <a:p>
            <a:r>
              <a:rPr lang="en-US" dirty="0"/>
              <a:t>Reduces coupling.</a:t>
            </a:r>
          </a:p>
          <a:p>
            <a:endParaRPr lang="en-US" dirty="0"/>
          </a:p>
          <a:p>
            <a:r>
              <a:rPr lang="en-US" dirty="0"/>
              <a:t>Promotes Single Responsibility Principle.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1D851E-1F00-6477-C06F-9087652DF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9F2C9E-C5FB-212E-C4D4-880AD4E2294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279FA8-599F-72FA-3386-9193EFCB38AF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Problems It Solves</a:t>
            </a:r>
          </a:p>
        </p:txBody>
      </p:sp>
    </p:spTree>
    <p:extLst>
      <p:ext uri="{BB962C8B-B14F-4D97-AF65-F5344CB8AC3E}">
        <p14:creationId xmlns:p14="http://schemas.microsoft.com/office/powerpoint/2010/main" val="1560029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CD41-DBB3-EBBB-5468-95AC1324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B1035-79A4-E7F6-A4A7-BADCC9EC7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2800" dirty="0"/>
              <a:t>A TV remote allows you to browse TV channels one by one.</a:t>
            </a:r>
          </a:p>
          <a:p>
            <a:pPr marL="0" indent="365125">
              <a:buNone/>
            </a:pPr>
            <a:r>
              <a:rPr lang="en-US" sz="2800" dirty="0"/>
              <a:t>You do not need to know:</a:t>
            </a:r>
          </a:p>
          <a:p>
            <a:pPr lvl="1"/>
            <a:r>
              <a:rPr lang="en-US" sz="2400" dirty="0"/>
              <a:t>How channels are stored internally</a:t>
            </a:r>
          </a:p>
          <a:p>
            <a:pPr lvl="1"/>
            <a:r>
              <a:rPr lang="en-US" sz="2400" dirty="0"/>
              <a:t>How the television system organizes data</a:t>
            </a:r>
          </a:p>
          <a:p>
            <a:pPr marL="0" indent="0">
              <a:buNone/>
            </a:pPr>
            <a:endParaRPr lang="en-US" sz="2800" dirty="0"/>
          </a:p>
          <a:p>
            <a:pPr marL="0" indent="365125">
              <a:buNone/>
            </a:pPr>
            <a:r>
              <a:rPr lang="en-US" sz="2800" dirty="0"/>
              <a:t>The remote simply provides:</a:t>
            </a:r>
          </a:p>
          <a:p>
            <a:pPr lvl="1"/>
            <a:r>
              <a:rPr lang="en-US" sz="2400" dirty="0"/>
              <a:t>next()</a:t>
            </a:r>
          </a:p>
          <a:p>
            <a:pPr lvl="1"/>
            <a:r>
              <a:rPr lang="en-US" sz="2400" dirty="0"/>
              <a:t>previous()</a:t>
            </a:r>
          </a:p>
          <a:p>
            <a:endParaRPr lang="en-US" sz="2800" dirty="0"/>
          </a:p>
          <a:p>
            <a:pPr marL="365125" indent="0">
              <a:buNone/>
            </a:pPr>
            <a:r>
              <a:rPr lang="en-US" sz="2800" dirty="0"/>
              <a:t>Similarly, an iterator provides controlled sequential access to collection elements.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86F74F-B70E-7A9E-F533-8A26F4000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3F13D9F-C4DF-CC42-A654-EC043B49377F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7D5F917-FD4B-24E0-7F47-D662932DE941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Real-Life Analogy</a:t>
            </a:r>
          </a:p>
        </p:txBody>
      </p:sp>
    </p:spTree>
    <p:extLst>
      <p:ext uri="{BB962C8B-B14F-4D97-AF65-F5344CB8AC3E}">
        <p14:creationId xmlns:p14="http://schemas.microsoft.com/office/powerpoint/2010/main" val="3523902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D0CDA-C174-85CF-68C0-65D13FD86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DB969-3BD8-1B13-7CAD-6247AF08E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dirty="0"/>
              <a:t>Main Participants</a:t>
            </a:r>
          </a:p>
          <a:p>
            <a:pPr lvl="1"/>
            <a:r>
              <a:rPr lang="en-US" dirty="0"/>
              <a:t>Iterator</a:t>
            </a:r>
          </a:p>
          <a:p>
            <a:pPr marL="457200" lvl="1" indent="0">
              <a:buNone/>
            </a:pPr>
            <a:r>
              <a:rPr lang="en-US" sz="2400" dirty="0"/>
              <a:t>	Defines traversal operations.</a:t>
            </a:r>
          </a:p>
          <a:p>
            <a:pPr lvl="1"/>
            <a:r>
              <a:rPr lang="en-US" dirty="0"/>
              <a:t>Concrete Iterator</a:t>
            </a:r>
          </a:p>
          <a:p>
            <a:pPr marL="457200" lvl="1" indent="0">
              <a:buNone/>
            </a:pPr>
            <a:r>
              <a:rPr lang="en-US" sz="2400" dirty="0"/>
              <a:t>	Implements traversal logic.</a:t>
            </a:r>
          </a:p>
          <a:p>
            <a:pPr lvl="1"/>
            <a:r>
              <a:rPr lang="en-US" dirty="0"/>
              <a:t>Aggregate (Collection)</a:t>
            </a:r>
          </a:p>
          <a:p>
            <a:pPr marL="457200" lvl="1" indent="0">
              <a:buNone/>
            </a:pPr>
            <a:r>
              <a:rPr lang="en-US" sz="2400" dirty="0"/>
              <a:t>	Defines method for creating iterators.</a:t>
            </a:r>
          </a:p>
          <a:p>
            <a:pPr lvl="1"/>
            <a:r>
              <a:rPr lang="en-US" dirty="0"/>
              <a:t>Concrete Aggregate</a:t>
            </a:r>
          </a:p>
          <a:p>
            <a:pPr marL="457200" lvl="1" indent="0">
              <a:buNone/>
            </a:pPr>
            <a:r>
              <a:rPr lang="en-US" sz="2400" dirty="0"/>
              <a:t>	Stores objects and creates iterator instances.</a:t>
            </a:r>
          </a:p>
          <a:p>
            <a:pPr lvl="1"/>
            <a:r>
              <a:rPr lang="en-US" dirty="0"/>
              <a:t>Client</a:t>
            </a:r>
          </a:p>
          <a:p>
            <a:pPr marL="457200" lvl="1" indent="0">
              <a:buNone/>
            </a:pPr>
            <a:r>
              <a:rPr lang="en-US" sz="2400" dirty="0"/>
              <a:t>	Uses iterator to traverse elements.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8042A0-2656-DE9E-8BF5-4618F6299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7E326A-1692-DF63-72B3-C5F6269E09E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FE63138-B97F-4D64-A2BD-3C77DDAB0972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Iterator Pattern Structure</a:t>
            </a:r>
          </a:p>
        </p:txBody>
      </p:sp>
    </p:spTree>
    <p:extLst>
      <p:ext uri="{BB962C8B-B14F-4D97-AF65-F5344CB8AC3E}">
        <p14:creationId xmlns:p14="http://schemas.microsoft.com/office/powerpoint/2010/main" val="2019240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0CDA5-2BCE-5336-B8CB-084F2DD30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072AAB-2BDA-1B1C-AA61-335F3A518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29E41B-075B-8321-05B2-DAA937926596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A27B9D0-9FA8-4ABF-1160-8EFDB276BC9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Iterator Pattern – Class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922BAA-0C8A-D1E5-BEAD-3919E1001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405" y="870804"/>
            <a:ext cx="8333190" cy="548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11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148C3-7EDF-6FC9-8454-7706BC8DF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24AD4-85F6-43B5-1CB7-0E68D9E9C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2800" dirty="0"/>
              <a:t>Suppose we have a playlist application.</a:t>
            </a:r>
          </a:p>
          <a:p>
            <a:endParaRPr lang="en-US" sz="2800" dirty="0"/>
          </a:p>
          <a:p>
            <a:r>
              <a:rPr lang="en-US" sz="2800" dirty="0"/>
              <a:t>Users want to browse songs sequentially.</a:t>
            </a:r>
          </a:p>
          <a:p>
            <a:endParaRPr lang="en-US" sz="2800" dirty="0"/>
          </a:p>
          <a:p>
            <a:r>
              <a:rPr lang="en-US" sz="2800" dirty="0"/>
              <a:t>The playlist internally stores songs in an </a:t>
            </a:r>
          </a:p>
          <a:p>
            <a:pPr marL="0" indent="365125">
              <a:buNone/>
            </a:pPr>
            <a:r>
              <a:rPr lang="en-US" sz="2800" dirty="0"/>
              <a:t>array, but clients should not directly access </a:t>
            </a:r>
          </a:p>
          <a:p>
            <a:pPr marL="0" indent="365125">
              <a:buNone/>
            </a:pPr>
            <a:r>
              <a:rPr lang="en-US" sz="2800" dirty="0"/>
              <a:t>the array.</a:t>
            </a:r>
          </a:p>
          <a:p>
            <a:endParaRPr lang="en-US" sz="2800" dirty="0"/>
          </a:p>
          <a:p>
            <a:r>
              <a:rPr lang="en-US" sz="2800" dirty="0"/>
              <a:t>The Iterator Pattern provides a clean traversal mechanism.</a:t>
            </a:r>
            <a:endParaRPr lang="en-US" sz="2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95AF62-B091-6868-4C3B-EDD0EC77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0F08D8-989E-263D-0F12-9C01AB09B3FF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0A94BE3-1EF7-A6E3-4CF5-96D725E28AA3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Example: Music Playlist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5BED90-0335-C952-3244-22BA0EB02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943947"/>
            <a:ext cx="2210803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9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0DC0B-51F6-1ECC-CAB1-00270A74D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0C274-2AFC-BFDC-9C89-B51B28C4C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dirty="0"/>
              <a:t>Client requests iterator from Playlist</a:t>
            </a:r>
          </a:p>
          <a:p>
            <a:endParaRPr lang="en-US" dirty="0"/>
          </a:p>
          <a:p>
            <a:r>
              <a:rPr lang="en-US" dirty="0"/>
              <a:t>Playlist creates </a:t>
            </a:r>
            <a:r>
              <a:rPr lang="en-US" dirty="0" err="1"/>
              <a:t>PlaylistIterator</a:t>
            </a:r>
            <a:endParaRPr lang="en-US" dirty="0"/>
          </a:p>
          <a:p>
            <a:endParaRPr lang="en-US" dirty="0"/>
          </a:p>
          <a:p>
            <a:r>
              <a:rPr lang="en-US" dirty="0"/>
              <a:t>Client repeatedly calls </a:t>
            </a:r>
            <a:r>
              <a:rPr lang="en-US" dirty="0" err="1"/>
              <a:t>hasNext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Client calls next() to get songs</a:t>
            </a:r>
          </a:p>
          <a:p>
            <a:endParaRPr lang="en-US" dirty="0"/>
          </a:p>
          <a:p>
            <a:r>
              <a:rPr lang="en-US" dirty="0"/>
              <a:t>Iterator controls traversal internally</a:t>
            </a:r>
            <a:endParaRPr lang="en-US" sz="2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A6CF20-8DE1-0AC6-6BC9-8B13B9BFE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9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C9ECDB-D909-84FA-11C6-968A40A06D64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CD77A75-98D0-47E2-1B5B-AE6CFE00016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How It Works</a:t>
            </a:r>
          </a:p>
        </p:txBody>
      </p:sp>
    </p:spTree>
    <p:extLst>
      <p:ext uri="{BB962C8B-B14F-4D97-AF65-F5344CB8AC3E}">
        <p14:creationId xmlns:p14="http://schemas.microsoft.com/office/powerpoint/2010/main" val="3268277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98B56-24E6-1122-2730-B648A8522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E0150C-72AF-8790-2D5C-5D06D6BC6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10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FC0162-0154-263A-0E6A-A9C9E61C1A96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90F6715-0F24-B36A-FFD0-883114BE6B7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1E6C9D-3DEB-CB79-BEFA-4C3AD5272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9300"/>
            <a:ext cx="3200400" cy="20218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7C4B72-B9D0-EB2D-0071-697D6718B7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666" y="738487"/>
            <a:ext cx="5681805" cy="505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00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D2EBD-D386-CC4D-D16C-9A3E180B3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845E9F-C23F-A8B7-DE5E-175DB94D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1DA1B3-A7F5-4B2B-07C2-3FA611D0EC3C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BC9F7F1-B886-CD46-6B77-74E11380A829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B8128-A410-115A-0416-1022234DE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85" y="1043932"/>
            <a:ext cx="3508759" cy="2819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C41679-D5D3-F749-0BCF-6DCFD20F1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043932"/>
            <a:ext cx="5140044" cy="30642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298C62-E47B-4A3D-96AB-C1A9CCC219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4190010"/>
            <a:ext cx="1776235" cy="182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09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46560-3E94-A829-2B60-C7CBC337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B03C5-FD83-FF7A-65BD-2EE7A56E2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dirty="0"/>
              <a:t>Advantages of Iterator Pattern</a:t>
            </a:r>
          </a:p>
          <a:p>
            <a:pPr lvl="1"/>
            <a:r>
              <a:rPr lang="en-US" dirty="0"/>
              <a:t>Encapsulates traversal logic.</a:t>
            </a:r>
          </a:p>
          <a:p>
            <a:pPr lvl="1"/>
            <a:r>
              <a:rPr lang="en-US" dirty="0"/>
              <a:t>Hides collection implementation.</a:t>
            </a:r>
          </a:p>
          <a:p>
            <a:pPr lvl="1"/>
            <a:r>
              <a:rPr lang="en-US" dirty="0"/>
              <a:t>Supports multiple traversals.</a:t>
            </a:r>
          </a:p>
          <a:p>
            <a:pPr lvl="1"/>
            <a:r>
              <a:rPr lang="en-US" dirty="0"/>
              <a:t>Simplifies client code.</a:t>
            </a:r>
          </a:p>
          <a:p>
            <a:pPr lvl="1"/>
            <a:r>
              <a:rPr lang="en-US" dirty="0"/>
              <a:t>Promotes clean architecture.</a:t>
            </a:r>
          </a:p>
          <a:p>
            <a:pPr lvl="1"/>
            <a:endParaRPr lang="en-US" sz="3200" dirty="0"/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Adds additional classes.</a:t>
            </a:r>
          </a:p>
          <a:p>
            <a:pPr lvl="1"/>
            <a:r>
              <a:rPr lang="en-US" dirty="0"/>
              <a:t>Can be unnecessary for very simple collections.</a:t>
            </a:r>
            <a:endParaRPr lang="en-US" sz="32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973305-F0BC-FA8B-FC36-56AFA7333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713FFB-B949-FF25-A38F-D15D80A89BCC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AC2E4C5-5BFF-0943-7121-4C94A4FF263C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Advantages &amp; Disadvantages </a:t>
            </a:r>
          </a:p>
        </p:txBody>
      </p:sp>
    </p:spTree>
    <p:extLst>
      <p:ext uri="{BB962C8B-B14F-4D97-AF65-F5344CB8AC3E}">
        <p14:creationId xmlns:p14="http://schemas.microsoft.com/office/powerpoint/2010/main" val="1259420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D06BA-C8CC-25E9-DAA6-4313713AD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EE81D-5698-B906-ECEE-F21C37C1B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dirty="0"/>
              <a:t>You need sequential access to collection elements.</a:t>
            </a:r>
          </a:p>
          <a:p>
            <a:endParaRPr lang="en-US" dirty="0"/>
          </a:p>
          <a:p>
            <a:r>
              <a:rPr lang="en-US" dirty="0"/>
              <a:t>Internal collection structure should remain hidden.</a:t>
            </a:r>
          </a:p>
          <a:p>
            <a:endParaRPr lang="en-US" dirty="0"/>
          </a:p>
          <a:p>
            <a:r>
              <a:rPr lang="en-US" dirty="0"/>
              <a:t>Multiple traversal methods may exist.</a:t>
            </a:r>
          </a:p>
          <a:p>
            <a:endParaRPr lang="en-US" dirty="0"/>
          </a:p>
          <a:p>
            <a:r>
              <a:rPr lang="en-US" dirty="0"/>
              <a:t>You want cleaner traversal logic.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C5C42B-E1D3-C6A0-05DD-50001E60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4910220-2355-1D59-02C5-7D1D691EEA1B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941BE59-5A4A-E234-AD7C-161B5029F724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Use Iterator Pattern when</a:t>
            </a:r>
          </a:p>
        </p:txBody>
      </p:sp>
    </p:spTree>
    <p:extLst>
      <p:ext uri="{BB962C8B-B14F-4D97-AF65-F5344CB8AC3E}">
        <p14:creationId xmlns:p14="http://schemas.microsoft.com/office/powerpoint/2010/main" val="418940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0754A-0C26-CE54-786F-B3F0DA1BC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4D708-77B3-3F61-F9A4-991928E8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CD890AE-23D0-AA3E-7038-5DB69A7920DF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3C28D70-247B-5DA1-614F-09AEBF35EC96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Collections Framework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6C252F-0717-E4E9-8767-EDE83C8A6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887" y="828020"/>
            <a:ext cx="6932225" cy="5882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D2AA89-BAB6-9E15-90FA-3CFC0C8BF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363" y="4953000"/>
            <a:ext cx="2061749" cy="1318913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3255676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AC820-54BD-8F9E-CB65-7CEF338AC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BE379-C900-FB36-659E-9CF5AFA8A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b="1" dirty="0"/>
              <a:t>Composite Pattern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3BF93-FE98-A798-091E-926FCC443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15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ECC8F-6E3D-CBB6-FD04-E9FABED59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64D19-1745-2CAB-0D01-A54CFA548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pPr marL="514350" indent="-457200"/>
            <a:r>
              <a:rPr lang="en-US" sz="2800" dirty="0"/>
              <a:t>The Composite Pattern composes objects into tree structures to represent part-whole hierarchies.</a:t>
            </a:r>
          </a:p>
          <a:p>
            <a:pPr marL="514350" indent="-457200"/>
            <a:endParaRPr lang="en-US" sz="2800" dirty="0"/>
          </a:p>
          <a:p>
            <a:pPr marL="514350" indent="-457200"/>
            <a:r>
              <a:rPr lang="en-US" sz="2800" dirty="0"/>
              <a:t>It allows clients to treat:</a:t>
            </a:r>
          </a:p>
          <a:p>
            <a:pPr lvl="1"/>
            <a:r>
              <a:rPr lang="en-US" sz="2400" dirty="0"/>
              <a:t>Individual objects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Groups of objects</a:t>
            </a:r>
          </a:p>
          <a:p>
            <a:pPr marL="57150" indent="0">
              <a:buNone/>
            </a:pPr>
            <a:endParaRPr lang="en-US" sz="2800" dirty="0"/>
          </a:p>
          <a:p>
            <a:pPr marL="57150" indent="0">
              <a:buNone/>
            </a:pPr>
            <a:r>
              <a:rPr lang="en-US" sz="2800" dirty="0"/>
              <a:t>	uniformly.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2883C2-46F9-4443-C982-F824ADBD2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0A5483E-0FCE-C12E-21F6-8F740527C265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037DBFC-6763-D834-3A99-3339F0612F48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Intent</a:t>
            </a:r>
          </a:p>
        </p:txBody>
      </p:sp>
    </p:spTree>
    <p:extLst>
      <p:ext uri="{BB962C8B-B14F-4D97-AF65-F5344CB8AC3E}">
        <p14:creationId xmlns:p14="http://schemas.microsoft.com/office/powerpoint/2010/main" val="2144000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5166A-1932-F835-2E0F-8E5362378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8AC27-281A-B4A2-4B07-C1630667C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 fontScale="92500" lnSpcReduction="20000"/>
          </a:bodyPr>
          <a:lstStyle/>
          <a:p>
            <a:pPr marL="514350" indent="-457200"/>
            <a:r>
              <a:rPr lang="en-US" sz="2800" dirty="0"/>
              <a:t>Many systems contain hierarchical structures:</a:t>
            </a:r>
          </a:p>
          <a:p>
            <a:pPr lvl="1"/>
            <a:r>
              <a:rPr lang="en-US" sz="2000" dirty="0"/>
              <a:t>File systems</a:t>
            </a:r>
          </a:p>
          <a:p>
            <a:pPr lvl="1"/>
            <a:r>
              <a:rPr lang="en-US" sz="2000" dirty="0"/>
              <a:t>Organization charts</a:t>
            </a:r>
          </a:p>
          <a:p>
            <a:pPr lvl="1"/>
            <a:r>
              <a:rPr lang="en-US" sz="2000" dirty="0"/>
              <a:t>GUI components</a:t>
            </a:r>
          </a:p>
          <a:p>
            <a:pPr lvl="1"/>
            <a:r>
              <a:rPr lang="en-US" sz="2000" dirty="0"/>
              <a:t>XML/HTML documents</a:t>
            </a:r>
          </a:p>
          <a:p>
            <a:pPr marL="457200" lvl="1" indent="0">
              <a:buNone/>
            </a:pPr>
            <a:endParaRPr lang="en-US" sz="2400" dirty="0"/>
          </a:p>
          <a:p>
            <a:pPr marL="514350" indent="-457200"/>
            <a:r>
              <a:rPr lang="en-US" sz="2800" dirty="0"/>
              <a:t>Clients often need to treat:</a:t>
            </a:r>
          </a:p>
          <a:p>
            <a:pPr lvl="1"/>
            <a:r>
              <a:rPr lang="en-US" sz="2000" dirty="0"/>
              <a:t>Single elements</a:t>
            </a:r>
          </a:p>
          <a:p>
            <a:pPr lvl="1"/>
            <a:r>
              <a:rPr lang="en-US" sz="2000" dirty="0"/>
              <a:t>Collections of elements</a:t>
            </a:r>
          </a:p>
          <a:p>
            <a:pPr marL="457200" lvl="1" indent="0">
              <a:buNone/>
            </a:pPr>
            <a:r>
              <a:rPr lang="en-US" sz="2400" dirty="0"/>
              <a:t>in the same way.</a:t>
            </a:r>
          </a:p>
          <a:p>
            <a:pPr marL="457200" lvl="1" indent="0">
              <a:buNone/>
            </a:pPr>
            <a:endParaRPr lang="en-US" sz="2400" dirty="0"/>
          </a:p>
          <a:p>
            <a:pPr marL="514350" indent="-457200"/>
            <a:r>
              <a:rPr lang="en-US" sz="2800" dirty="0"/>
              <a:t>Without Composite Pattern:</a:t>
            </a:r>
          </a:p>
          <a:p>
            <a:pPr lvl="1"/>
            <a:r>
              <a:rPr lang="en-US" sz="2000" dirty="0"/>
              <a:t>Client code becomes complex.</a:t>
            </a:r>
          </a:p>
          <a:p>
            <a:pPr lvl="1"/>
            <a:r>
              <a:rPr lang="en-US" sz="2000" dirty="0"/>
              <a:t>Many special-case conditions appear.</a:t>
            </a:r>
          </a:p>
          <a:p>
            <a:pPr lvl="1"/>
            <a:r>
              <a:rPr lang="en-US" sz="2000" dirty="0"/>
              <a:t>Tree operations become difficult.</a:t>
            </a:r>
          </a:p>
          <a:p>
            <a:pPr marL="457200" lvl="1" indent="0">
              <a:buNone/>
            </a:pPr>
            <a:endParaRPr lang="en-US" sz="2400" dirty="0"/>
          </a:p>
          <a:p>
            <a:pPr marL="514350" indent="-457200"/>
            <a:r>
              <a:rPr lang="en-US" sz="2800" dirty="0"/>
              <a:t>Composite provides a unified abstraction.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D12595-DD8A-B9F2-893A-9F39E8367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007E02-FFD1-2551-E198-817C3BDF45B5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8223EB3-F54E-57AF-0B3B-D7C25FCF5B4F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1541281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969E-6C26-2E36-5F29-AE08FC5F6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FFE9-DEF3-D793-A4AD-6FA0BDD74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dirty="0"/>
              <a:t>Simplifies tree structures.</a:t>
            </a:r>
          </a:p>
          <a:p>
            <a:endParaRPr lang="en-US" dirty="0"/>
          </a:p>
          <a:p>
            <a:r>
              <a:rPr lang="en-US" dirty="0"/>
              <a:t>Treats individual and composite objects uniformly.</a:t>
            </a:r>
          </a:p>
          <a:p>
            <a:endParaRPr lang="en-US" dirty="0"/>
          </a:p>
          <a:p>
            <a:r>
              <a:rPr lang="en-US" dirty="0"/>
              <a:t>Reduces client complexity.</a:t>
            </a:r>
          </a:p>
          <a:p>
            <a:endParaRPr lang="en-US" dirty="0"/>
          </a:p>
          <a:p>
            <a:r>
              <a:rPr lang="en-US" dirty="0"/>
              <a:t>Supports recursive structures.</a:t>
            </a:r>
          </a:p>
          <a:p>
            <a:endParaRPr lang="en-US" dirty="0"/>
          </a:p>
          <a:p>
            <a:r>
              <a:rPr lang="en-US" dirty="0"/>
              <a:t>Simplifies hierarchical processing.</a:t>
            </a:r>
          </a:p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1D55B-AEF5-1102-4789-F2E5DA574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ECFBBFC-2E26-A32C-AA18-D42B2B08688D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A64ECD9-4579-94B8-8C2F-CF2F1C43CAE0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Problems It Solves</a:t>
            </a:r>
          </a:p>
        </p:txBody>
      </p:sp>
    </p:spTree>
    <p:extLst>
      <p:ext uri="{BB962C8B-B14F-4D97-AF65-F5344CB8AC3E}">
        <p14:creationId xmlns:p14="http://schemas.microsoft.com/office/powerpoint/2010/main" val="3209036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CF4B9-E557-439B-D92E-41C4C222F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5F008-F31C-5201-9AE6-7688D99C8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dirty="0"/>
              <a:t>A company organizational structure.</a:t>
            </a:r>
          </a:p>
          <a:p>
            <a:pPr marL="0" indent="365125">
              <a:buNone/>
            </a:pPr>
            <a:r>
              <a:rPr lang="en-US" dirty="0"/>
              <a:t>An employee may be:</a:t>
            </a:r>
          </a:p>
          <a:p>
            <a:pPr lvl="1"/>
            <a:r>
              <a:rPr lang="en-US" dirty="0"/>
              <a:t>An individual worker </a:t>
            </a:r>
            <a:r>
              <a:rPr lang="en-US" sz="3200" dirty="0"/>
              <a:t>OR</a:t>
            </a:r>
          </a:p>
          <a:p>
            <a:pPr lvl="1"/>
            <a:r>
              <a:rPr lang="en-US" dirty="0"/>
              <a:t>A manager supervising employees</a:t>
            </a:r>
          </a:p>
          <a:p>
            <a:endParaRPr lang="en-US" dirty="0"/>
          </a:p>
          <a:p>
            <a:r>
              <a:rPr lang="en-US" dirty="0"/>
              <a:t>Both employees and managers are treated as “employees”.</a:t>
            </a:r>
          </a:p>
          <a:p>
            <a:endParaRPr lang="en-US" dirty="0"/>
          </a:p>
          <a:p>
            <a:r>
              <a:rPr lang="en-US" dirty="0"/>
              <a:t>Managers can contain other employees recursively.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9B30C6-CE25-ADD8-FE74-5A70EFCC7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19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6BA26C-19BC-4DB7-3884-63A987A012BA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007162D-46FB-DD4C-B120-D4C0EB6E8988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Real-Life Analogy</a:t>
            </a:r>
          </a:p>
        </p:txBody>
      </p:sp>
    </p:spTree>
    <p:extLst>
      <p:ext uri="{BB962C8B-B14F-4D97-AF65-F5344CB8AC3E}">
        <p14:creationId xmlns:p14="http://schemas.microsoft.com/office/powerpoint/2010/main" val="893693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D16DC-EE6A-804A-2DEE-5D80F9E08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A5FFE-4436-6E15-FE52-5333D8171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dirty="0"/>
              <a:t>Main Participants</a:t>
            </a:r>
          </a:p>
          <a:p>
            <a:pPr lvl="1"/>
            <a:r>
              <a:rPr lang="en-US" dirty="0"/>
              <a:t>Component</a:t>
            </a:r>
          </a:p>
          <a:p>
            <a:pPr marL="457200" lvl="1" indent="0">
              <a:buNone/>
            </a:pPr>
            <a:r>
              <a:rPr lang="en-US" sz="2400" dirty="0"/>
              <a:t>Common interface for all objects.</a:t>
            </a:r>
            <a:endParaRPr lang="en-US" dirty="0"/>
          </a:p>
          <a:p>
            <a:pPr lvl="1"/>
            <a:endParaRPr lang="en-US" sz="2000" dirty="0"/>
          </a:p>
          <a:p>
            <a:pPr lvl="1"/>
            <a:r>
              <a:rPr lang="en-US" dirty="0"/>
              <a:t>Leaf</a:t>
            </a:r>
          </a:p>
          <a:p>
            <a:pPr marL="457200" lvl="1" indent="0">
              <a:buNone/>
            </a:pPr>
            <a:r>
              <a:rPr lang="en-US" sz="2400" dirty="0"/>
              <a:t>Represents individual objects.</a:t>
            </a:r>
            <a:endParaRPr lang="en-US" dirty="0"/>
          </a:p>
          <a:p>
            <a:pPr lvl="1"/>
            <a:endParaRPr lang="en-US" sz="2000" dirty="0"/>
          </a:p>
          <a:p>
            <a:pPr lvl="1"/>
            <a:r>
              <a:rPr lang="en-US" dirty="0"/>
              <a:t>Composite</a:t>
            </a:r>
          </a:p>
          <a:p>
            <a:pPr marL="457200" lvl="1" indent="0">
              <a:buNone/>
            </a:pPr>
            <a:r>
              <a:rPr lang="en-US" sz="2400" dirty="0"/>
              <a:t>Contains child components.</a:t>
            </a:r>
            <a:endParaRPr lang="en-US" dirty="0"/>
          </a:p>
          <a:p>
            <a:pPr lvl="1"/>
            <a:endParaRPr lang="en-US" sz="2000" dirty="0"/>
          </a:p>
          <a:p>
            <a:pPr lvl="1"/>
            <a:r>
              <a:rPr lang="en-US" dirty="0"/>
              <a:t>Client</a:t>
            </a:r>
          </a:p>
          <a:p>
            <a:pPr marL="457200" lvl="1" indent="0">
              <a:buNone/>
            </a:pPr>
            <a:r>
              <a:rPr lang="en-US" sz="2400" dirty="0"/>
              <a:t>Works uniformly with all components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0D65F9-B507-C783-6065-0DAD20AC6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20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1F3519-45AE-6F14-0AD5-43F525855C0E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D34DA4-566D-DA36-4666-E98B4CB662AB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Composite Pattern Structure</a:t>
            </a:r>
          </a:p>
        </p:txBody>
      </p:sp>
    </p:spTree>
    <p:extLst>
      <p:ext uri="{BB962C8B-B14F-4D97-AF65-F5344CB8AC3E}">
        <p14:creationId xmlns:p14="http://schemas.microsoft.com/office/powerpoint/2010/main" val="2198968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53F50-A347-AA15-485B-95B8B2C1C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02013-021C-4782-8C8D-EBEC6846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21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D05176-4F9B-6B66-0863-416A93894079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1062C74-E93E-C6A1-3BBF-FF5F767D8255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Composite Pattern – Class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3D21A8-46AA-5A54-60DF-B0389BDCF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090" y="806249"/>
            <a:ext cx="7225819" cy="572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11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6C290-A884-B555-3589-06926FA20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62E59-DB41-F360-847E-C08F4534C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sz="2800" dirty="0"/>
              <a:t>We model:</a:t>
            </a:r>
          </a:p>
          <a:p>
            <a:pPr lvl="1"/>
            <a:r>
              <a:rPr lang="en-US" sz="2400" dirty="0"/>
              <a:t>Files</a:t>
            </a:r>
          </a:p>
          <a:p>
            <a:pPr lvl="1"/>
            <a:r>
              <a:rPr lang="en-US" sz="2400" dirty="0"/>
              <a:t>Folders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Folders may contain:</a:t>
            </a:r>
          </a:p>
          <a:p>
            <a:pPr lvl="1"/>
            <a:r>
              <a:rPr lang="en-US" sz="2400" dirty="0"/>
              <a:t>Files</a:t>
            </a:r>
            <a:endParaRPr lang="en-US" sz="2800" dirty="0"/>
          </a:p>
          <a:p>
            <a:pPr lvl="1"/>
            <a:r>
              <a:rPr lang="en-US" sz="2400" dirty="0"/>
              <a:t>Other folders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Clients should treat both uniformly.</a:t>
            </a:r>
            <a:endParaRPr lang="en-US" sz="2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9BBA13-EE17-72CF-0687-5B8E4B10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9B5DE1-038B-B910-554D-358C5AC2D39F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5051999-C785-B704-FFDE-0CDA26724C8E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Example: File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81C06D-4871-42E0-BAEB-8FE782D21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998" y="1066800"/>
            <a:ext cx="4834404" cy="400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405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F6673-CE27-A95E-F055-8918F5F0F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FBF15-12CC-86FB-EA84-34B697635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dirty="0"/>
              <a:t>Client creates files and folders</a:t>
            </a:r>
          </a:p>
          <a:p>
            <a:endParaRPr lang="en-US" dirty="0"/>
          </a:p>
          <a:p>
            <a:r>
              <a:rPr lang="en-US" dirty="0"/>
              <a:t>Folder stores </a:t>
            </a:r>
            <a:r>
              <a:rPr lang="en-US" dirty="0" err="1"/>
              <a:t>FileComponent</a:t>
            </a:r>
            <a:r>
              <a:rPr lang="en-US" dirty="0"/>
              <a:t> objects</a:t>
            </a:r>
          </a:p>
          <a:p>
            <a:endParaRPr lang="en-US" dirty="0"/>
          </a:p>
          <a:p>
            <a:r>
              <a:rPr lang="en-US" dirty="0"/>
              <a:t>Folder may contain files or other folders</a:t>
            </a:r>
          </a:p>
          <a:p>
            <a:endParaRPr lang="en-US" dirty="0"/>
          </a:p>
          <a:p>
            <a:r>
              <a:rPr lang="en-US" dirty="0"/>
              <a:t>Client calls </a:t>
            </a:r>
            <a:r>
              <a:rPr lang="en-US" dirty="0" err="1"/>
              <a:t>showDetails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Composite recursively delegates calls to children</a:t>
            </a:r>
            <a:endParaRPr lang="en-US" sz="24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090F03-87DF-37C5-AB41-59ECB26E2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23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FBE54C-DD99-1E17-7F5E-A10F867D4E9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64F9708-011A-ADB8-629F-9F91426B5B83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How It Works</a:t>
            </a:r>
          </a:p>
        </p:txBody>
      </p:sp>
    </p:spTree>
    <p:extLst>
      <p:ext uri="{BB962C8B-B14F-4D97-AF65-F5344CB8AC3E}">
        <p14:creationId xmlns:p14="http://schemas.microsoft.com/office/powerpoint/2010/main" val="3997822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1BCE1-337B-34DD-A652-6D2394AF9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84E003-B5E8-A6DA-70A4-D76D84071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24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B302510-47F3-EA58-0976-E78A0A5BE577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633A883-D86A-21D5-0D7C-DE2FDEED40AA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839A42-E836-FD86-F203-DD5052437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71302"/>
            <a:ext cx="3881823" cy="19353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41A24F-DB17-CC13-13B3-F32D6F4727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606620"/>
            <a:ext cx="5257800" cy="409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984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45C95-A866-854C-98C9-DABC0DDCF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7728AC-AE2E-CCEC-CF26-D783610D3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5B44C3-D1A8-2A1B-7D1C-127B8D44585D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2504316-594A-D56D-5639-6F520BFD2ACD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7B551A-B125-9B05-2C67-463D4002F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6" y="875846"/>
            <a:ext cx="4968309" cy="584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589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10455-A6D5-FA79-930B-D458100CC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F45D40-CE5F-7E2B-7E73-56594B49A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D545D1-67A8-BF44-2341-F3F22156C4A6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83300FB-98C3-BEFB-BE99-30E74FB5064E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Java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AF0656-A805-F573-96E3-C9BA49D71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817235"/>
            <a:ext cx="5956300" cy="5549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01D70B-BF5D-89D4-3158-5DCD1A2EC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357" y="3803650"/>
            <a:ext cx="22479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5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8A61D-14E9-7CD5-41AF-3F9A3BCE7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0CB43-EAAA-BDB8-7F71-BCB944640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dirty="0"/>
              <a:t>Advantages of Composite Pattern</a:t>
            </a:r>
          </a:p>
          <a:p>
            <a:pPr lvl="1"/>
            <a:r>
              <a:rPr lang="en-US" dirty="0"/>
              <a:t>Simplifies tree structures.</a:t>
            </a:r>
          </a:p>
          <a:p>
            <a:pPr lvl="1"/>
            <a:r>
              <a:rPr lang="en-US" dirty="0"/>
              <a:t>Treats leaves and composites uniformly.</a:t>
            </a:r>
          </a:p>
          <a:p>
            <a:pPr lvl="1"/>
            <a:r>
              <a:rPr lang="en-US" dirty="0"/>
              <a:t>Supports recursive composition.</a:t>
            </a:r>
          </a:p>
          <a:p>
            <a:pPr lvl="1"/>
            <a:r>
              <a:rPr lang="en-US" dirty="0"/>
              <a:t>Simplifies client code.</a:t>
            </a:r>
          </a:p>
          <a:p>
            <a:pPr lvl="1"/>
            <a:r>
              <a:rPr lang="en-US" dirty="0"/>
              <a:t>Easy to add new component types.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Can make design overly general.</a:t>
            </a:r>
          </a:p>
          <a:p>
            <a:pPr lvl="1"/>
            <a:r>
              <a:rPr lang="en-US" dirty="0"/>
              <a:t>Harder to restrict valid child types.</a:t>
            </a:r>
          </a:p>
          <a:p>
            <a:pPr lvl="1"/>
            <a:r>
              <a:rPr lang="en-US" dirty="0"/>
              <a:t>Recursive structures may become complex.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256395-C224-DAF3-224D-12F3C3C32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2500EC-02EA-92D8-C2C0-D338F24B6903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B15F8D6-FB22-7BBA-58D5-3AA268B76FCF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Advantages &amp; Disadvantages </a:t>
            </a:r>
          </a:p>
        </p:txBody>
      </p:sp>
    </p:spTree>
    <p:extLst>
      <p:ext uri="{BB962C8B-B14F-4D97-AF65-F5344CB8AC3E}">
        <p14:creationId xmlns:p14="http://schemas.microsoft.com/office/powerpoint/2010/main" val="147782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7D3EC-D44C-39D0-3E9B-132C9EEEC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01532-CA42-73D0-7DB7-3BAE1FB9C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1477"/>
            <a:ext cx="9144000" cy="5989783"/>
          </a:xfrm>
        </p:spPr>
        <p:txBody>
          <a:bodyPr>
            <a:normAutofit/>
          </a:bodyPr>
          <a:lstStyle/>
          <a:p>
            <a:r>
              <a:rPr lang="en-US" dirty="0"/>
              <a:t>You have tree-like structures.</a:t>
            </a:r>
          </a:p>
          <a:p>
            <a:endParaRPr lang="en-US" dirty="0"/>
          </a:p>
          <a:p>
            <a:r>
              <a:rPr lang="en-US" dirty="0"/>
              <a:t>Individual and grouped objects should be treated uniformly.</a:t>
            </a:r>
          </a:p>
          <a:p>
            <a:endParaRPr lang="en-US" dirty="0"/>
          </a:p>
          <a:p>
            <a:r>
              <a:rPr lang="en-US" dirty="0"/>
              <a:t>Recursive object composition is needed.</a:t>
            </a:r>
          </a:p>
          <a:p>
            <a:endParaRPr lang="en-US" dirty="0"/>
          </a:p>
          <a:p>
            <a:r>
              <a:rPr lang="en-US" dirty="0"/>
              <a:t>Hierarchical operations are common.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2391B0-B367-EC4F-FEAF-FB53F6B6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FCB131-8F4A-B9C9-68B7-BE036686A571}"/>
              </a:ext>
            </a:extLst>
          </p:cNvPr>
          <p:cNvCxnSpPr/>
          <p:nvPr/>
        </p:nvCxnSpPr>
        <p:spPr>
          <a:xfrm>
            <a:off x="0" y="328257"/>
            <a:ext cx="9144000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AD7843C-63BD-7F8B-A1C1-0C468AD90977}"/>
              </a:ext>
            </a:extLst>
          </p:cNvPr>
          <p:cNvSpPr txBox="1"/>
          <p:nvPr/>
        </p:nvSpPr>
        <p:spPr>
          <a:xfrm>
            <a:off x="0" y="30480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US" dirty="0"/>
              <a:t>When to Use Composite Pattern</a:t>
            </a:r>
          </a:p>
        </p:txBody>
      </p:sp>
    </p:spTree>
    <p:extLst>
      <p:ext uri="{BB962C8B-B14F-4D97-AF65-F5344CB8AC3E}">
        <p14:creationId xmlns:p14="http://schemas.microsoft.com/office/powerpoint/2010/main" val="12239246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E6CAA-3A96-3304-2F40-430B37838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201F1B-F6B6-FF0F-26C1-9321ED6B6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627" y="1873250"/>
            <a:ext cx="3962400" cy="31115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043AD5-88F1-85C0-719E-4FB37F84E1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800100"/>
            <a:ext cx="4165600" cy="52578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656154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21690</TotalTime>
  <Words>762</Words>
  <Application>Microsoft Macintosh PowerPoint</Application>
  <PresentationFormat>On-screen Show (4:3)</PresentationFormat>
  <Paragraphs>236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Times New Roman</vt:lpstr>
      <vt:lpstr>Office Theme</vt:lpstr>
      <vt:lpstr>Object-Oriented Software Analysis &amp; Design (COMP-3220)  Lecture 9  Iterator and Composite Patterns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Analytics</dc:title>
  <dc:creator>mehdi</dc:creator>
  <cp:lastModifiedBy>Saeed Samet</cp:lastModifiedBy>
  <cp:revision>3399</cp:revision>
  <dcterms:created xsi:type="dcterms:W3CDTF">2006-08-16T00:00:00Z</dcterms:created>
  <dcterms:modified xsi:type="dcterms:W3CDTF">2026-06-24T15:01:12Z</dcterms:modified>
</cp:coreProperties>
</file>