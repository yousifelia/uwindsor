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75" r:id="rId11"/>
    <p:sldId id="370" r:id="rId12"/>
    <p:sldId id="371" r:id="rId13"/>
    <p:sldId id="372" r:id="rId14"/>
    <p:sldId id="373" r:id="rId15"/>
    <p:sldId id="369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86E5B-4732-E84F-9A87-E668014D0CC4}" v="59" dt="2026-04-24T13:43:02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6" autoAdjust="0"/>
    <p:restoredTop sz="96301" autoAdjust="0"/>
  </p:normalViewPr>
  <p:slideViewPr>
    <p:cSldViewPr>
      <p:cViewPr varScale="1">
        <p:scale>
          <a:sx n="118" d="100"/>
          <a:sy n="118" d="100"/>
        </p:scale>
        <p:origin x="2032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redo custSel addSld delSld modSld sldOrd">
      <pc:chgData name="Saeed Samet" userId="cfbf7cda-a3f0-4a18-b58e-e4747a47ab2e" providerId="ADAL" clId="{1DAAA582-D431-51E1-B726-79BB57AE61A7}" dt="2026-04-24T13:43:02.452" v="1784"/>
      <pc:docMkLst>
        <pc:docMk/>
      </pc:docMkLst>
      <pc:sldChg chg="modSp mod">
        <pc:chgData name="Saeed Samet" userId="cfbf7cda-a3f0-4a18-b58e-e4747a47ab2e" providerId="ADAL" clId="{1DAAA582-D431-51E1-B726-79BB57AE61A7}" dt="2026-04-17T18:46:20.902" v="22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4-17T18:46:20.902" v="22"/>
          <ac:spMkLst>
            <pc:docMk/>
            <pc:sldMk cId="2931880077" sldId="256"/>
            <ac:spMk id="2" creationId="{00000000-0000-0000-0000-000000000000}"/>
          </ac:spMkLst>
        </pc:spChg>
      </pc:sldChg>
      <pc:sldChg chg="modSp mod">
        <pc:chgData name="Saeed Samet" userId="cfbf7cda-a3f0-4a18-b58e-e4747a47ab2e" providerId="ADAL" clId="{1DAAA582-D431-51E1-B726-79BB57AE61A7}" dt="2026-04-17T18:50:57.001" v="82" actId="20577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4-17T18:50:57.001" v="82" actId="20577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4-17T18:50:26.785" v="75" actId="5793"/>
          <ac:spMkLst>
            <pc:docMk/>
            <pc:sldMk cId="223137185" sldId="361"/>
            <ac:spMk id="7" creationId="{00000000-0000-0000-0000-000000000000}"/>
          </ac:spMkLst>
        </pc:spChg>
      </pc:sldChg>
      <pc:sldChg chg="modSp add mod">
        <pc:chgData name="Saeed Samet" userId="cfbf7cda-a3f0-4a18-b58e-e4747a47ab2e" providerId="ADAL" clId="{1DAAA582-D431-51E1-B726-79BB57AE61A7}" dt="2026-04-17T18:56:40.103" v="105" actId="114"/>
        <pc:sldMkLst>
          <pc:docMk/>
          <pc:sldMk cId="1204296183" sldId="362"/>
        </pc:sldMkLst>
        <pc:spChg chg="mod">
          <ac:chgData name="Saeed Samet" userId="cfbf7cda-a3f0-4a18-b58e-e4747a47ab2e" providerId="ADAL" clId="{1DAAA582-D431-51E1-B726-79BB57AE61A7}" dt="2026-04-17T18:56:40.103" v="105" actId="114"/>
          <ac:spMkLst>
            <pc:docMk/>
            <pc:sldMk cId="1204296183" sldId="362"/>
            <ac:spMk id="3" creationId="{BED40153-821A-E64B-72F4-FFD801C2CCD9}"/>
          </ac:spMkLst>
        </pc:spChg>
        <pc:spChg chg="mod">
          <ac:chgData name="Saeed Samet" userId="cfbf7cda-a3f0-4a18-b58e-e4747a47ab2e" providerId="ADAL" clId="{1DAAA582-D431-51E1-B726-79BB57AE61A7}" dt="2026-04-17T18:52:07.787" v="87"/>
          <ac:spMkLst>
            <pc:docMk/>
            <pc:sldMk cId="1204296183" sldId="362"/>
            <ac:spMk id="7" creationId="{C576FE74-2457-5D8F-BF68-49E3EADB5504}"/>
          </ac:spMkLst>
        </pc:spChg>
      </pc:sldChg>
      <pc:sldChg chg="addSp delSp modSp new mod ord">
        <pc:chgData name="Saeed Samet" userId="cfbf7cda-a3f0-4a18-b58e-e4747a47ab2e" providerId="ADAL" clId="{1DAAA582-D431-51E1-B726-79BB57AE61A7}" dt="2026-04-17T19:10:09.919" v="278" actId="20578"/>
        <pc:sldMkLst>
          <pc:docMk/>
          <pc:sldMk cId="1707613629" sldId="363"/>
        </pc:sldMkLst>
        <pc:spChg chg="add mod">
          <ac:chgData name="Saeed Samet" userId="cfbf7cda-a3f0-4a18-b58e-e4747a47ab2e" providerId="ADAL" clId="{1DAAA582-D431-51E1-B726-79BB57AE61A7}" dt="2026-04-17T19:01:10.813" v="159" actId="14100"/>
          <ac:spMkLst>
            <pc:docMk/>
            <pc:sldMk cId="1707613629" sldId="363"/>
            <ac:spMk id="8" creationId="{7A53EA53-D374-C5C9-2D87-41282FC24386}"/>
          </ac:spMkLst>
        </pc:spChg>
        <pc:picChg chg="add mod">
          <ac:chgData name="Saeed Samet" userId="cfbf7cda-a3f0-4a18-b58e-e4747a47ab2e" providerId="ADAL" clId="{1DAAA582-D431-51E1-B726-79BB57AE61A7}" dt="2026-04-17T19:01:30.049" v="162" actId="1076"/>
          <ac:picMkLst>
            <pc:docMk/>
            <pc:sldMk cId="1707613629" sldId="363"/>
            <ac:picMk id="6" creationId="{9F7D76E8-1F9F-9FE5-6977-139D46976B02}"/>
          </ac:picMkLst>
        </pc:picChg>
      </pc:sldChg>
      <pc:sldChg chg="modSp add mod ord">
        <pc:chgData name="Saeed Samet" userId="cfbf7cda-a3f0-4a18-b58e-e4747a47ab2e" providerId="ADAL" clId="{1DAAA582-D431-51E1-B726-79BB57AE61A7}" dt="2026-04-17T19:10:13.794" v="279" actId="20578"/>
        <pc:sldMkLst>
          <pc:docMk/>
          <pc:sldMk cId="573604698" sldId="364"/>
        </pc:sldMkLst>
        <pc:spChg chg="mod">
          <ac:chgData name="Saeed Samet" userId="cfbf7cda-a3f0-4a18-b58e-e4747a47ab2e" providerId="ADAL" clId="{1DAAA582-D431-51E1-B726-79BB57AE61A7}" dt="2026-04-17T19:05:56.255" v="276" actId="20577"/>
          <ac:spMkLst>
            <pc:docMk/>
            <pc:sldMk cId="573604698" sldId="364"/>
            <ac:spMk id="8" creationId="{4CA08E93-C3A5-E0CE-839B-4C3EA57EC16E}"/>
          </ac:spMkLst>
        </pc:spChg>
        <pc:picChg chg="mod">
          <ac:chgData name="Saeed Samet" userId="cfbf7cda-a3f0-4a18-b58e-e4747a47ab2e" providerId="ADAL" clId="{1DAAA582-D431-51E1-B726-79BB57AE61A7}" dt="2026-04-17T19:02:10.201" v="164" actId="14826"/>
          <ac:picMkLst>
            <pc:docMk/>
            <pc:sldMk cId="573604698" sldId="364"/>
            <ac:picMk id="6" creationId="{5A9A7673-354A-F92C-6894-BBF5B91CCAB4}"/>
          </ac:picMkLst>
        </pc:picChg>
      </pc:sldChg>
      <pc:sldChg chg="modSp add mod">
        <pc:chgData name="Saeed Samet" userId="cfbf7cda-a3f0-4a18-b58e-e4747a47ab2e" providerId="ADAL" clId="{1DAAA582-D431-51E1-B726-79BB57AE61A7}" dt="2026-04-17T21:05:45.182" v="1156" actId="108"/>
        <pc:sldMkLst>
          <pc:docMk/>
          <pc:sldMk cId="1556815088" sldId="365"/>
        </pc:sldMkLst>
        <pc:spChg chg="mod">
          <ac:chgData name="Saeed Samet" userId="cfbf7cda-a3f0-4a18-b58e-e4747a47ab2e" providerId="ADAL" clId="{1DAAA582-D431-51E1-B726-79BB57AE61A7}" dt="2026-04-17T21:05:45.182" v="1156" actId="108"/>
          <ac:spMkLst>
            <pc:docMk/>
            <pc:sldMk cId="1556815088" sldId="365"/>
            <ac:spMk id="3" creationId="{EDB847B9-BEB8-A5BA-68AC-40E02A996DDF}"/>
          </ac:spMkLst>
        </pc:spChg>
        <pc:spChg chg="mod">
          <ac:chgData name="Saeed Samet" userId="cfbf7cda-a3f0-4a18-b58e-e4747a47ab2e" providerId="ADAL" clId="{1DAAA582-D431-51E1-B726-79BB57AE61A7}" dt="2026-04-17T19:10:38.157" v="294" actId="20577"/>
          <ac:spMkLst>
            <pc:docMk/>
            <pc:sldMk cId="1556815088" sldId="365"/>
            <ac:spMk id="7" creationId="{9D5E249C-A3E8-5741-118F-276197F80B4D}"/>
          </ac:spMkLst>
        </pc:spChg>
      </pc:sldChg>
      <pc:sldChg chg="addSp delSp modSp new mod">
        <pc:chgData name="Saeed Samet" userId="cfbf7cda-a3f0-4a18-b58e-e4747a47ab2e" providerId="ADAL" clId="{1DAAA582-D431-51E1-B726-79BB57AE61A7}" dt="2026-04-17T19:18:43.562" v="352" actId="27636"/>
        <pc:sldMkLst>
          <pc:docMk/>
          <pc:sldMk cId="2859326394" sldId="366"/>
        </pc:sldMkLst>
        <pc:spChg chg="add mod">
          <ac:chgData name="Saeed Samet" userId="cfbf7cda-a3f0-4a18-b58e-e4747a47ab2e" providerId="ADAL" clId="{1DAAA582-D431-51E1-B726-79BB57AE61A7}" dt="2026-04-17T19:18:43.562" v="352" actId="27636"/>
          <ac:spMkLst>
            <pc:docMk/>
            <pc:sldMk cId="2859326394" sldId="366"/>
            <ac:spMk id="9" creationId="{68B126B6-7919-A6EB-2AC3-E7F5377CFC7A}"/>
          </ac:spMkLst>
        </pc:spChg>
        <pc:picChg chg="add mod">
          <ac:chgData name="Saeed Samet" userId="cfbf7cda-a3f0-4a18-b58e-e4747a47ab2e" providerId="ADAL" clId="{1DAAA582-D431-51E1-B726-79BB57AE61A7}" dt="2026-04-17T19:16:35.627" v="329" actId="14100"/>
          <ac:picMkLst>
            <pc:docMk/>
            <pc:sldMk cId="2859326394" sldId="366"/>
            <ac:picMk id="6" creationId="{3415C5B6-6100-BB67-EF81-E272B48D312A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7T19:20:32.956" v="363" actId="1076"/>
        <pc:sldMkLst>
          <pc:docMk/>
          <pc:sldMk cId="1276983292" sldId="367"/>
        </pc:sldMkLst>
        <pc:picChg chg="add del mod">
          <ac:chgData name="Saeed Samet" userId="cfbf7cda-a3f0-4a18-b58e-e4747a47ab2e" providerId="ADAL" clId="{1DAAA582-D431-51E1-B726-79BB57AE61A7}" dt="2026-04-17T19:20:32.956" v="363" actId="1076"/>
          <ac:picMkLst>
            <pc:docMk/>
            <pc:sldMk cId="1276983292" sldId="367"/>
            <ac:picMk id="6" creationId="{26152BC6-A601-E148-7885-2E999A10932F}"/>
          </ac:picMkLst>
        </pc:picChg>
      </pc:sldChg>
      <pc:sldChg chg="modSp add mod">
        <pc:chgData name="Saeed Samet" userId="cfbf7cda-a3f0-4a18-b58e-e4747a47ab2e" providerId="ADAL" clId="{1DAAA582-D431-51E1-B726-79BB57AE61A7}" dt="2026-04-17T21:06:55.998" v="1171" actId="20577"/>
        <pc:sldMkLst>
          <pc:docMk/>
          <pc:sldMk cId="3373684738" sldId="368"/>
        </pc:sldMkLst>
        <pc:spChg chg="mod">
          <ac:chgData name="Saeed Samet" userId="cfbf7cda-a3f0-4a18-b58e-e4747a47ab2e" providerId="ADAL" clId="{1DAAA582-D431-51E1-B726-79BB57AE61A7}" dt="2026-04-17T21:06:55.998" v="1171" actId="20577"/>
          <ac:spMkLst>
            <pc:docMk/>
            <pc:sldMk cId="3373684738" sldId="368"/>
            <ac:spMk id="3" creationId="{B0E43895-AD4F-F1A6-A2BB-1BE0F6A66420}"/>
          </ac:spMkLst>
        </pc:spChg>
        <pc:spChg chg="mod">
          <ac:chgData name="Saeed Samet" userId="cfbf7cda-a3f0-4a18-b58e-e4747a47ab2e" providerId="ADAL" clId="{1DAAA582-D431-51E1-B726-79BB57AE61A7}" dt="2026-04-17T19:21:03.578" v="365"/>
          <ac:spMkLst>
            <pc:docMk/>
            <pc:sldMk cId="3373684738" sldId="368"/>
            <ac:spMk id="7" creationId="{7F54CFFF-5F66-4D32-F97C-DA7E167614CD}"/>
          </ac:spMkLst>
        </pc:spChg>
      </pc:sldChg>
      <pc:sldChg chg="addSp delSp modSp add mod ord">
        <pc:chgData name="Saeed Samet" userId="cfbf7cda-a3f0-4a18-b58e-e4747a47ab2e" providerId="ADAL" clId="{1DAAA582-D431-51E1-B726-79BB57AE61A7}" dt="2026-04-17T21:21:15.100" v="1245" actId="27636"/>
        <pc:sldMkLst>
          <pc:docMk/>
          <pc:sldMk cId="50990525" sldId="369"/>
        </pc:sldMkLst>
        <pc:spChg chg="add mod">
          <ac:chgData name="Saeed Samet" userId="cfbf7cda-a3f0-4a18-b58e-e4747a47ab2e" providerId="ADAL" clId="{1DAAA582-D431-51E1-B726-79BB57AE61A7}" dt="2026-04-17T21:21:15.100" v="1245" actId="27636"/>
          <ac:spMkLst>
            <pc:docMk/>
            <pc:sldMk cId="50990525" sldId="369"/>
            <ac:spMk id="12" creationId="{F7A24FA0-5A0D-8CB1-B73E-87E64563FC44}"/>
          </ac:spMkLst>
        </pc:spChg>
        <pc:spChg chg="add mod">
          <ac:chgData name="Saeed Samet" userId="cfbf7cda-a3f0-4a18-b58e-e4747a47ab2e" providerId="ADAL" clId="{1DAAA582-D431-51E1-B726-79BB57AE61A7}" dt="2026-04-17T21:04:46.077" v="1146" actId="113"/>
          <ac:spMkLst>
            <pc:docMk/>
            <pc:sldMk cId="50990525" sldId="369"/>
            <ac:spMk id="15" creationId="{14236298-5C40-1DCB-B9E9-C28D831E3974}"/>
          </ac:spMkLst>
        </pc:spChg>
        <pc:spChg chg="add mod">
          <ac:chgData name="Saeed Samet" userId="cfbf7cda-a3f0-4a18-b58e-e4747a47ab2e" providerId="ADAL" clId="{1DAAA582-D431-51E1-B726-79BB57AE61A7}" dt="2026-04-17T21:21:11.363" v="1243" actId="1035"/>
          <ac:spMkLst>
            <pc:docMk/>
            <pc:sldMk cId="50990525" sldId="369"/>
            <ac:spMk id="16" creationId="{5381E686-6C5D-CE0A-18EB-87645A2F21F4}"/>
          </ac:spMkLst>
        </pc:spChg>
        <pc:picChg chg="add mod">
          <ac:chgData name="Saeed Samet" userId="cfbf7cda-a3f0-4a18-b58e-e4747a47ab2e" providerId="ADAL" clId="{1DAAA582-D431-51E1-B726-79BB57AE61A7}" dt="2026-04-17T21:03:13.199" v="1124" actId="1076"/>
          <ac:picMkLst>
            <pc:docMk/>
            <pc:sldMk cId="50990525" sldId="369"/>
            <ac:picMk id="14" creationId="{2BA36258-7D4B-841F-2967-7975CAAA2142}"/>
          </ac:picMkLst>
        </pc:picChg>
      </pc:sldChg>
      <pc:sldChg chg="addSp modSp add mod">
        <pc:chgData name="Saeed Samet" userId="cfbf7cda-a3f0-4a18-b58e-e4747a47ab2e" providerId="ADAL" clId="{1DAAA582-D431-51E1-B726-79BB57AE61A7}" dt="2026-04-17T19:55:06.857" v="835"/>
        <pc:sldMkLst>
          <pc:docMk/>
          <pc:sldMk cId="3291455083" sldId="370"/>
        </pc:sldMkLst>
        <pc:spChg chg="mod">
          <ac:chgData name="Saeed Samet" userId="cfbf7cda-a3f0-4a18-b58e-e4747a47ab2e" providerId="ADAL" clId="{1DAAA582-D431-51E1-B726-79BB57AE61A7}" dt="2026-04-17T19:48:23.331" v="834" actId="20577"/>
          <ac:spMkLst>
            <pc:docMk/>
            <pc:sldMk cId="3291455083" sldId="370"/>
            <ac:spMk id="3" creationId="{D408354D-4992-64AC-6CF9-754B7CDE431B}"/>
          </ac:spMkLst>
        </pc:spChg>
        <pc:spChg chg="mod">
          <ac:chgData name="Saeed Samet" userId="cfbf7cda-a3f0-4a18-b58e-e4747a47ab2e" providerId="ADAL" clId="{1DAAA582-D431-51E1-B726-79BB57AE61A7}" dt="2026-04-17T19:46:25.421" v="818" actId="20577"/>
          <ac:spMkLst>
            <pc:docMk/>
            <pc:sldMk cId="3291455083" sldId="370"/>
            <ac:spMk id="7" creationId="{E07FE375-FCCB-8B92-A5B0-49DE8B4327B6}"/>
          </ac:spMkLst>
        </pc:spChg>
      </pc:sldChg>
      <pc:sldChg chg="addSp modSp add mod">
        <pc:chgData name="Saeed Samet" userId="cfbf7cda-a3f0-4a18-b58e-e4747a47ab2e" providerId="ADAL" clId="{1DAAA582-D431-51E1-B726-79BB57AE61A7}" dt="2026-04-17T20:18:23.282" v="1025" actId="14100"/>
        <pc:sldMkLst>
          <pc:docMk/>
          <pc:sldMk cId="4128109122" sldId="371"/>
        </pc:sldMkLst>
        <pc:spChg chg="mod">
          <ac:chgData name="Saeed Samet" userId="cfbf7cda-a3f0-4a18-b58e-e4747a47ab2e" providerId="ADAL" clId="{1DAAA582-D431-51E1-B726-79BB57AE61A7}" dt="2026-04-17T20:18:23.282" v="1025" actId="14100"/>
          <ac:spMkLst>
            <pc:docMk/>
            <pc:sldMk cId="4128109122" sldId="371"/>
            <ac:spMk id="3" creationId="{DED8431E-DA6F-A8E4-6583-3440123FA2AA}"/>
          </ac:spMkLst>
        </pc:spChg>
        <pc:spChg chg="mod">
          <ac:chgData name="Saeed Samet" userId="cfbf7cda-a3f0-4a18-b58e-e4747a47ab2e" providerId="ADAL" clId="{1DAAA582-D431-51E1-B726-79BB57AE61A7}" dt="2026-04-17T19:56:38.880" v="889" actId="20577"/>
          <ac:spMkLst>
            <pc:docMk/>
            <pc:sldMk cId="4128109122" sldId="371"/>
            <ac:spMk id="7" creationId="{85D1FC31-FE45-19E1-0A0D-E78EED9BCC65}"/>
          </ac:spMkLst>
        </pc:spChg>
        <pc:picChg chg="add mod">
          <ac:chgData name="Saeed Samet" userId="cfbf7cda-a3f0-4a18-b58e-e4747a47ab2e" providerId="ADAL" clId="{1DAAA582-D431-51E1-B726-79BB57AE61A7}" dt="2026-04-17T19:57:27.771" v="896" actId="1076"/>
          <ac:picMkLst>
            <pc:docMk/>
            <pc:sldMk cId="4128109122" sldId="371"/>
            <ac:picMk id="4" creationId="{36A5A31F-3EC0-9DDA-0D63-307329301965}"/>
          </ac:picMkLst>
        </pc:picChg>
      </pc:sldChg>
      <pc:sldChg chg="modSp add mod">
        <pc:chgData name="Saeed Samet" userId="cfbf7cda-a3f0-4a18-b58e-e4747a47ab2e" providerId="ADAL" clId="{1DAAA582-D431-51E1-B726-79BB57AE61A7}" dt="2026-04-17T21:07:47.366" v="1174" actId="113"/>
        <pc:sldMkLst>
          <pc:docMk/>
          <pc:sldMk cId="1656083836" sldId="372"/>
        </pc:sldMkLst>
        <pc:spChg chg="mod">
          <ac:chgData name="Saeed Samet" userId="cfbf7cda-a3f0-4a18-b58e-e4747a47ab2e" providerId="ADAL" clId="{1DAAA582-D431-51E1-B726-79BB57AE61A7}" dt="2026-04-17T21:07:47.366" v="1174" actId="113"/>
          <ac:spMkLst>
            <pc:docMk/>
            <pc:sldMk cId="1656083836" sldId="372"/>
            <ac:spMk id="3" creationId="{0E1A5FCF-B200-83DC-31AD-6E62F4C35397}"/>
          </ac:spMkLst>
        </pc:spChg>
        <pc:spChg chg="mod">
          <ac:chgData name="Saeed Samet" userId="cfbf7cda-a3f0-4a18-b58e-e4747a47ab2e" providerId="ADAL" clId="{1DAAA582-D431-51E1-B726-79BB57AE61A7}" dt="2026-04-17T20:53:41.230" v="1027"/>
          <ac:spMkLst>
            <pc:docMk/>
            <pc:sldMk cId="1656083836" sldId="372"/>
            <ac:spMk id="7" creationId="{FC98EFC0-D2D9-0892-8EAC-E0ACE04F338A}"/>
          </ac:spMkLst>
        </pc:spChg>
      </pc:sldChg>
      <pc:sldChg chg="addSp delSp modSp new mod">
        <pc:chgData name="Saeed Samet" userId="cfbf7cda-a3f0-4a18-b58e-e4747a47ab2e" providerId="ADAL" clId="{1DAAA582-D431-51E1-B726-79BB57AE61A7}" dt="2026-04-17T20:57:49.539" v="1075" actId="1035"/>
        <pc:sldMkLst>
          <pc:docMk/>
          <pc:sldMk cId="2527302615" sldId="373"/>
        </pc:sldMkLst>
        <pc:picChg chg="add mod">
          <ac:chgData name="Saeed Samet" userId="cfbf7cda-a3f0-4a18-b58e-e4747a47ab2e" providerId="ADAL" clId="{1DAAA582-D431-51E1-B726-79BB57AE61A7}" dt="2026-04-17T20:57:49.539" v="1075" actId="1035"/>
          <ac:picMkLst>
            <pc:docMk/>
            <pc:sldMk cId="2527302615" sldId="373"/>
            <ac:picMk id="6" creationId="{D05809CF-E595-D4BA-C80B-9F07DF28DB10}"/>
          </ac:picMkLst>
        </pc:picChg>
      </pc:sldChg>
      <pc:sldChg chg="addSp delSp modSp new mod">
        <pc:chgData name="Saeed Samet" userId="cfbf7cda-a3f0-4a18-b58e-e4747a47ab2e" providerId="ADAL" clId="{1DAAA582-D431-51E1-B726-79BB57AE61A7}" dt="2026-04-17T21:18:54.472" v="1236" actId="20577"/>
        <pc:sldMkLst>
          <pc:docMk/>
          <pc:sldMk cId="1253111549" sldId="375"/>
        </pc:sldMkLst>
        <pc:spChg chg="add del mod">
          <ac:chgData name="Saeed Samet" userId="cfbf7cda-a3f0-4a18-b58e-e4747a47ab2e" providerId="ADAL" clId="{1DAAA582-D431-51E1-B726-79BB57AE61A7}" dt="2026-04-17T21:18:54.472" v="1236" actId="20577"/>
          <ac:spMkLst>
            <pc:docMk/>
            <pc:sldMk cId="1253111549" sldId="375"/>
            <ac:spMk id="9" creationId="{B730CE7E-FD6C-1365-0A0D-70ED812ED62F}"/>
          </ac:spMkLst>
        </pc:spChg>
        <pc:picChg chg="add mod">
          <ac:chgData name="Saeed Samet" userId="cfbf7cda-a3f0-4a18-b58e-e4747a47ab2e" providerId="ADAL" clId="{1DAAA582-D431-51E1-B726-79BB57AE61A7}" dt="2026-04-17T21:16:12.793" v="1188" actId="1035"/>
          <ac:picMkLst>
            <pc:docMk/>
            <pc:sldMk cId="1253111549" sldId="375"/>
            <ac:picMk id="6" creationId="{BE093005-856D-6626-73DD-8CAFE61A0A32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7T21:25:16.262" v="1271" actId="1076"/>
        <pc:sldMkLst>
          <pc:docMk/>
          <pc:sldMk cId="752078057" sldId="376"/>
        </pc:sldMkLst>
        <pc:spChg chg="mod">
          <ac:chgData name="Saeed Samet" userId="cfbf7cda-a3f0-4a18-b58e-e4747a47ab2e" providerId="ADAL" clId="{1DAAA582-D431-51E1-B726-79BB57AE61A7}" dt="2026-04-17T21:24:33.366" v="1269" actId="108"/>
          <ac:spMkLst>
            <pc:docMk/>
            <pc:sldMk cId="752078057" sldId="376"/>
            <ac:spMk id="12" creationId="{D1154A03-94FE-C732-B25B-CEE55D5DB776}"/>
          </ac:spMkLst>
        </pc:spChg>
        <pc:picChg chg="add mod">
          <ac:chgData name="Saeed Samet" userId="cfbf7cda-a3f0-4a18-b58e-e4747a47ab2e" providerId="ADAL" clId="{1DAAA582-D431-51E1-B726-79BB57AE61A7}" dt="2026-04-17T21:25:16.262" v="1271" actId="1076"/>
          <ac:picMkLst>
            <pc:docMk/>
            <pc:sldMk cId="752078057" sldId="376"/>
            <ac:picMk id="3" creationId="{746ABAE8-D37D-F5EC-B7ED-D9F0D1D77873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7T21:33:19.573" v="1304" actId="1076"/>
        <pc:sldMkLst>
          <pc:docMk/>
          <pc:sldMk cId="2505799607" sldId="377"/>
        </pc:sldMkLst>
        <pc:spChg chg="add mod">
          <ac:chgData name="Saeed Samet" userId="cfbf7cda-a3f0-4a18-b58e-e4747a47ab2e" providerId="ADAL" clId="{1DAAA582-D431-51E1-B726-79BB57AE61A7}" dt="2026-04-17T21:29:50.985" v="1292"/>
          <ac:spMkLst>
            <pc:docMk/>
            <pc:sldMk cId="2505799607" sldId="377"/>
            <ac:spMk id="5" creationId="{87B45176-1ED3-7202-77C7-70B8B09A105E}"/>
          </ac:spMkLst>
        </pc:spChg>
        <pc:spChg chg="mod">
          <ac:chgData name="Saeed Samet" userId="cfbf7cda-a3f0-4a18-b58e-e4747a47ab2e" providerId="ADAL" clId="{1DAAA582-D431-51E1-B726-79BB57AE61A7}" dt="2026-04-17T21:28:53.309" v="1286" actId="14100"/>
          <ac:spMkLst>
            <pc:docMk/>
            <pc:sldMk cId="2505799607" sldId="377"/>
            <ac:spMk id="12" creationId="{FD40ACCF-A459-CC09-CFFC-43EFE490ABCD}"/>
          </ac:spMkLst>
        </pc:spChg>
        <pc:spChg chg="mod">
          <ac:chgData name="Saeed Samet" userId="cfbf7cda-a3f0-4a18-b58e-e4747a47ab2e" providerId="ADAL" clId="{1DAAA582-D431-51E1-B726-79BB57AE61A7}" dt="2026-04-17T21:31:08.655" v="1298" actId="1076"/>
          <ac:spMkLst>
            <pc:docMk/>
            <pc:sldMk cId="2505799607" sldId="377"/>
            <ac:spMk id="15" creationId="{8ECC52BC-2D83-255B-D1C6-8407697A2744}"/>
          </ac:spMkLst>
        </pc:spChg>
        <pc:spChg chg="mod">
          <ac:chgData name="Saeed Samet" userId="cfbf7cda-a3f0-4a18-b58e-e4747a47ab2e" providerId="ADAL" clId="{1DAAA582-D431-51E1-B726-79BB57AE61A7}" dt="2026-04-17T21:28:13.929" v="1279" actId="20577"/>
          <ac:spMkLst>
            <pc:docMk/>
            <pc:sldMk cId="2505799607" sldId="377"/>
            <ac:spMk id="16" creationId="{CBE053BA-53F0-A960-2DCA-E8865AB5D820}"/>
          </ac:spMkLst>
        </pc:spChg>
        <pc:picChg chg="add mod">
          <ac:chgData name="Saeed Samet" userId="cfbf7cda-a3f0-4a18-b58e-e4747a47ab2e" providerId="ADAL" clId="{1DAAA582-D431-51E1-B726-79BB57AE61A7}" dt="2026-04-17T21:29:15.599" v="1288" actId="1076"/>
          <ac:picMkLst>
            <pc:docMk/>
            <pc:sldMk cId="2505799607" sldId="377"/>
            <ac:picMk id="3" creationId="{2C07EE56-B589-DFCD-D3A5-F4A602FF52F5}"/>
          </ac:picMkLst>
        </pc:picChg>
        <pc:picChg chg="add mod">
          <ac:chgData name="Saeed Samet" userId="cfbf7cda-a3f0-4a18-b58e-e4747a47ab2e" providerId="ADAL" clId="{1DAAA582-D431-51E1-B726-79BB57AE61A7}" dt="2026-04-17T21:30:18.676" v="1293" actId="14826"/>
          <ac:picMkLst>
            <pc:docMk/>
            <pc:sldMk cId="2505799607" sldId="377"/>
            <ac:picMk id="6" creationId="{4AAC31C3-EBF4-B170-97BE-E44B7D695502}"/>
          </ac:picMkLst>
        </pc:picChg>
        <pc:picChg chg="add mod">
          <ac:chgData name="Saeed Samet" userId="cfbf7cda-a3f0-4a18-b58e-e4747a47ab2e" providerId="ADAL" clId="{1DAAA582-D431-51E1-B726-79BB57AE61A7}" dt="2026-04-17T21:33:19.573" v="1304" actId="1076"/>
          <ac:picMkLst>
            <pc:docMk/>
            <pc:sldMk cId="2505799607" sldId="377"/>
            <ac:picMk id="10" creationId="{7845D8A7-1D92-82CB-43BF-33904AA4C8A6}"/>
          </ac:picMkLst>
        </pc:picChg>
      </pc:sldChg>
      <pc:sldChg chg="addSp delSp modSp new mod">
        <pc:chgData name="Saeed Samet" userId="cfbf7cda-a3f0-4a18-b58e-e4747a47ab2e" providerId="ADAL" clId="{1DAAA582-D431-51E1-B726-79BB57AE61A7}" dt="2026-04-17T21:35:54.635" v="1322" actId="1076"/>
        <pc:sldMkLst>
          <pc:docMk/>
          <pc:sldMk cId="3915238594" sldId="378"/>
        </pc:sldMkLst>
        <pc:picChg chg="add mod">
          <ac:chgData name="Saeed Samet" userId="cfbf7cda-a3f0-4a18-b58e-e4747a47ab2e" providerId="ADAL" clId="{1DAAA582-D431-51E1-B726-79BB57AE61A7}" dt="2026-04-17T21:35:54.635" v="1322" actId="1076"/>
          <ac:picMkLst>
            <pc:docMk/>
            <pc:sldMk cId="3915238594" sldId="378"/>
            <ac:picMk id="6" creationId="{D2342E22-A112-5E23-15A3-273C312B2625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8T13:57:01.604" v="1385" actId="108"/>
        <pc:sldMkLst>
          <pc:docMk/>
          <pc:sldMk cId="4276886733" sldId="379"/>
        </pc:sldMkLst>
        <pc:spChg chg="mod">
          <ac:chgData name="Saeed Samet" userId="cfbf7cda-a3f0-4a18-b58e-e4747a47ab2e" providerId="ADAL" clId="{1DAAA582-D431-51E1-B726-79BB57AE61A7}" dt="2026-04-18T13:57:01.604" v="1385" actId="108"/>
          <ac:spMkLst>
            <pc:docMk/>
            <pc:sldMk cId="4276886733" sldId="379"/>
            <ac:spMk id="12" creationId="{2CE3617C-4257-2CAF-0FA5-0C895E8EE4E4}"/>
          </ac:spMkLst>
        </pc:spChg>
        <pc:spChg chg="mod">
          <ac:chgData name="Saeed Samet" userId="cfbf7cda-a3f0-4a18-b58e-e4747a47ab2e" providerId="ADAL" clId="{1DAAA582-D431-51E1-B726-79BB57AE61A7}" dt="2026-04-17T21:36:16.196" v="1324"/>
          <ac:spMkLst>
            <pc:docMk/>
            <pc:sldMk cId="4276886733" sldId="379"/>
            <ac:spMk id="16" creationId="{4C06E797-4343-B2FE-B0C2-78EDDBD5F812}"/>
          </ac:spMkLst>
        </pc:spChg>
        <pc:picChg chg="add mod">
          <ac:chgData name="Saeed Samet" userId="cfbf7cda-a3f0-4a18-b58e-e4747a47ab2e" providerId="ADAL" clId="{1DAAA582-D431-51E1-B726-79BB57AE61A7}" dt="2026-04-18T13:56:39.086" v="1379" actId="1036"/>
          <ac:picMkLst>
            <pc:docMk/>
            <pc:sldMk cId="4276886733" sldId="379"/>
            <ac:picMk id="7" creationId="{0C5C29FD-DA15-E775-23AF-017979FCA495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8T13:57:15.925" v="1386"/>
        <pc:sldMkLst>
          <pc:docMk/>
          <pc:sldMk cId="1457159896" sldId="380"/>
        </pc:sldMkLst>
        <pc:picChg chg="mod">
          <ac:chgData name="Saeed Samet" userId="cfbf7cda-a3f0-4a18-b58e-e4747a47ab2e" providerId="ADAL" clId="{1DAAA582-D431-51E1-B726-79BB57AE61A7}" dt="2026-04-18T13:55:42.912" v="1363" actId="1076"/>
          <ac:picMkLst>
            <pc:docMk/>
            <pc:sldMk cId="1457159896" sldId="380"/>
            <ac:picMk id="7" creationId="{A5187860-609E-53D5-D814-128D8DAE98A0}"/>
          </ac:picMkLst>
        </pc:picChg>
      </pc:sldChg>
      <pc:sldChg chg="delSp modSp add mod">
        <pc:chgData name="Saeed Samet" userId="cfbf7cda-a3f0-4a18-b58e-e4747a47ab2e" providerId="ADAL" clId="{1DAAA582-D431-51E1-B726-79BB57AE61A7}" dt="2026-04-18T14:24:14.366" v="1446" actId="27636"/>
        <pc:sldMkLst>
          <pc:docMk/>
          <pc:sldMk cId="1709283513" sldId="381"/>
        </pc:sldMkLst>
        <pc:spChg chg="mod">
          <ac:chgData name="Saeed Samet" userId="cfbf7cda-a3f0-4a18-b58e-e4747a47ab2e" providerId="ADAL" clId="{1DAAA582-D431-51E1-B726-79BB57AE61A7}" dt="2026-04-18T14:24:14.366" v="1446" actId="27636"/>
          <ac:spMkLst>
            <pc:docMk/>
            <pc:sldMk cId="1709283513" sldId="381"/>
            <ac:spMk id="12" creationId="{EB6774FB-8A10-501A-8506-6895ACB19F7F}"/>
          </ac:spMkLst>
        </pc:spChg>
        <pc:spChg chg="mod">
          <ac:chgData name="Saeed Samet" userId="cfbf7cda-a3f0-4a18-b58e-e4747a47ab2e" providerId="ADAL" clId="{1DAAA582-D431-51E1-B726-79BB57AE61A7}" dt="2026-04-18T13:57:42.161" v="1388"/>
          <ac:spMkLst>
            <pc:docMk/>
            <pc:sldMk cId="1709283513" sldId="381"/>
            <ac:spMk id="16" creationId="{1BC46735-EF61-4A69-3CB5-F6952F465AE3}"/>
          </ac:spMkLst>
        </pc:spChg>
      </pc:sldChg>
      <pc:sldChg chg="addSp delSp modSp add mod">
        <pc:chgData name="Saeed Samet" userId="cfbf7cda-a3f0-4a18-b58e-e4747a47ab2e" providerId="ADAL" clId="{1DAAA582-D431-51E1-B726-79BB57AE61A7}" dt="2026-04-18T14:25:40.686" v="1461" actId="1036"/>
        <pc:sldMkLst>
          <pc:docMk/>
          <pc:sldMk cId="71703699" sldId="382"/>
        </pc:sldMkLst>
        <pc:spChg chg="mod">
          <ac:chgData name="Saeed Samet" userId="cfbf7cda-a3f0-4a18-b58e-e4747a47ab2e" providerId="ADAL" clId="{1DAAA582-D431-51E1-B726-79BB57AE61A7}" dt="2026-04-18T14:25:01.811" v="1449"/>
          <ac:spMkLst>
            <pc:docMk/>
            <pc:sldMk cId="71703699" sldId="382"/>
            <ac:spMk id="16" creationId="{0C2DAF78-C89D-0220-CFBC-47DBDFFCA9A3}"/>
          </ac:spMkLst>
        </pc:spChg>
        <pc:picChg chg="mod">
          <ac:chgData name="Saeed Samet" userId="cfbf7cda-a3f0-4a18-b58e-e4747a47ab2e" providerId="ADAL" clId="{1DAAA582-D431-51E1-B726-79BB57AE61A7}" dt="2026-04-18T14:25:40.686" v="1461" actId="1036"/>
          <ac:picMkLst>
            <pc:docMk/>
            <pc:sldMk cId="71703699" sldId="382"/>
            <ac:picMk id="7" creationId="{CBF15809-24EE-2739-215A-948B6FF78342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8T14:29:28.862" v="1493" actId="27636"/>
        <pc:sldMkLst>
          <pc:docMk/>
          <pc:sldMk cId="624459573" sldId="383"/>
        </pc:sldMkLst>
        <pc:spChg chg="add mod">
          <ac:chgData name="Saeed Samet" userId="cfbf7cda-a3f0-4a18-b58e-e4747a47ab2e" providerId="ADAL" clId="{1DAAA582-D431-51E1-B726-79BB57AE61A7}" dt="2026-04-18T14:29:28.862" v="1493" actId="27636"/>
          <ac:spMkLst>
            <pc:docMk/>
            <pc:sldMk cId="624459573" sldId="383"/>
            <ac:spMk id="4" creationId="{80238F39-6CAF-44B8-0906-6BFD44D8E1CC}"/>
          </ac:spMkLst>
        </pc:spChg>
        <pc:spChg chg="mod">
          <ac:chgData name="Saeed Samet" userId="cfbf7cda-a3f0-4a18-b58e-e4747a47ab2e" providerId="ADAL" clId="{1DAAA582-D431-51E1-B726-79BB57AE61A7}" dt="2026-04-18T14:28:24.024" v="1486" actId="108"/>
          <ac:spMkLst>
            <pc:docMk/>
            <pc:sldMk cId="624459573" sldId="383"/>
            <ac:spMk id="12" creationId="{5839021F-9537-7A96-C692-3756B9CEC539}"/>
          </ac:spMkLst>
        </pc:spChg>
        <pc:spChg chg="mod">
          <ac:chgData name="Saeed Samet" userId="cfbf7cda-a3f0-4a18-b58e-e4747a47ab2e" providerId="ADAL" clId="{1DAAA582-D431-51E1-B726-79BB57AE61A7}" dt="2026-04-18T14:26:05.308" v="1463"/>
          <ac:spMkLst>
            <pc:docMk/>
            <pc:sldMk cId="624459573" sldId="383"/>
            <ac:spMk id="16" creationId="{C273B429-4BDB-B9E8-D21A-41CB65732F7C}"/>
          </ac:spMkLst>
        </pc:spChg>
        <pc:picChg chg="mod">
          <ac:chgData name="Saeed Samet" userId="cfbf7cda-a3f0-4a18-b58e-e4747a47ab2e" providerId="ADAL" clId="{1DAAA582-D431-51E1-B726-79BB57AE61A7}" dt="2026-04-18T14:27:52.920" v="1482" actId="1076"/>
          <ac:picMkLst>
            <pc:docMk/>
            <pc:sldMk cId="624459573" sldId="383"/>
            <ac:picMk id="7" creationId="{A63FED5A-3429-F4E9-218A-A8BDE44D3035}"/>
          </ac:picMkLst>
        </pc:picChg>
      </pc:sldChg>
      <pc:sldChg chg="modSp add mod">
        <pc:chgData name="Saeed Samet" userId="cfbf7cda-a3f0-4a18-b58e-e4747a47ab2e" providerId="ADAL" clId="{1DAAA582-D431-51E1-B726-79BB57AE61A7}" dt="2026-04-18T15:03:12.105" v="1541" actId="108"/>
        <pc:sldMkLst>
          <pc:docMk/>
          <pc:sldMk cId="3776638731" sldId="384"/>
        </pc:sldMkLst>
        <pc:spChg chg="mod">
          <ac:chgData name="Saeed Samet" userId="cfbf7cda-a3f0-4a18-b58e-e4747a47ab2e" providerId="ADAL" clId="{1DAAA582-D431-51E1-B726-79BB57AE61A7}" dt="2026-04-18T15:02:42.035" v="1537" actId="14100"/>
          <ac:spMkLst>
            <pc:docMk/>
            <pc:sldMk cId="3776638731" sldId="384"/>
            <ac:spMk id="4" creationId="{6286C3D1-EB67-CF60-24AF-A8372DA5DD9A}"/>
          </ac:spMkLst>
        </pc:spChg>
        <pc:spChg chg="mod">
          <ac:chgData name="Saeed Samet" userId="cfbf7cda-a3f0-4a18-b58e-e4747a47ab2e" providerId="ADAL" clId="{1DAAA582-D431-51E1-B726-79BB57AE61A7}" dt="2026-04-18T15:03:12.105" v="1541" actId="108"/>
          <ac:spMkLst>
            <pc:docMk/>
            <pc:sldMk cId="3776638731" sldId="384"/>
            <ac:spMk id="12" creationId="{AF784529-BFC2-11D5-1283-48FB6913F3F9}"/>
          </ac:spMkLst>
        </pc:spChg>
        <pc:spChg chg="mod">
          <ac:chgData name="Saeed Samet" userId="cfbf7cda-a3f0-4a18-b58e-e4747a47ab2e" providerId="ADAL" clId="{1DAAA582-D431-51E1-B726-79BB57AE61A7}" dt="2026-04-18T14:30:03.095" v="1495"/>
          <ac:spMkLst>
            <pc:docMk/>
            <pc:sldMk cId="3776638731" sldId="384"/>
            <ac:spMk id="16" creationId="{EC846388-9575-1BF2-7333-1E4CE288D1EB}"/>
          </ac:spMkLst>
        </pc:spChg>
        <pc:picChg chg="mod">
          <ac:chgData name="Saeed Samet" userId="cfbf7cda-a3f0-4a18-b58e-e4747a47ab2e" providerId="ADAL" clId="{1DAAA582-D431-51E1-B726-79BB57AE61A7}" dt="2026-04-18T14:31:03.280" v="1508" actId="1076"/>
          <ac:picMkLst>
            <pc:docMk/>
            <pc:sldMk cId="3776638731" sldId="384"/>
            <ac:picMk id="7" creationId="{23F556EA-561B-B233-AAA6-F9BE7C0D8055}"/>
          </ac:picMkLst>
        </pc:picChg>
      </pc:sldChg>
      <pc:sldChg chg="delSp modSp add mod">
        <pc:chgData name="Saeed Samet" userId="cfbf7cda-a3f0-4a18-b58e-e4747a47ab2e" providerId="ADAL" clId="{1DAAA582-D431-51E1-B726-79BB57AE61A7}" dt="2026-04-18T15:30:58.712" v="1617" actId="113"/>
        <pc:sldMkLst>
          <pc:docMk/>
          <pc:sldMk cId="47370732" sldId="385"/>
        </pc:sldMkLst>
        <pc:spChg chg="mod">
          <ac:chgData name="Saeed Samet" userId="cfbf7cda-a3f0-4a18-b58e-e4747a47ab2e" providerId="ADAL" clId="{1DAAA582-D431-51E1-B726-79BB57AE61A7}" dt="2026-04-18T15:30:58.712" v="1617" actId="113"/>
          <ac:spMkLst>
            <pc:docMk/>
            <pc:sldMk cId="47370732" sldId="385"/>
            <ac:spMk id="12" creationId="{9C4B3BF7-8212-29B2-1771-893EC10B1BCC}"/>
          </ac:spMkLst>
        </pc:spChg>
        <pc:spChg chg="mod">
          <ac:chgData name="Saeed Samet" userId="cfbf7cda-a3f0-4a18-b58e-e4747a47ab2e" providerId="ADAL" clId="{1DAAA582-D431-51E1-B726-79BB57AE61A7}" dt="2026-04-18T15:14:57.495" v="1547" actId="108"/>
          <ac:spMkLst>
            <pc:docMk/>
            <pc:sldMk cId="47370732" sldId="385"/>
            <ac:spMk id="16" creationId="{42F8CF91-7546-ED4D-8675-455DE2BEBF35}"/>
          </ac:spMkLst>
        </pc:spChg>
        <pc:picChg chg="mod">
          <ac:chgData name="Saeed Samet" userId="cfbf7cda-a3f0-4a18-b58e-e4747a47ab2e" providerId="ADAL" clId="{1DAAA582-D431-51E1-B726-79BB57AE61A7}" dt="2026-04-18T15:17:44.191" v="1556" actId="1076"/>
          <ac:picMkLst>
            <pc:docMk/>
            <pc:sldMk cId="47370732" sldId="385"/>
            <ac:picMk id="7" creationId="{F0244F1F-432E-EC80-5BF2-FFD83462BDED}"/>
          </ac:picMkLst>
        </pc:picChg>
      </pc:sldChg>
      <pc:sldChg chg="modSp add mod">
        <pc:chgData name="Saeed Samet" userId="cfbf7cda-a3f0-4a18-b58e-e4747a47ab2e" providerId="ADAL" clId="{1DAAA582-D431-51E1-B726-79BB57AE61A7}" dt="2026-04-18T15:20:05.621" v="1580" actId="14100"/>
        <pc:sldMkLst>
          <pc:docMk/>
          <pc:sldMk cId="1958804935" sldId="386"/>
        </pc:sldMkLst>
        <pc:spChg chg="mod">
          <ac:chgData name="Saeed Samet" userId="cfbf7cda-a3f0-4a18-b58e-e4747a47ab2e" providerId="ADAL" clId="{1DAAA582-D431-51E1-B726-79BB57AE61A7}" dt="2026-04-18T15:19:40.066" v="1574" actId="108"/>
          <ac:spMkLst>
            <pc:docMk/>
            <pc:sldMk cId="1958804935" sldId="386"/>
            <ac:spMk id="12" creationId="{3D6AD1B2-3CE4-2EAA-331C-07FAC1CB2ACF}"/>
          </ac:spMkLst>
        </pc:spChg>
        <pc:picChg chg="mod">
          <ac:chgData name="Saeed Samet" userId="cfbf7cda-a3f0-4a18-b58e-e4747a47ab2e" providerId="ADAL" clId="{1DAAA582-D431-51E1-B726-79BB57AE61A7}" dt="2026-04-18T15:20:05.621" v="1580" actId="14100"/>
          <ac:picMkLst>
            <pc:docMk/>
            <pc:sldMk cId="1958804935" sldId="386"/>
            <ac:picMk id="7" creationId="{5E01B7BA-4A78-6A2A-9F0B-07B82B340755}"/>
          </ac:picMkLst>
        </pc:picChg>
      </pc:sldChg>
      <pc:sldChg chg="modSp add mod">
        <pc:chgData name="Saeed Samet" userId="cfbf7cda-a3f0-4a18-b58e-e4747a47ab2e" providerId="ADAL" clId="{1DAAA582-D431-51E1-B726-79BB57AE61A7}" dt="2026-04-18T15:22:44.548" v="1590" actId="1076"/>
        <pc:sldMkLst>
          <pc:docMk/>
          <pc:sldMk cId="4184193210" sldId="387"/>
        </pc:sldMkLst>
        <pc:spChg chg="mod">
          <ac:chgData name="Saeed Samet" userId="cfbf7cda-a3f0-4a18-b58e-e4747a47ab2e" providerId="ADAL" clId="{1DAAA582-D431-51E1-B726-79BB57AE61A7}" dt="2026-04-18T15:21:13.241" v="1586" actId="20577"/>
          <ac:spMkLst>
            <pc:docMk/>
            <pc:sldMk cId="4184193210" sldId="387"/>
            <ac:spMk id="12" creationId="{3913E618-570C-C4E7-733E-E90A5A6A4FD0}"/>
          </ac:spMkLst>
        </pc:spChg>
        <pc:picChg chg="mod">
          <ac:chgData name="Saeed Samet" userId="cfbf7cda-a3f0-4a18-b58e-e4747a47ab2e" providerId="ADAL" clId="{1DAAA582-D431-51E1-B726-79BB57AE61A7}" dt="2026-04-18T15:22:44.548" v="1590" actId="1076"/>
          <ac:picMkLst>
            <pc:docMk/>
            <pc:sldMk cId="4184193210" sldId="387"/>
            <ac:picMk id="7" creationId="{476189BB-C51D-3FFB-084D-A226924AE27F}"/>
          </ac:picMkLst>
        </pc:picChg>
      </pc:sldChg>
      <pc:sldChg chg="addSp modSp add mod">
        <pc:chgData name="Saeed Samet" userId="cfbf7cda-a3f0-4a18-b58e-e4747a47ab2e" providerId="ADAL" clId="{1DAAA582-D431-51E1-B726-79BB57AE61A7}" dt="2026-04-18T20:57:49.832" v="1647" actId="108"/>
        <pc:sldMkLst>
          <pc:docMk/>
          <pc:sldMk cId="3941590278" sldId="388"/>
        </pc:sldMkLst>
        <pc:spChg chg="add mod">
          <ac:chgData name="Saeed Samet" userId="cfbf7cda-a3f0-4a18-b58e-e4747a47ab2e" providerId="ADAL" clId="{1DAAA582-D431-51E1-B726-79BB57AE61A7}" dt="2026-04-18T15:29:13.914" v="1606"/>
          <ac:spMkLst>
            <pc:docMk/>
            <pc:sldMk cId="3941590278" sldId="388"/>
            <ac:spMk id="2" creationId="{E8F03231-FBA1-FBCA-8479-3B9A9729FE0B}"/>
          </ac:spMkLst>
        </pc:spChg>
        <pc:spChg chg="mod">
          <ac:chgData name="Saeed Samet" userId="cfbf7cda-a3f0-4a18-b58e-e4747a47ab2e" providerId="ADAL" clId="{1DAAA582-D431-51E1-B726-79BB57AE61A7}" dt="2026-04-18T20:57:49.832" v="1647" actId="108"/>
          <ac:spMkLst>
            <pc:docMk/>
            <pc:sldMk cId="3941590278" sldId="388"/>
            <ac:spMk id="12" creationId="{F7543E93-23BE-E2E2-1698-E90E42F3E2DB}"/>
          </ac:spMkLst>
        </pc:spChg>
        <pc:picChg chg="add mod">
          <ac:chgData name="Saeed Samet" userId="cfbf7cda-a3f0-4a18-b58e-e4747a47ab2e" providerId="ADAL" clId="{1DAAA582-D431-51E1-B726-79BB57AE61A7}" dt="2026-04-18T15:29:30.750" v="1608" actId="1076"/>
          <ac:picMkLst>
            <pc:docMk/>
            <pc:sldMk cId="3941590278" sldId="388"/>
            <ac:picMk id="4" creationId="{5C4AA4B1-E6D0-C7C7-D5E7-A1D761FFC7F4}"/>
          </ac:picMkLst>
        </pc:picChg>
        <pc:picChg chg="mod">
          <ac:chgData name="Saeed Samet" userId="cfbf7cda-a3f0-4a18-b58e-e4747a47ab2e" providerId="ADAL" clId="{1DAAA582-D431-51E1-B726-79BB57AE61A7}" dt="2026-04-18T15:23:58.702" v="1603" actId="1076"/>
          <ac:picMkLst>
            <pc:docMk/>
            <pc:sldMk cId="3941590278" sldId="388"/>
            <ac:picMk id="7" creationId="{A2FA74AD-939C-D436-042B-C450F6251241}"/>
          </ac:picMkLst>
        </pc:picChg>
      </pc:sldChg>
      <pc:sldChg chg="delSp modSp add mod">
        <pc:chgData name="Saeed Samet" userId="cfbf7cda-a3f0-4a18-b58e-e4747a47ab2e" providerId="ADAL" clId="{1DAAA582-D431-51E1-B726-79BB57AE61A7}" dt="2026-04-18T20:58:35.484" v="1657" actId="14100"/>
        <pc:sldMkLst>
          <pc:docMk/>
          <pc:sldMk cId="3655507039" sldId="389"/>
        </pc:sldMkLst>
        <pc:spChg chg="mod">
          <ac:chgData name="Saeed Samet" userId="cfbf7cda-a3f0-4a18-b58e-e4747a47ab2e" providerId="ADAL" clId="{1DAAA582-D431-51E1-B726-79BB57AE61A7}" dt="2026-04-18T20:58:26.813" v="1655" actId="27636"/>
          <ac:spMkLst>
            <pc:docMk/>
            <pc:sldMk cId="3655507039" sldId="389"/>
            <ac:spMk id="12" creationId="{5F042D92-4706-0744-2A44-18CE1A0CE6E0}"/>
          </ac:spMkLst>
        </pc:spChg>
        <pc:spChg chg="mod">
          <ac:chgData name="Saeed Samet" userId="cfbf7cda-a3f0-4a18-b58e-e4747a47ab2e" providerId="ADAL" clId="{1DAAA582-D431-51E1-B726-79BB57AE61A7}" dt="2026-04-18T15:29:57.284" v="1610"/>
          <ac:spMkLst>
            <pc:docMk/>
            <pc:sldMk cId="3655507039" sldId="389"/>
            <ac:spMk id="16" creationId="{E7ACF0E1-0B1D-B938-B762-AF038843346A}"/>
          </ac:spMkLst>
        </pc:spChg>
        <pc:picChg chg="mod">
          <ac:chgData name="Saeed Samet" userId="cfbf7cda-a3f0-4a18-b58e-e4747a47ab2e" providerId="ADAL" clId="{1DAAA582-D431-51E1-B726-79BB57AE61A7}" dt="2026-04-18T20:58:35.484" v="1657" actId="14100"/>
          <ac:picMkLst>
            <pc:docMk/>
            <pc:sldMk cId="3655507039" sldId="389"/>
            <ac:picMk id="4" creationId="{D84C360E-CFFF-8D2C-2510-D97621D0013F}"/>
          </ac:picMkLst>
        </pc:picChg>
      </pc:sldChg>
      <pc:sldChg chg="modSp add mod">
        <pc:chgData name="Saeed Samet" userId="cfbf7cda-a3f0-4a18-b58e-e4747a47ab2e" providerId="ADAL" clId="{1DAAA582-D431-51E1-B726-79BB57AE61A7}" dt="2026-04-18T20:58:58.656" v="1660" actId="2711"/>
        <pc:sldMkLst>
          <pc:docMk/>
          <pc:sldMk cId="849371465" sldId="390"/>
        </pc:sldMkLst>
        <pc:spChg chg="mod">
          <ac:chgData name="Saeed Samet" userId="cfbf7cda-a3f0-4a18-b58e-e4747a47ab2e" providerId="ADAL" clId="{1DAAA582-D431-51E1-B726-79BB57AE61A7}" dt="2026-04-18T20:58:58.656" v="1660" actId="2711"/>
          <ac:spMkLst>
            <pc:docMk/>
            <pc:sldMk cId="849371465" sldId="390"/>
            <ac:spMk id="12" creationId="{5D19986D-71CC-C157-D79B-18E4CD7E4F37}"/>
          </ac:spMkLst>
        </pc:spChg>
        <pc:picChg chg="mod">
          <ac:chgData name="Saeed Samet" userId="cfbf7cda-a3f0-4a18-b58e-e4747a47ab2e" providerId="ADAL" clId="{1DAAA582-D431-51E1-B726-79BB57AE61A7}" dt="2026-04-18T15:33:29.337" v="1640" actId="14826"/>
          <ac:picMkLst>
            <pc:docMk/>
            <pc:sldMk cId="849371465" sldId="390"/>
            <ac:picMk id="4" creationId="{8B729416-110D-8B81-5A01-EE0981A7B6C0}"/>
          </ac:picMkLst>
        </pc:picChg>
      </pc:sldChg>
      <pc:sldChg chg="modSp add mod">
        <pc:chgData name="Saeed Samet" userId="cfbf7cda-a3f0-4a18-b58e-e4747a47ab2e" providerId="ADAL" clId="{1DAAA582-D431-51E1-B726-79BB57AE61A7}" dt="2026-04-18T21:00:16.092" v="1666" actId="14826"/>
        <pc:sldMkLst>
          <pc:docMk/>
          <pc:sldMk cId="1602559072" sldId="391"/>
        </pc:sldMkLst>
        <pc:spChg chg="mod">
          <ac:chgData name="Saeed Samet" userId="cfbf7cda-a3f0-4a18-b58e-e4747a47ab2e" providerId="ADAL" clId="{1DAAA582-D431-51E1-B726-79BB57AE61A7}" dt="2026-04-18T20:59:19.988" v="1665" actId="113"/>
          <ac:spMkLst>
            <pc:docMk/>
            <pc:sldMk cId="1602559072" sldId="391"/>
            <ac:spMk id="12" creationId="{913ED8AE-9AF8-0547-5300-DDBF11573CD5}"/>
          </ac:spMkLst>
        </pc:spChg>
        <pc:picChg chg="mod">
          <ac:chgData name="Saeed Samet" userId="cfbf7cda-a3f0-4a18-b58e-e4747a47ab2e" providerId="ADAL" clId="{1DAAA582-D431-51E1-B726-79BB57AE61A7}" dt="2026-04-18T21:00:16.092" v="1666" actId="14826"/>
          <ac:picMkLst>
            <pc:docMk/>
            <pc:sldMk cId="1602559072" sldId="391"/>
            <ac:picMk id="4" creationId="{07494592-EE76-D87D-B6EC-A646781004F1}"/>
          </ac:picMkLst>
        </pc:picChg>
      </pc:sldChg>
      <pc:sldChg chg="modSp add mod">
        <pc:chgData name="Saeed Samet" userId="cfbf7cda-a3f0-4a18-b58e-e4747a47ab2e" providerId="ADAL" clId="{1DAAA582-D431-51E1-B726-79BB57AE61A7}" dt="2026-04-18T21:04:14.402" v="1692" actId="14100"/>
        <pc:sldMkLst>
          <pc:docMk/>
          <pc:sldMk cId="3864857720" sldId="392"/>
        </pc:sldMkLst>
        <pc:spChg chg="mod">
          <ac:chgData name="Saeed Samet" userId="cfbf7cda-a3f0-4a18-b58e-e4747a47ab2e" providerId="ADAL" clId="{1DAAA582-D431-51E1-B726-79BB57AE61A7}" dt="2026-04-18T21:04:03.607" v="1691" actId="27636"/>
          <ac:spMkLst>
            <pc:docMk/>
            <pc:sldMk cId="3864857720" sldId="392"/>
            <ac:spMk id="12" creationId="{A306A56C-336A-3065-66C6-2C646391874B}"/>
          </ac:spMkLst>
        </pc:spChg>
        <pc:picChg chg="mod">
          <ac:chgData name="Saeed Samet" userId="cfbf7cda-a3f0-4a18-b58e-e4747a47ab2e" providerId="ADAL" clId="{1DAAA582-D431-51E1-B726-79BB57AE61A7}" dt="2026-04-18T21:04:14.402" v="1692" actId="14100"/>
          <ac:picMkLst>
            <pc:docMk/>
            <pc:sldMk cId="3864857720" sldId="392"/>
            <ac:picMk id="4" creationId="{333BB5CB-A6F4-79E2-1A8F-8E614C693098}"/>
          </ac:picMkLst>
        </pc:picChg>
      </pc:sldChg>
      <pc:sldChg chg="modSp add mod">
        <pc:chgData name="Saeed Samet" userId="cfbf7cda-a3f0-4a18-b58e-e4747a47ab2e" providerId="ADAL" clId="{1DAAA582-D431-51E1-B726-79BB57AE61A7}" dt="2026-04-18T21:07:01.283" v="1707" actId="1076"/>
        <pc:sldMkLst>
          <pc:docMk/>
          <pc:sldMk cId="3856267439" sldId="393"/>
        </pc:sldMkLst>
        <pc:spChg chg="mod">
          <ac:chgData name="Saeed Samet" userId="cfbf7cda-a3f0-4a18-b58e-e4747a47ab2e" providerId="ADAL" clId="{1DAAA582-D431-51E1-B726-79BB57AE61A7}" dt="2026-04-18T21:06:41.938" v="1703" actId="108"/>
          <ac:spMkLst>
            <pc:docMk/>
            <pc:sldMk cId="3856267439" sldId="393"/>
            <ac:spMk id="12" creationId="{48F02BD1-DECC-C693-3954-570FCFB84CFC}"/>
          </ac:spMkLst>
        </pc:spChg>
        <pc:spChg chg="mod">
          <ac:chgData name="Saeed Samet" userId="cfbf7cda-a3f0-4a18-b58e-e4747a47ab2e" providerId="ADAL" clId="{1DAAA582-D431-51E1-B726-79BB57AE61A7}" dt="2026-04-18T21:05:23.008" v="1694"/>
          <ac:spMkLst>
            <pc:docMk/>
            <pc:sldMk cId="3856267439" sldId="393"/>
            <ac:spMk id="16" creationId="{379073C1-7E61-45C5-1925-3D3E48DF31BA}"/>
          </ac:spMkLst>
        </pc:spChg>
        <pc:picChg chg="mod">
          <ac:chgData name="Saeed Samet" userId="cfbf7cda-a3f0-4a18-b58e-e4747a47ab2e" providerId="ADAL" clId="{1DAAA582-D431-51E1-B726-79BB57AE61A7}" dt="2026-04-18T21:07:01.283" v="1707" actId="1076"/>
          <ac:picMkLst>
            <pc:docMk/>
            <pc:sldMk cId="3856267439" sldId="393"/>
            <ac:picMk id="4" creationId="{746B520A-469A-9B82-F4C2-72DF008F2899}"/>
          </ac:picMkLst>
        </pc:picChg>
      </pc:sldChg>
      <pc:sldChg chg="addSp delSp modSp add mod">
        <pc:chgData name="Saeed Samet" userId="cfbf7cda-a3f0-4a18-b58e-e4747a47ab2e" providerId="ADAL" clId="{1DAAA582-D431-51E1-B726-79BB57AE61A7}" dt="2026-04-18T21:10:18.104" v="1731" actId="113"/>
        <pc:sldMkLst>
          <pc:docMk/>
          <pc:sldMk cId="3380905416" sldId="394"/>
        </pc:sldMkLst>
        <pc:spChg chg="add mod">
          <ac:chgData name="Saeed Samet" userId="cfbf7cda-a3f0-4a18-b58e-e4747a47ab2e" providerId="ADAL" clId="{1DAAA582-D431-51E1-B726-79BB57AE61A7}" dt="2026-04-18T21:10:18.104" v="1731" actId="113"/>
          <ac:spMkLst>
            <pc:docMk/>
            <pc:sldMk cId="3380905416" sldId="394"/>
            <ac:spMk id="6" creationId="{78622AC2-8C8A-1F8B-0CE4-93E32E46BEDC}"/>
          </ac:spMkLst>
        </pc:spChg>
        <pc:spChg chg="mod">
          <ac:chgData name="Saeed Samet" userId="cfbf7cda-a3f0-4a18-b58e-e4747a47ab2e" providerId="ADAL" clId="{1DAAA582-D431-51E1-B726-79BB57AE61A7}" dt="2026-04-18T21:08:43.236" v="1720" actId="108"/>
          <ac:spMkLst>
            <pc:docMk/>
            <pc:sldMk cId="3380905416" sldId="394"/>
            <ac:spMk id="12" creationId="{1B778C04-44E1-8BB6-4AC0-93AF489CE4E8}"/>
          </ac:spMkLst>
        </pc:spChg>
        <pc:spChg chg="mod">
          <ac:chgData name="Saeed Samet" userId="cfbf7cda-a3f0-4a18-b58e-e4747a47ab2e" providerId="ADAL" clId="{1DAAA582-D431-51E1-B726-79BB57AE61A7}" dt="2026-04-18T21:07:39.857" v="1709"/>
          <ac:spMkLst>
            <pc:docMk/>
            <pc:sldMk cId="3380905416" sldId="394"/>
            <ac:spMk id="16" creationId="{E5B03E76-43DC-5DB6-83CA-E8F995C91C02}"/>
          </ac:spMkLst>
        </pc:spChg>
        <pc:picChg chg="add mod">
          <ac:chgData name="Saeed Samet" userId="cfbf7cda-a3f0-4a18-b58e-e4747a47ab2e" providerId="ADAL" clId="{1DAAA582-D431-51E1-B726-79BB57AE61A7}" dt="2026-04-18T21:09:12.601" v="1722" actId="1076"/>
          <ac:picMkLst>
            <pc:docMk/>
            <pc:sldMk cId="3380905416" sldId="394"/>
            <ac:picMk id="3" creationId="{E51822D4-3864-893C-6709-1F626C3EBDCA}"/>
          </ac:picMkLst>
        </pc:picChg>
      </pc:sldChg>
      <pc:sldChg chg="delSp modSp add mod">
        <pc:chgData name="Saeed Samet" userId="cfbf7cda-a3f0-4a18-b58e-e4747a47ab2e" providerId="ADAL" clId="{1DAAA582-D431-51E1-B726-79BB57AE61A7}" dt="2026-04-18T21:31:38.806" v="1756" actId="1076"/>
        <pc:sldMkLst>
          <pc:docMk/>
          <pc:sldMk cId="52704201" sldId="395"/>
        </pc:sldMkLst>
        <pc:spChg chg="mod">
          <ac:chgData name="Saeed Samet" userId="cfbf7cda-a3f0-4a18-b58e-e4747a47ab2e" providerId="ADAL" clId="{1DAAA582-D431-51E1-B726-79BB57AE61A7}" dt="2026-04-18T21:30:42.775" v="1747" actId="14100"/>
          <ac:spMkLst>
            <pc:docMk/>
            <pc:sldMk cId="52704201" sldId="395"/>
            <ac:spMk id="12" creationId="{367726E3-1F03-D69D-BB3C-5282CE36C7FF}"/>
          </ac:spMkLst>
        </pc:spChg>
        <pc:spChg chg="mod">
          <ac:chgData name="Saeed Samet" userId="cfbf7cda-a3f0-4a18-b58e-e4747a47ab2e" providerId="ADAL" clId="{1DAAA582-D431-51E1-B726-79BB57AE61A7}" dt="2026-04-18T21:28:34.884" v="1733"/>
          <ac:spMkLst>
            <pc:docMk/>
            <pc:sldMk cId="52704201" sldId="395"/>
            <ac:spMk id="16" creationId="{183BFE39-3A4E-5531-A60F-22772EEA0F46}"/>
          </ac:spMkLst>
        </pc:spChg>
        <pc:picChg chg="mod">
          <ac:chgData name="Saeed Samet" userId="cfbf7cda-a3f0-4a18-b58e-e4747a47ab2e" providerId="ADAL" clId="{1DAAA582-D431-51E1-B726-79BB57AE61A7}" dt="2026-04-18T21:31:38.806" v="1756" actId="1076"/>
          <ac:picMkLst>
            <pc:docMk/>
            <pc:sldMk cId="52704201" sldId="395"/>
            <ac:picMk id="3" creationId="{4F4127BC-5541-C0ED-C488-3469BDB009D4}"/>
          </ac:picMkLst>
        </pc:picChg>
      </pc:sldChg>
      <pc:sldChg chg="add">
        <pc:chgData name="Saeed Samet" userId="cfbf7cda-a3f0-4a18-b58e-e4747a47ab2e" providerId="ADAL" clId="{1DAAA582-D431-51E1-B726-79BB57AE61A7}" dt="2026-04-24T13:43:02.452" v="1784"/>
        <pc:sldMkLst>
          <pc:docMk/>
          <pc:sldMk cId="1384143218" sldId="396"/>
        </pc:sldMkLst>
      </pc:sldChg>
      <pc:sldChg chg="addSp delSp modSp new del mod">
        <pc:chgData name="Saeed Samet" userId="cfbf7cda-a3f0-4a18-b58e-e4747a47ab2e" providerId="ADAL" clId="{1DAAA582-D431-51E1-B726-79BB57AE61A7}" dt="2026-04-24T13:42:55.915" v="1783" actId="2696"/>
        <pc:sldMkLst>
          <pc:docMk/>
          <pc:sldMk cId="1965307480" sldId="396"/>
        </pc:sldMkLst>
        <pc:spChg chg="del">
          <ac:chgData name="Saeed Samet" userId="cfbf7cda-a3f0-4a18-b58e-e4747a47ab2e" providerId="ADAL" clId="{1DAAA582-D431-51E1-B726-79BB57AE61A7}" dt="2026-04-24T13:34:35.906" v="1758" actId="478"/>
          <ac:spMkLst>
            <pc:docMk/>
            <pc:sldMk cId="1965307480" sldId="396"/>
            <ac:spMk id="2" creationId="{0FB22737-4D7D-84B7-BAD8-F0759A9A5503}"/>
          </ac:spMkLst>
        </pc:spChg>
        <pc:spChg chg="del">
          <ac:chgData name="Saeed Samet" userId="cfbf7cda-a3f0-4a18-b58e-e4747a47ab2e" providerId="ADAL" clId="{1DAAA582-D431-51E1-B726-79BB57AE61A7}" dt="2026-04-24T13:34:38.389" v="1759" actId="478"/>
          <ac:spMkLst>
            <pc:docMk/>
            <pc:sldMk cId="1965307480" sldId="396"/>
            <ac:spMk id="3" creationId="{DA1018E3-B332-371B-C2D8-91742A17B5BB}"/>
          </ac:spMkLst>
        </pc:spChg>
        <pc:spChg chg="add del">
          <ac:chgData name="Saeed Samet" userId="cfbf7cda-a3f0-4a18-b58e-e4747a47ab2e" providerId="ADAL" clId="{1DAAA582-D431-51E1-B726-79BB57AE61A7}" dt="2026-04-24T13:34:41.942" v="1761" actId="22"/>
          <ac:spMkLst>
            <pc:docMk/>
            <pc:sldMk cId="1965307480" sldId="396"/>
            <ac:spMk id="6" creationId="{E1AD5592-5F07-A842-4715-8FEF9E64C174}"/>
          </ac:spMkLst>
        </pc:spChg>
        <pc:picChg chg="add mod">
          <ac:chgData name="Saeed Samet" userId="cfbf7cda-a3f0-4a18-b58e-e4747a47ab2e" providerId="ADAL" clId="{1DAAA582-D431-51E1-B726-79BB57AE61A7}" dt="2026-04-24T13:36:18.417" v="1768" actId="1076"/>
          <ac:picMkLst>
            <pc:docMk/>
            <pc:sldMk cId="1965307480" sldId="396"/>
            <ac:picMk id="8" creationId="{F4F4D517-7F35-778C-A65A-2A33753F908E}"/>
          </ac:picMkLst>
        </pc:picChg>
      </pc:sldChg>
      <pc:sldChg chg="add">
        <pc:chgData name="Saeed Samet" userId="cfbf7cda-a3f0-4a18-b58e-e4747a47ab2e" providerId="ADAL" clId="{1DAAA582-D431-51E1-B726-79BB57AE61A7}" dt="2026-04-24T13:43:02.452" v="1784"/>
        <pc:sldMkLst>
          <pc:docMk/>
          <pc:sldMk cId="835365354" sldId="397"/>
        </pc:sldMkLst>
      </pc:sldChg>
      <pc:sldChg chg="addSp modSp add del mod">
        <pc:chgData name="Saeed Samet" userId="cfbf7cda-a3f0-4a18-b58e-e4747a47ab2e" providerId="ADAL" clId="{1DAAA582-D431-51E1-B726-79BB57AE61A7}" dt="2026-04-24T13:42:55.915" v="1783" actId="2696"/>
        <pc:sldMkLst>
          <pc:docMk/>
          <pc:sldMk cId="2050292864" sldId="397"/>
        </pc:sldMkLst>
        <pc:picChg chg="add mod">
          <ac:chgData name="Saeed Samet" userId="cfbf7cda-a3f0-4a18-b58e-e4747a47ab2e" providerId="ADAL" clId="{1DAAA582-D431-51E1-B726-79BB57AE61A7}" dt="2026-04-24T13:37:43.931" v="1782" actId="1076"/>
          <ac:picMkLst>
            <pc:docMk/>
            <pc:sldMk cId="2050292864" sldId="397"/>
            <ac:picMk id="3" creationId="{B0AADC42-7111-53F1-EB3E-D29D91657CB1}"/>
          </ac:picMkLst>
        </pc:picChg>
      </pc:sldChg>
      <pc:sldChg chg="modSp add del mod">
        <pc:chgData name="Saeed Samet" userId="cfbf7cda-a3f0-4a18-b58e-e4747a47ab2e" providerId="ADAL" clId="{1DAAA582-D431-51E1-B726-79BB57AE61A7}" dt="2026-04-24T13:42:55.915" v="1783" actId="2696"/>
        <pc:sldMkLst>
          <pc:docMk/>
          <pc:sldMk cId="1112912749" sldId="398"/>
        </pc:sldMkLst>
        <pc:picChg chg="mod">
          <ac:chgData name="Saeed Samet" userId="cfbf7cda-a3f0-4a18-b58e-e4747a47ab2e" providerId="ADAL" clId="{1DAAA582-D431-51E1-B726-79BB57AE61A7}" dt="2026-04-24T13:37:36.843" v="1779" actId="1076"/>
          <ac:picMkLst>
            <pc:docMk/>
            <pc:sldMk cId="1112912749" sldId="398"/>
            <ac:picMk id="3" creationId="{4A63BC9A-ED65-E224-8C4A-E082B34D05B7}"/>
          </ac:picMkLst>
        </pc:picChg>
      </pc:sldChg>
      <pc:sldChg chg="add">
        <pc:chgData name="Saeed Samet" userId="cfbf7cda-a3f0-4a18-b58e-e4747a47ab2e" providerId="ADAL" clId="{1DAAA582-D431-51E1-B726-79BB57AE61A7}" dt="2026-04-24T13:43:02.452" v="1784"/>
        <pc:sldMkLst>
          <pc:docMk/>
          <pc:sldMk cId="2165596819" sldId="398"/>
        </pc:sldMkLst>
      </pc:sldChg>
      <pc:sldChg chg="add">
        <pc:chgData name="Saeed Samet" userId="cfbf7cda-a3f0-4a18-b58e-e4747a47ab2e" providerId="ADAL" clId="{1DAAA582-D431-51E1-B726-79BB57AE61A7}" dt="2026-04-24T13:43:02.452" v="1784"/>
        <pc:sldMkLst>
          <pc:docMk/>
          <pc:sldMk cId="2557257786" sldId="399"/>
        </pc:sldMkLst>
      </pc:sldChg>
      <pc:sldChg chg="modSp add del mod">
        <pc:chgData name="Saeed Samet" userId="cfbf7cda-a3f0-4a18-b58e-e4747a47ab2e" providerId="ADAL" clId="{1DAAA582-D431-51E1-B726-79BB57AE61A7}" dt="2026-04-24T13:42:55.915" v="1783" actId="2696"/>
        <pc:sldMkLst>
          <pc:docMk/>
          <pc:sldMk cId="2866625954" sldId="399"/>
        </pc:sldMkLst>
        <pc:picChg chg="mod">
          <ac:chgData name="Saeed Samet" userId="cfbf7cda-a3f0-4a18-b58e-e4747a47ab2e" providerId="ADAL" clId="{1DAAA582-D431-51E1-B726-79BB57AE61A7}" dt="2026-04-24T13:37:27.038" v="1776" actId="1076"/>
          <ac:picMkLst>
            <pc:docMk/>
            <pc:sldMk cId="2866625954" sldId="399"/>
            <ac:picMk id="3" creationId="{2E381D84-4E40-214D-61E1-29DEDC9255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1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Introduction to Design Patterns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dirty="0"/>
              <a:t>Why and how we can exploit the wisdom and lessons learned by other developers who’ve been down the same design problem road and survived the trip. </a:t>
            </a:r>
          </a:p>
          <a:p>
            <a:r>
              <a:rPr lang="en-US" dirty="0"/>
              <a:t>We will look at the use and benefits of design patterns, look at some key object-oriented design principles, and walk through an example of how one pattern works. </a:t>
            </a:r>
          </a:p>
          <a:p>
            <a:r>
              <a:rPr lang="en-US" dirty="0"/>
              <a:t>Instead of code reuse, with patterns you get experience reuse.</a:t>
            </a: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one constant in software development is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9580-EBE8-2CC9-24B0-65CBC0B0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0153-821A-E64B-72F4-FFD801C2C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dirty="0"/>
              <a:t>Joe works for a company that makes a highly successful duck pond simulation game, </a:t>
            </a:r>
            <a:r>
              <a:rPr lang="en-US" dirty="0" err="1"/>
              <a:t>SimUDuck</a:t>
            </a:r>
            <a:r>
              <a:rPr lang="en-US" dirty="0"/>
              <a:t>. </a:t>
            </a:r>
          </a:p>
          <a:p>
            <a:r>
              <a:rPr lang="en-US" dirty="0"/>
              <a:t>The game can show a large variety of duck species </a:t>
            </a:r>
            <a:r>
              <a:rPr lang="en-US" b="1" u="sng" dirty="0"/>
              <a:t>swimming</a:t>
            </a:r>
            <a:r>
              <a:rPr lang="en-US" dirty="0"/>
              <a:t> and making </a:t>
            </a:r>
            <a:r>
              <a:rPr lang="en-US" u="sng" dirty="0"/>
              <a:t>quacking</a:t>
            </a:r>
            <a:r>
              <a:rPr lang="en-US" dirty="0"/>
              <a:t> sounds. </a:t>
            </a:r>
          </a:p>
          <a:p>
            <a:r>
              <a:rPr lang="en-US" dirty="0"/>
              <a:t>The initial designers of the system used standard OO techniques and created one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dirty="0"/>
              <a:t> </a:t>
            </a:r>
            <a:r>
              <a:rPr lang="en-US" b="1" dirty="0"/>
              <a:t>superclass</a:t>
            </a:r>
            <a:r>
              <a:rPr lang="en-US" dirty="0"/>
              <a:t> from which all other duck types inherit.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CA976-D6C6-2EC1-2585-6A7F451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E31A78-ED5F-A0F5-03A2-376F83CE671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576FE74-2457-5D8F-BF68-49E3EADB550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simple duck pond simulation game app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53382-2B20-BA6E-429B-5E5A7B234DB7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5465928-2130-9AB4-AB16-2E5ED17B2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29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D10FB-6DE4-5A1A-F817-3B8C6C32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7D76E8-1F9F-9FE5-6977-139D46976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711" y="119743"/>
            <a:ext cx="9249422" cy="431573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53EA53-D374-C5C9-2D87-41282FC24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181600"/>
            <a:ext cx="8763000" cy="1524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Change: Now we need the ducks to </a:t>
            </a:r>
            <a:r>
              <a:rPr lang="en-US" b="1" dirty="0"/>
              <a:t>FLY</a:t>
            </a:r>
            <a:r>
              <a:rPr lang="en-US" dirty="0"/>
              <a:t>.</a:t>
            </a:r>
            <a:endParaRPr lang="en-US" b="1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1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3979-4F7A-1403-05B8-64DE228C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93CBD-EA2E-3548-3857-CBB8DDAA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9A7673-354A-F92C-6894-BBF5B91C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4171" y="119743"/>
            <a:ext cx="6115658" cy="431573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A08E93-C3A5-E0CE-839B-4C3EA57EC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181600"/>
            <a:ext cx="8763000" cy="1524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Add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</a:t>
            </a:r>
            <a:r>
              <a:rPr lang="en-US" dirty="0"/>
              <a:t> method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dirty="0"/>
              <a:t> superclass, and then all the ducks will inherit it.</a:t>
            </a:r>
          </a:p>
          <a:p>
            <a:pPr marL="0" indent="0" algn="ctr">
              <a:buNone/>
            </a:pPr>
            <a:r>
              <a:rPr lang="en-US" dirty="0"/>
              <a:t>But something went horribly wrong ...!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0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DAD7-F21C-4225-22F1-A6A30F21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847B9-BEB8-A5BA-68AC-40E02A9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sz="3600" dirty="0"/>
              <a:t>Joe failed to notice: 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Not all subclasses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3200" dirty="0"/>
              <a:t> should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lang="en-US" sz="3200" dirty="0"/>
              <a:t>. 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When Joe added new behavior to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3200" dirty="0"/>
              <a:t> superclass, he was also adding behavior that was not appropriate for some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3200" dirty="0"/>
              <a:t> subclasses. 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He now has flying inanimate objects in the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SimUDuck</a:t>
            </a:r>
            <a:r>
              <a:rPr lang="en-US" sz="3200" dirty="0"/>
              <a:t> program.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/>
              <a:t>A localized update to the code caused a non-local side effect (flying rubber ducks)!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32832-66E9-0E3A-EFA9-2B55FC28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D0D57C-7900-96E7-B20B-E0A54846A91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5E249C-A3E8-5741-118F-276197F80B4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What is wrong?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18294-FC75-73F9-9DF0-A7B57F273CA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123E0DF-9D60-AF4E-878A-21C137363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81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30D7B-3499-B1F3-54DE-BB192D09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5C5B6-6100-BB67-EF81-E272B48D3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7411"/>
            <a:ext cx="9084872" cy="434838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B126B6-7919-A6EB-2AC3-E7F5377CF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5181600"/>
            <a:ext cx="9067800" cy="152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A great use of inheritance for the purpose of reuse.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Not so well when it comes to maintenance.</a:t>
            </a:r>
          </a:p>
        </p:txBody>
      </p:sp>
    </p:spTree>
    <p:extLst>
      <p:ext uri="{BB962C8B-B14F-4D97-AF65-F5344CB8AC3E}">
        <p14:creationId xmlns:p14="http://schemas.microsoft.com/office/powerpoint/2010/main" val="285932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9171-93C0-52A0-F1A5-4A87A251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5597C-2672-F85B-4386-361ECE89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152BC6-A601-E148-7885-2E999A109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241" y="0"/>
            <a:ext cx="86115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8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28D4F-A6ED-B661-FA68-5F913139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43895-AD4F-F1A6-A2BB-1BE0F6A66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Inheritance probably isn’t the answer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How about we want to update the product every six months.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The spec will keep changing and we’ll be forced to look at and possibly override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400" dirty="0"/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quack() </a:t>
            </a:r>
            <a:r>
              <a:rPr lang="en-US" sz="2400" dirty="0"/>
              <a:t>for every new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/>
              <a:t> subclass that’s ever added to the program, forever.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We need a cleaner way to have only some (but not all) of the duck types fly or quack.</a:t>
            </a:r>
          </a:p>
          <a:p>
            <a:r>
              <a:rPr lang="en-US" sz="2800" dirty="0"/>
              <a:t>Take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800" dirty="0"/>
              <a:t>out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 superclass and make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Flyable </a:t>
            </a:r>
            <a:r>
              <a:rPr lang="en-US" sz="2800" dirty="0"/>
              <a:t>interface with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800" dirty="0"/>
              <a:t>method.</a:t>
            </a:r>
          </a:p>
          <a:p>
            <a:r>
              <a:rPr lang="en-US" sz="2800" dirty="0"/>
              <a:t>Only the ducks that are supposed to fly will implement that interface and have a </a:t>
            </a:r>
            <a:r>
              <a:rPr lang="en-US" sz="2800" b="1" dirty="0"/>
              <a:t>fly() </a:t>
            </a:r>
            <a:r>
              <a:rPr lang="en-US" sz="2800" dirty="0"/>
              <a:t>method.</a:t>
            </a:r>
          </a:p>
          <a:p>
            <a:r>
              <a:rPr lang="en-US" sz="2800" b="1" dirty="0" err="1"/>
              <a:t>Quackable</a:t>
            </a:r>
            <a:r>
              <a:rPr lang="en-US" sz="2800" dirty="0"/>
              <a:t> interface too, since not all ducks can quack.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6ED1C-F5F4-5DEB-6762-9605BAD1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7CC821-D14F-621E-F144-6361C4F9EB7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54CFFF-5F66-4D32-F97C-DA7E167614C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about an interface?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F6752-E5B4-8934-3611-737CBE357108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235082C-C6C0-537B-653B-8E4A566F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6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2F866-56B7-191B-FE3F-0650A2A2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93005-856D-6626-73DD-8CAFE61A0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0" y="76200"/>
            <a:ext cx="8852419" cy="37719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30CE7E-FD6C-1365-0A0D-70ED812ED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962400"/>
            <a:ext cx="9067800" cy="2743200"/>
          </a:xfrm>
        </p:spPr>
        <p:txBody>
          <a:bodyPr>
            <a:normAutofit/>
          </a:bodyPr>
          <a:lstStyle/>
          <a:p>
            <a:r>
              <a:rPr lang="en-US" sz="2400" dirty="0"/>
              <a:t>But while having the subclasses implement Flyable and/or </a:t>
            </a:r>
            <a:r>
              <a:rPr lang="en-US" sz="2400" dirty="0" err="1"/>
              <a:t>Quackable</a:t>
            </a:r>
            <a:r>
              <a:rPr lang="en-US" sz="2400" dirty="0"/>
              <a:t> solves part of the problem, it completely destroys code reuse for those behaviors.</a:t>
            </a:r>
          </a:p>
          <a:p>
            <a:r>
              <a:rPr lang="en-US" sz="2400" dirty="0"/>
              <a:t>It just creates a different maintenance nightmare. </a:t>
            </a:r>
          </a:p>
          <a:p>
            <a:r>
              <a:rPr lang="en-US" sz="2400" dirty="0"/>
              <a:t>And there might be more than one kind of flying behavior even among the ducks that do fly.</a:t>
            </a:r>
          </a:p>
        </p:txBody>
      </p:sp>
    </p:spTree>
    <p:extLst>
      <p:ext uri="{BB962C8B-B14F-4D97-AF65-F5344CB8AC3E}">
        <p14:creationId xmlns:p14="http://schemas.microsoft.com/office/powerpoint/2010/main" val="125311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EAAB-027E-6EBB-BDAD-0EFDA644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354D-4992-64AC-6CF9-754B7CDE4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what’s the one thing we can always count on in software development?</a:t>
            </a:r>
          </a:p>
          <a:p>
            <a:r>
              <a:rPr lang="en-US" sz="2800" dirty="0"/>
              <a:t>No matter where we work, what we’re building, or what language we are programming in, what’s the one true constant that will be with you always?</a:t>
            </a:r>
          </a:p>
          <a:p>
            <a:r>
              <a:rPr lang="en-US" sz="2800" dirty="0"/>
              <a:t>No matter how well we design an application, over time an application must grow and change, or it will die.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C8FA5-D1EE-CA8E-9567-68C3C0A5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F8709D-0EAC-2B30-DA5E-C474087D8B8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7FE375-FCCB-8B92-A5B0-49DE8B4327B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Software Nature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9F1FF-D204-D2A8-4C52-B9F8B7FE766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EEBE25F-57F5-6190-2FC8-5FEDFB53C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455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B28D-55CE-E62A-6A56-8459BA0B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431E-DA6F-A8E4-6583-3440123FA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552291"/>
            <a:ext cx="9067800" cy="316918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/>
              <a:t>Take the parts that vary and encapsulate them.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/>
              <a:t>We can later alter or extend the parts that vary without affecting those that don’t.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/>
              <a:t>It forms the basis for almost every design pattern. 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/>
              <a:t>Fewer unintended consequences from code changes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/>
              <a:t>more flexibility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6CB76-B043-1565-B175-1549C511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6D9C29-5E7B-5FAB-0671-CD18B6CFD7E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D1FC31-FE45-19E1-0A0D-E78EED9BCC6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Design Principle for this situation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234A5-E8B7-BF13-BF60-F3101ECFF78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5234555-9F9E-004E-87DA-28743F556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A5A31F-3EC0-9DDA-0D63-307329301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650" y="828020"/>
            <a:ext cx="4584700" cy="247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09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4EA6-25F1-53EC-9B88-B58DAF9A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5FCF-B200-83DC-31AD-6E62F4C35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Other than the problems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800" dirty="0"/>
              <a:t>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quack()</a:t>
            </a:r>
            <a:r>
              <a:rPr lang="en-US" sz="2800" dirty="0"/>
              <a:t>,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 class is working well and there are no other parts of it that appear to vary or change frequently.</a:t>
            </a:r>
          </a:p>
          <a:p>
            <a:r>
              <a:rPr lang="en-US" sz="2800" dirty="0"/>
              <a:t>We create two sets of classes (totally apart from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)</a:t>
            </a:r>
          </a:p>
          <a:p>
            <a:pPr lvl="1"/>
            <a:r>
              <a:rPr lang="en-US" sz="2400" dirty="0"/>
              <a:t>One for fly</a:t>
            </a:r>
          </a:p>
          <a:p>
            <a:pPr lvl="1"/>
            <a:r>
              <a:rPr lang="en-US" sz="2400" dirty="0"/>
              <a:t>One for quack</a:t>
            </a:r>
          </a:p>
          <a:p>
            <a:r>
              <a:rPr lang="en-US" sz="2800" dirty="0"/>
              <a:t>Each set of classes will hold all the implementations of the respective behavior. </a:t>
            </a:r>
          </a:p>
          <a:p>
            <a:r>
              <a:rPr lang="en-US" sz="2800" dirty="0"/>
              <a:t>For instance, we might have one class that implements quacking, another that implements squeaking, and another that implements silence.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BAECE-3CEC-D8E7-633D-C4F32E33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7E87A9-B203-0F46-CA8B-34FB3251D7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98EFC0-D2D9-0892-8EAC-E0ACE04F338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Separating what changes from what stays the same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487CD-4E98-6A80-0816-227B0428E2E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5F22BDB3-DF07-FCF4-2EB4-737855C35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08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3FCCD-9450-3F84-8A04-FAA01DBC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809CF-E595-D4BA-C80B-9F07DF28D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1000"/>
            <a:ext cx="9129947" cy="564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0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FEA68-997B-2613-EEE9-88A5F3C8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47AE5-71AA-F8BC-E150-6098B98E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A24FA0-5A0D-8CB1-B73E-87E64563F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267718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We want to assign behaviors to the instances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.</a:t>
            </a:r>
          </a:p>
          <a:p>
            <a:r>
              <a:rPr lang="en-US" sz="2800" dirty="0"/>
              <a:t>For example, we might want to instantiate a new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800" dirty="0"/>
              <a:t> instance and initialize it with a specific type of flying behavior.</a:t>
            </a:r>
          </a:p>
          <a:p>
            <a:r>
              <a:rPr lang="en-US" sz="2800" dirty="0"/>
              <a:t>And make sure that we can change the behavior of a duck dynamically. How?</a:t>
            </a:r>
          </a:p>
          <a:p>
            <a:pPr lvl="1"/>
            <a:r>
              <a:rPr lang="en-US" sz="2400" dirty="0"/>
              <a:t>By including behavior setter methods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/>
              <a:t> classes so that we can change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 err="1"/>
              <a:t>’s</a:t>
            </a:r>
            <a:r>
              <a:rPr lang="en-US" sz="2400" dirty="0"/>
              <a:t> flying behavior at </a:t>
            </a:r>
            <a:r>
              <a:rPr lang="en-US" sz="2400" b="1" dirty="0"/>
              <a:t>runtime</a:t>
            </a:r>
            <a:r>
              <a:rPr lang="en-US" sz="2400" dirty="0"/>
              <a:t>.</a:t>
            </a:r>
          </a:p>
          <a:p>
            <a:r>
              <a:rPr lang="en-US" sz="2800" dirty="0"/>
              <a:t>Our second design principle: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A36258-7D4B-841F-2967-7975CAAA2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3145134"/>
            <a:ext cx="5829300" cy="17399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4236298-5C40-1DCB-B9E9-C28D831E3974}"/>
              </a:ext>
            </a:extLst>
          </p:cNvPr>
          <p:cNvSpPr txBox="1">
            <a:spLocks/>
          </p:cNvSpPr>
          <p:nvPr/>
        </p:nvSpPr>
        <p:spPr>
          <a:xfrm>
            <a:off x="190500" y="4885033"/>
            <a:ext cx="8763000" cy="15919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We’ll use an interface to represent each behavior—for instance,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800" dirty="0"/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800" dirty="0"/>
              <a:t>—and each implementation of a behavior will implement one of those interfaces.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1E686-6C5D-CE0A-18EB-87645A2F21F4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Designing the Duck Behaviors</a:t>
            </a:r>
          </a:p>
        </p:txBody>
      </p:sp>
    </p:spTree>
    <p:extLst>
      <p:ext uri="{BB962C8B-B14F-4D97-AF65-F5344CB8AC3E}">
        <p14:creationId xmlns:p14="http://schemas.microsoft.com/office/powerpoint/2010/main" val="5099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5FD75-E770-A534-322C-2FD32FA6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B6860-FC57-B3D3-C28B-EB5A84C4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154A03-94FE-C732-B25B-CEE55D5DB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23220"/>
            <a:ext cx="8763000" cy="267718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We’ll make a set of classes whose entire reason for living is to represent a behavior (for example, “squeaking”), and it’s the behavior class, rather than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 class, that will implement the behavior interface.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 subclasses will use a behavior represented by an interface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800" dirty="0"/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800" dirty="0"/>
              <a:t>).</a:t>
            </a:r>
          </a:p>
          <a:p>
            <a:r>
              <a:rPr lang="en-US" sz="2800" dirty="0"/>
              <a:t>The actual implementation of the behavior won’t be locked into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800" dirty="0"/>
              <a:t> subclass.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DB17E-C3EA-444D-3202-8E2A0C7313AF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Designing the Duck Behaviors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ABAE8-D37D-F5EC-B7ED-D9F0D1D77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3200400"/>
            <a:ext cx="45466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78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FF79-EA2A-B75E-A9CB-935BD43D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63DAA-0C99-0DCD-262F-1A471777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40ACCF-A459-CC09-CFFC-43EFE490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54107"/>
            <a:ext cx="8763000" cy="417494"/>
          </a:xfrm>
        </p:spPr>
        <p:txBody>
          <a:bodyPr>
            <a:normAutofit/>
          </a:bodyPr>
          <a:lstStyle/>
          <a:p>
            <a:r>
              <a:rPr lang="en-US" sz="2000" dirty="0"/>
              <a:t>Programming to an implementation would be: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ECC52BC-2D83-255B-D1C6-8407697A2744}"/>
              </a:ext>
            </a:extLst>
          </p:cNvPr>
          <p:cNvSpPr txBox="1">
            <a:spLocks/>
          </p:cNvSpPr>
          <p:nvPr/>
        </p:nvSpPr>
        <p:spPr>
          <a:xfrm>
            <a:off x="169566" y="4329900"/>
            <a:ext cx="8763000" cy="829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Even better, rather than hardcoding the instantiation of the subtype (like new Dog()) into the code, assign the concrete implementation object at runtime: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053BA-53F0-A960-2DCA-E8865AB5D820}"/>
              </a:ext>
            </a:extLst>
          </p:cNvPr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Programming to an implementation vs </a:t>
            </a:r>
          </a:p>
          <a:p>
            <a:pPr algn="ctr"/>
            <a:r>
              <a:rPr lang="en-US" sz="2800" b="1" dirty="0"/>
              <a:t>programming to an interface/supertype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7EE56-B589-DFCD-D3A5-F4A602FF5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348469"/>
            <a:ext cx="6908800" cy="1397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45176-1ED3-7202-77C7-70B8B09A105E}"/>
              </a:ext>
            </a:extLst>
          </p:cNvPr>
          <p:cNvSpPr txBox="1">
            <a:spLocks/>
          </p:cNvSpPr>
          <p:nvPr/>
        </p:nvSpPr>
        <p:spPr>
          <a:xfrm>
            <a:off x="228600" y="2676177"/>
            <a:ext cx="8763000" cy="417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But programming to an interface/supertype would be: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C31C3-EBF4-B170-97BE-E44B7D695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7600" y="3208177"/>
            <a:ext cx="6908800" cy="11217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45D8A7-1D92-82CB-43BF-33904AA4C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5015265"/>
            <a:ext cx="6781800" cy="125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99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4CEDD-8076-C545-ABCF-DD468395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42E22-A112-5E23-15A3-273C312B2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5485" y="648854"/>
            <a:ext cx="5493029" cy="556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38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624B-6859-66F1-51F6-1EE38CFC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CE3617C-4257-2CAF-0FA5-0C895E8E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Two interfaces,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1800" dirty="0"/>
              <a:t> and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1800" dirty="0"/>
              <a:t>, along with the corresponding classes that implement each concrete behavior: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06E797-4343-B2FE-B0C2-78EDDBD5F812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Implementing the Duck Behaviors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C29FD-DA15-E775-23AF-017979FCA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89392"/>
            <a:ext cx="8839200" cy="556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86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6256-DEFA-9F90-A2DC-92597EDF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636DD9-49A8-2D11-0AAA-1D8ED75C32C4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Implementing the Duck Behaviors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187860-609E-53D5-D814-128D8DAE9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838200"/>
            <a:ext cx="8839200" cy="349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59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AADB-EBD3-A9D9-90E0-77705806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B6774FB-8A10-501A-8506-6895ACB1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096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Duck will now delegate its flying and quacking behaviors, instead of using quacking and flying methods defined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dirty="0"/>
              <a:t> class (or subclass). How?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First, we’ll add two instance variables of type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/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.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Each concrete duck object will assign to those variables a specific behavior at runtime, 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FlyWithWings</a:t>
            </a:r>
            <a:r>
              <a:rPr lang="en-US" sz="2400" dirty="0"/>
              <a:t> for flying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Squeak</a:t>
            </a:r>
            <a:r>
              <a:rPr lang="en-US" sz="2400" dirty="0"/>
              <a:t> for quacking.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We’ll also remove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400" dirty="0"/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quack() </a:t>
            </a:r>
            <a:r>
              <a:rPr lang="en-US" sz="2400" dirty="0"/>
              <a:t>methods from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/>
              <a:t> class (and any subclasses) because we’ve moved this behavior out into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/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 classes.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/>
              <a:t>We’ll replace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fly() </a:t>
            </a:r>
            <a:r>
              <a:rPr lang="en-US" sz="2400" dirty="0"/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quack() </a:t>
            </a:r>
            <a:r>
              <a:rPr lang="en-US" sz="2400" dirty="0"/>
              <a:t>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/>
              <a:t> class with two similar methods, called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performFly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/>
              <a:t>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performQuack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/>
              <a:t>; you’ll see how they work next.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C46735-EF61-4A69-3CB5-F6952F465AE3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Integrating the Duck Behaviors</a:t>
            </a:r>
          </a:p>
        </p:txBody>
      </p:sp>
    </p:spTree>
    <p:extLst>
      <p:ext uri="{BB962C8B-B14F-4D97-AF65-F5344CB8AC3E}">
        <p14:creationId xmlns:p14="http://schemas.microsoft.com/office/powerpoint/2010/main" val="1709283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CAC7-2862-2867-DA51-94E1BD53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C2DAF78-C89D-0220-CFBC-47DBDFFCA9A3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Integrating the Duck Behaviors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15809-24EE-2739-215A-948B6FF78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371600"/>
            <a:ext cx="912630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3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B63B-82D3-CA2D-5159-676CC474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9021F-9537-7A96-C692-3756B9CE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Now we implement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performQuack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73B429-4BDB-B9E8-D21A-41CB65732F7C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Integrating the Duck Behaviors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FED5A-3429-F4E9-218A-A8BDE44D3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500" y="1285220"/>
            <a:ext cx="8839200" cy="269970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238F39-6CAF-44B8-0906-6BFD44D8E1CC}"/>
              </a:ext>
            </a:extLst>
          </p:cNvPr>
          <p:cNvSpPr txBox="1">
            <a:spLocks/>
          </p:cNvSpPr>
          <p:nvPr/>
        </p:nvSpPr>
        <p:spPr>
          <a:xfrm>
            <a:off x="228600" y="4343400"/>
            <a:ext cx="8763000" cy="17198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To perform the quack, a Duck just asks the object that is referenced by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 to quack for it. </a:t>
            </a:r>
          </a:p>
          <a:p>
            <a:r>
              <a:rPr lang="en-US" sz="2400" dirty="0"/>
              <a:t>In this part of the code, we don’t care what kind of object the concrete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/>
              <a:t> is, all we care about is that it knows how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quack()</a:t>
            </a:r>
            <a:r>
              <a:rPr lang="en-US" sz="2400" dirty="0"/>
              <a:t>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4459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47BD-E2F3-529F-137A-57F5EE97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784529-BFC2-11D5-1283-48FB6913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Now, how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/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 instance variables are set? Let’s take a look at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/>
              <a:t> class: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846388-9575-1BF2-7333-1E4CE288D1EB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More integration...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556EA-561B-B233-AAA6-F9BE7C0D8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000" y="1408576"/>
            <a:ext cx="6137956" cy="269970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86C3D1-EB67-CF60-24AF-A8372DA5DD9A}"/>
              </a:ext>
            </a:extLst>
          </p:cNvPr>
          <p:cNvSpPr txBox="1">
            <a:spLocks/>
          </p:cNvSpPr>
          <p:nvPr/>
        </p:nvSpPr>
        <p:spPr>
          <a:xfrm>
            <a:off x="0" y="4343400"/>
            <a:ext cx="9144000" cy="2514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 err="1"/>
              <a:t>’s</a:t>
            </a:r>
            <a:r>
              <a:rPr lang="en-US" sz="2400" dirty="0"/>
              <a:t> quack is a real live duck quack, not a squeak and not a mute quack. </a:t>
            </a:r>
          </a:p>
          <a:p>
            <a:r>
              <a:rPr lang="en-US" sz="2400" dirty="0"/>
              <a:t>When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/>
              <a:t> is instantiated, its constructor initializes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 err="1"/>
              <a:t>’s</a:t>
            </a:r>
            <a:r>
              <a:rPr lang="en-US" sz="2400" dirty="0"/>
              <a:t> inherited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 instance variable to a new instance of type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Quack</a:t>
            </a:r>
            <a:r>
              <a:rPr lang="en-US" sz="2400" dirty="0"/>
              <a:t> (a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/>
              <a:t> concrete implementation class).</a:t>
            </a:r>
          </a:p>
          <a:p>
            <a:r>
              <a:rPr lang="en-US" sz="2400" dirty="0"/>
              <a:t>And the same is true for the duck’s flying behavior—the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</a:t>
            </a:r>
            <a:r>
              <a:rPr lang="en-US" sz="2400" dirty="0" err="1"/>
              <a:t>’s</a:t>
            </a:r>
            <a:r>
              <a:rPr lang="en-US" sz="2400" dirty="0"/>
              <a:t> constructor initializes the inherited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/>
              <a:t> instance variable with an instance of type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FlyWithWings</a:t>
            </a:r>
            <a:r>
              <a:rPr lang="en-US" sz="2400" dirty="0"/>
              <a:t> (a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/>
              <a:t> concrete implementation class).</a:t>
            </a:r>
          </a:p>
        </p:txBody>
      </p:sp>
    </p:spTree>
    <p:extLst>
      <p:ext uri="{BB962C8B-B14F-4D97-AF65-F5344CB8AC3E}">
        <p14:creationId xmlns:p14="http://schemas.microsoft.com/office/powerpoint/2010/main" val="3776638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FAA1-8803-27F2-26F8-B2128127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4B3BF7-8212-29B2-1771-893EC10B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MallardDuck.java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F8CF91-7546-ED4D-8675-455DE2BEBF35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Testing the Duck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44F1F-432E-EC80-5BF2-FFD83462B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616" y="1381780"/>
            <a:ext cx="7478767" cy="511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0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6A38-1A2F-361A-BA5E-DC5F7DF8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6AD1B2-3CE4-2EAA-331C-07FAC1CB2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FlyBehavior.java</a:t>
            </a:r>
            <a:r>
              <a:rPr lang="en-US" sz="2400" dirty="0"/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FlyWithWings.java</a:t>
            </a:r>
            <a:r>
              <a:rPr lang="en-US" sz="2400" dirty="0"/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FlyNoWay.java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28BB08-7A8D-E302-BCF5-C9989C6895E8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Testing the Duck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01B7BA-4A78-6A2A-9F0B-07B82B34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1412762"/>
            <a:ext cx="8991600" cy="464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04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7A5B-05E0-82FE-C4AB-BCAF945C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13E618-570C-C4E7-733E-E90A5A6A4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85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QuackBehavior.java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Quack.java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MuteQuack.java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Squeak.java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2D2259-7547-F149-2948-41158FF775F1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Testing the Duck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189BB-C51D-3FFB-084D-A226924AE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0" y="1143000"/>
            <a:ext cx="5715000" cy="551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93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4DFE6-87E2-561C-8DA7-53BA21FD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543E93-23BE-E2E2-1698-E90E42F3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98" y="629697"/>
            <a:ext cx="87630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test class: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MiniDuckSimulator.java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D09AE4-48AA-55A2-DAA1-EC9FAED15C8B}"/>
              </a:ext>
            </a:extLst>
          </p:cNvPr>
          <p:cNvSpPr txBox="1"/>
          <p:nvPr/>
        </p:nvSpPr>
        <p:spPr>
          <a:xfrm>
            <a:off x="0" y="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Testing the Duck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FA74AD-939C-D436-042B-C450F6251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1474113"/>
            <a:ext cx="8678699" cy="246986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F03231-FBA1-FBCA-8479-3B9A9729FE0B}"/>
              </a:ext>
            </a:extLst>
          </p:cNvPr>
          <p:cNvSpPr txBox="1">
            <a:spLocks/>
          </p:cNvSpPr>
          <p:nvPr/>
        </p:nvSpPr>
        <p:spPr>
          <a:xfrm>
            <a:off x="228600" y="4267200"/>
            <a:ext cx="87630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AA4B1-E6D0-C7C7-D5E7-A1D761FFC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4724400"/>
            <a:ext cx="40640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90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92A8-2FCB-793F-AF65-366E0A8E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F042D92-4706-0744-2A44-18CE1A0CE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12954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Imagine we want to set the duck’s behavior type through a setter method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>
                <a:cs typeface="Times New Roman" panose="02020603050405020304" pitchFamily="18" charset="0"/>
              </a:rPr>
              <a:t> class, rather than by instantiating it in the duck’s constructor.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Add two new methods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>
                <a:cs typeface="Times New Roman" panose="02020603050405020304" pitchFamily="18" charset="0"/>
              </a:rPr>
              <a:t> class: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CF0E1-0B1D-B938-B762-AF038843346A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Setting behavior dynamically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C360E-CFFF-8D2C-2510-D97621D00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93" y="2743200"/>
            <a:ext cx="9090407" cy="32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7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50A05-3463-6E46-1A94-81660E1A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19986D-71CC-C157-D79B-18E4CD7E4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09600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Make a new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>
                <a:cs typeface="Times New Roman" panose="02020603050405020304" pitchFamily="18" charset="0"/>
              </a:rPr>
              <a:t> type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ModelDuck.java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299BA-01BA-1FF2-28E0-31CFA67C43D9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Setting behavior dynamically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29416-110D-8B81-5A01-EE0981A7B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98" y="2057400"/>
            <a:ext cx="9085402" cy="32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71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4870-07D2-3EA6-F5AB-507A09246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3ED8AE-9AF8-0547-5300-DDBF11573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609600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Make a new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>
                <a:cs typeface="Times New Roman" panose="02020603050405020304" pitchFamily="18" charset="0"/>
              </a:rPr>
              <a:t> type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FlyRocketPowered.java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C01F18-88AB-7BA3-20C2-16FBCF555F33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Setting behavior dynamically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94592-EE76-D87D-B6EC-A64678100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98" y="2224252"/>
            <a:ext cx="9085402" cy="293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59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7B89-1232-8577-BB84-58A66BF5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306A56C-336A-3065-66C6-2C6463918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838200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Change the test class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MiniDuckSimulator.java</a:t>
            </a:r>
            <a:r>
              <a:rPr lang="en-US" sz="2400" dirty="0">
                <a:cs typeface="Times New Roman" panose="02020603050405020304" pitchFamily="18" charset="0"/>
              </a:rPr>
              <a:t>), add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ModelDuck</a:t>
            </a:r>
            <a:r>
              <a:rPr lang="en-US" sz="2400" dirty="0">
                <a:cs typeface="Times New Roman" panose="02020603050405020304" pitchFamily="18" charset="0"/>
              </a:rPr>
              <a:t>, and make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ModelDuck</a:t>
            </a:r>
            <a:r>
              <a:rPr lang="en-US" sz="2400" dirty="0">
                <a:cs typeface="Times New Roman" panose="02020603050405020304" pitchFamily="18" charset="0"/>
              </a:rPr>
              <a:t> rocket-enabled, and Run it!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To change a duck’s behavior at runtime, just call the duck’s setter method for that behavior.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68FEE-0E56-4DD5-4551-CA0AC1769F3D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Setting behavior dynamically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BB5CB-A6F4-79E2-1A8F-8E614C693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5140" y="1295400"/>
            <a:ext cx="6295359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57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3F5F-825E-8E55-97AA-DAEF1A9B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F02BD1-DECC-C693-3954-570FCFB8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838200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Ducks extending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r>
              <a:rPr lang="en-US" sz="2400" dirty="0">
                <a:cs typeface="Times New Roman" panose="02020603050405020304" pitchFamily="18" charset="0"/>
              </a:rPr>
              <a:t>, fly behaviors implementing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>
                <a:cs typeface="Times New Roman" panose="02020603050405020304" pitchFamily="18" charset="0"/>
              </a:rPr>
              <a:t>, and quack behaviors implementing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073C1-7E61-45C5-1925-3D3E48DF31BA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The Big Picture on encapsulated behaviors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B520A-469A-9B82-F4C2-72DF008F2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293" y="1655702"/>
            <a:ext cx="8225413" cy="516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67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8F44-9A9A-855A-E093-BAE6058C8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B778C04-44E1-8BB6-4AC0-93AF489CE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2514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The HAS-A relationship is an interesting one: each duck has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FlyBehavior</a:t>
            </a:r>
            <a:r>
              <a:rPr lang="en-US" sz="2400" dirty="0">
                <a:cs typeface="Times New Roman" panose="02020603050405020304" pitchFamily="18" charset="0"/>
              </a:rPr>
              <a:t> and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QuackBehavior</a:t>
            </a:r>
            <a:r>
              <a:rPr lang="en-US" sz="2400" dirty="0">
                <a:cs typeface="Times New Roman" panose="02020603050405020304" pitchFamily="18" charset="0"/>
              </a:rPr>
              <a:t> to which it delegates flying and quacking.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When you put two classes together like this, you’re using composition. Instead of inheriting their behavior, the ducks get their behavior by being composed with the right behavior object.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This is an important technique; in fact, it is the basis of our third design principle: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03E76-43DC-5DB6-83CA-E8F995C91C02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HAS-A can be better than IS-A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822D4-3864-893C-6709-1F626C3EB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3276600"/>
            <a:ext cx="5816600" cy="177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22AC2-8C8A-1F8B-0CE4-93E32E46BEDC}"/>
              </a:ext>
            </a:extLst>
          </p:cNvPr>
          <p:cNvSpPr txBox="1"/>
          <p:nvPr/>
        </p:nvSpPr>
        <p:spPr>
          <a:xfrm>
            <a:off x="2324100" y="5486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Change behavior at runtime</a:t>
            </a:r>
          </a:p>
        </p:txBody>
      </p:sp>
    </p:spTree>
    <p:extLst>
      <p:ext uri="{BB962C8B-B14F-4D97-AF65-F5344CB8AC3E}">
        <p14:creationId xmlns:p14="http://schemas.microsoft.com/office/powerpoint/2010/main" val="3380905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E8F7C-0828-5F8F-1B63-4CFBFC91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67726E3-1F03-D69D-BB3C-5282CE36C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1981200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cs typeface="Times New Roman" panose="02020603050405020304" pitchFamily="18" charset="0"/>
              </a:rPr>
              <a:t>Below is a mess of classes and interfaces for an action-adventure game.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Classes for game characters along with classes for weapon behaviors the characters can use in the game. </a:t>
            </a:r>
          </a:p>
          <a:p>
            <a:r>
              <a:rPr lang="en-US" sz="2400" dirty="0">
                <a:cs typeface="Times New Roman" panose="02020603050405020304" pitchFamily="18" charset="0"/>
              </a:rPr>
              <a:t>Each character can make use of one weapon at a time but can change weapons at any time during the game. Your job is to sort it all out...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BFE39-3A4E-5531-A60F-22772EEA0F46}"/>
              </a:ext>
            </a:extLst>
          </p:cNvPr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Design Puzzle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127BC-5541-C0ED-C488-3469BDB00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223" y="2438400"/>
            <a:ext cx="759955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4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EF33-874C-1C1B-7C97-E1F72741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4D517-7F35-778C-A65A-2A33753F9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6" y="1676400"/>
            <a:ext cx="898816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43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8D27-13EF-2054-AC18-C0262FDA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BB1C5-868B-D879-F41F-8FB4F1C8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AADC42-7111-53F1-EB3E-D29D91657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0"/>
            <a:ext cx="5181600" cy="68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65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C79A-1CC2-22A7-2AB8-116792D1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DCDD0-E7E4-0409-7C85-46719101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3BC9A-ED65-E224-8C4A-E082B34D0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8675" y="0"/>
            <a:ext cx="4946650" cy="687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96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3362-E7DB-E006-AC4B-50299731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E67D-D21E-0C5A-48AB-3C76DC7E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381D84-4E40-214D-61E1-29DEDC925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213" y="43543"/>
            <a:ext cx="6931574" cy="682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5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14574</TotalTime>
  <Words>1658</Words>
  <Application>Microsoft Macintosh PowerPoint</Application>
  <PresentationFormat>On-screen Show (4:3)</PresentationFormat>
  <Paragraphs>148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Times New Roman</vt:lpstr>
      <vt:lpstr>Wingdings</vt:lpstr>
      <vt:lpstr>Office Theme</vt:lpstr>
      <vt:lpstr>Object-Oriented Software Analysis &amp; Design (COMP-3220)  Lecture 1  Introduction to Design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3397</cp:revision>
  <dcterms:created xsi:type="dcterms:W3CDTF">2006-08-16T00:00:00Z</dcterms:created>
  <dcterms:modified xsi:type="dcterms:W3CDTF">2026-04-24T13:43:05Z</dcterms:modified>
</cp:coreProperties>
</file>