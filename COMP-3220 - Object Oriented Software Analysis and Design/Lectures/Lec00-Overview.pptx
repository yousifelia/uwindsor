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412" r:id="rId3"/>
    <p:sldId id="373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74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85" r:id="rId25"/>
    <p:sldId id="369" r:id="rId26"/>
    <p:sldId id="370" r:id="rId27"/>
    <p:sldId id="371" r:id="rId28"/>
    <p:sldId id="372" r:id="rId29"/>
    <p:sldId id="395" r:id="rId30"/>
    <p:sldId id="396" r:id="rId31"/>
    <p:sldId id="397" r:id="rId32"/>
    <p:sldId id="398" r:id="rId33"/>
    <p:sldId id="399" r:id="rId34"/>
    <p:sldId id="400" r:id="rId35"/>
    <p:sldId id="401" r:id="rId36"/>
    <p:sldId id="402" r:id="rId37"/>
    <p:sldId id="403" r:id="rId38"/>
    <p:sldId id="404" r:id="rId39"/>
    <p:sldId id="405" r:id="rId40"/>
    <p:sldId id="406" r:id="rId41"/>
    <p:sldId id="407" r:id="rId42"/>
    <p:sldId id="408" r:id="rId43"/>
    <p:sldId id="409" r:id="rId44"/>
    <p:sldId id="411" r:id="rId45"/>
    <p:sldId id="410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8B6F01-97D3-B74E-A2D4-38BBDE216CAA}" v="51" dt="2026-04-22T14:04:41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 autoAdjust="0"/>
    <p:restoredTop sz="96301" autoAdjust="0"/>
  </p:normalViewPr>
  <p:slideViewPr>
    <p:cSldViewPr>
      <p:cViewPr varScale="1">
        <p:scale>
          <a:sx n="118" d="100"/>
          <a:sy n="118" d="100"/>
        </p:scale>
        <p:origin x="2032" y="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1DAAA582-D431-51E1-B726-79BB57AE61A7}"/>
    <pc:docChg chg="undo redo custSel addSld delSld modSld sldOrd">
      <pc:chgData name="Saeed Samet" userId="cfbf7cda-a3f0-4a18-b58e-e4747a47ab2e" providerId="ADAL" clId="{1DAAA582-D431-51E1-B726-79BB57AE61A7}" dt="2026-04-22T19:05:22.364" v="2911" actId="27636"/>
      <pc:docMkLst>
        <pc:docMk/>
      </pc:docMkLst>
      <pc:sldChg chg="modSp mod">
        <pc:chgData name="Saeed Samet" userId="cfbf7cda-a3f0-4a18-b58e-e4747a47ab2e" providerId="ADAL" clId="{1DAAA582-D431-51E1-B726-79BB57AE61A7}" dt="2026-04-21T19:42:24.298" v="2072" actId="20577"/>
        <pc:sldMkLst>
          <pc:docMk/>
          <pc:sldMk cId="2931880077" sldId="256"/>
        </pc:sldMkLst>
        <pc:spChg chg="mod">
          <ac:chgData name="Saeed Samet" userId="cfbf7cda-a3f0-4a18-b58e-e4747a47ab2e" providerId="ADAL" clId="{1DAAA582-D431-51E1-B726-79BB57AE61A7}" dt="2026-04-21T19:42:24.298" v="2072" actId="20577"/>
          <ac:spMkLst>
            <pc:docMk/>
            <pc:sldMk cId="2931880077" sldId="256"/>
            <ac:spMk id="2" creationId="{00000000-0000-0000-0000-000000000000}"/>
          </ac:spMkLst>
        </pc:spChg>
      </pc:sldChg>
      <pc:sldChg chg="modSp del mod">
        <pc:chgData name="Saeed Samet" userId="cfbf7cda-a3f0-4a18-b58e-e4747a47ab2e" providerId="ADAL" clId="{1DAAA582-D431-51E1-B726-79BB57AE61A7}" dt="2026-04-21T19:23:15.063" v="1796" actId="2696"/>
        <pc:sldMkLst>
          <pc:docMk/>
          <pc:sldMk cId="223137185" sldId="361"/>
        </pc:sldMkLst>
      </pc:sldChg>
      <pc:sldChg chg="modSp add del mod">
        <pc:chgData name="Saeed Samet" userId="cfbf7cda-a3f0-4a18-b58e-e4747a47ab2e" providerId="ADAL" clId="{1DAAA582-D431-51E1-B726-79BB57AE61A7}" dt="2026-04-21T19:23:15.062" v="1795" actId="2696"/>
        <pc:sldMkLst>
          <pc:docMk/>
          <pc:sldMk cId="1204296183" sldId="362"/>
        </pc:sldMkLst>
      </pc:sldChg>
      <pc:sldChg chg="addSp delSp modSp new del mod ord">
        <pc:chgData name="Saeed Samet" userId="cfbf7cda-a3f0-4a18-b58e-e4747a47ab2e" providerId="ADAL" clId="{1DAAA582-D431-51E1-B726-79BB57AE61A7}" dt="2026-04-21T19:23:15.067" v="1803" actId="2696"/>
        <pc:sldMkLst>
          <pc:docMk/>
          <pc:sldMk cId="1707613629" sldId="363"/>
        </pc:sldMkLst>
      </pc:sldChg>
      <pc:sldChg chg="modSp add del mod ord">
        <pc:chgData name="Saeed Samet" userId="cfbf7cda-a3f0-4a18-b58e-e4747a47ab2e" providerId="ADAL" clId="{1DAAA582-D431-51E1-B726-79BB57AE61A7}" dt="2026-04-21T19:23:15.068" v="1804" actId="2696"/>
        <pc:sldMkLst>
          <pc:docMk/>
          <pc:sldMk cId="573604698" sldId="364"/>
        </pc:sldMkLst>
      </pc:sldChg>
      <pc:sldChg chg="modSp add del mod">
        <pc:chgData name="Saeed Samet" userId="cfbf7cda-a3f0-4a18-b58e-e4747a47ab2e" providerId="ADAL" clId="{1DAAA582-D431-51E1-B726-79BB57AE61A7}" dt="2026-04-21T19:23:15.065" v="1799" actId="2696"/>
        <pc:sldMkLst>
          <pc:docMk/>
          <pc:sldMk cId="1556815088" sldId="365"/>
        </pc:sldMkLst>
      </pc:sldChg>
      <pc:sldChg chg="addSp delSp modSp new del mod">
        <pc:chgData name="Saeed Samet" userId="cfbf7cda-a3f0-4a18-b58e-e4747a47ab2e" providerId="ADAL" clId="{1DAAA582-D431-51E1-B726-79BB57AE61A7}" dt="2026-04-21T19:23:15.067" v="1802" actId="2696"/>
        <pc:sldMkLst>
          <pc:docMk/>
          <pc:sldMk cId="2859326394" sldId="366"/>
        </pc:sldMkLst>
      </pc:sldChg>
      <pc:sldChg chg="addSp delSp modSp add del mod">
        <pc:chgData name="Saeed Samet" userId="cfbf7cda-a3f0-4a18-b58e-e4747a47ab2e" providerId="ADAL" clId="{1DAAA582-D431-51E1-B726-79BB57AE61A7}" dt="2026-04-21T19:23:15.066" v="1800" actId="2696"/>
        <pc:sldMkLst>
          <pc:docMk/>
          <pc:sldMk cId="1276983292" sldId="367"/>
        </pc:sldMkLst>
      </pc:sldChg>
      <pc:sldChg chg="modSp add del mod">
        <pc:chgData name="Saeed Samet" userId="cfbf7cda-a3f0-4a18-b58e-e4747a47ab2e" providerId="ADAL" clId="{1DAAA582-D431-51E1-B726-79BB57AE61A7}" dt="2026-04-21T19:23:15.061" v="1793" actId="2696"/>
        <pc:sldMkLst>
          <pc:docMk/>
          <pc:sldMk cId="3373684738" sldId="368"/>
        </pc:sldMkLst>
      </pc:sldChg>
      <pc:sldChg chg="addSp delSp modSp add mod ord">
        <pc:chgData name="Saeed Samet" userId="cfbf7cda-a3f0-4a18-b58e-e4747a47ab2e" providerId="ADAL" clId="{1DAAA582-D431-51E1-B726-79BB57AE61A7}" dt="2026-04-21T19:26:19.085" v="1893" actId="5793"/>
        <pc:sldMkLst>
          <pc:docMk/>
          <pc:sldMk cId="50990525" sldId="369"/>
        </pc:sldMkLst>
        <pc:spChg chg="add mod">
          <ac:chgData name="Saeed Samet" userId="cfbf7cda-a3f0-4a18-b58e-e4747a47ab2e" providerId="ADAL" clId="{1DAAA582-D431-51E1-B726-79BB57AE61A7}" dt="2026-04-21T19:26:19.085" v="1893" actId="5793"/>
          <ac:spMkLst>
            <pc:docMk/>
            <pc:sldMk cId="50990525" sldId="369"/>
            <ac:spMk id="12" creationId="{F7A24FA0-5A0D-8CB1-B73E-87E64563FC44}"/>
          </ac:spMkLst>
        </pc:spChg>
        <pc:spChg chg="add del mod">
          <ac:chgData name="Saeed Samet" userId="cfbf7cda-a3f0-4a18-b58e-e4747a47ab2e" providerId="ADAL" clId="{1DAAA582-D431-51E1-B726-79BB57AE61A7}" dt="2026-04-21T19:24:22.375" v="1827" actId="478"/>
          <ac:spMkLst>
            <pc:docMk/>
            <pc:sldMk cId="50990525" sldId="369"/>
            <ac:spMk id="15" creationId="{14236298-5C40-1DCB-B9E9-C28D831E3974}"/>
          </ac:spMkLst>
        </pc:spChg>
        <pc:spChg chg="add mod">
          <ac:chgData name="Saeed Samet" userId="cfbf7cda-a3f0-4a18-b58e-e4747a47ab2e" providerId="ADAL" clId="{1DAAA582-D431-51E1-B726-79BB57AE61A7}" dt="2026-04-21T19:24:07.958" v="1825"/>
          <ac:spMkLst>
            <pc:docMk/>
            <pc:sldMk cId="50990525" sldId="369"/>
            <ac:spMk id="16" creationId="{5381E686-6C5D-CE0A-18EB-87645A2F21F4}"/>
          </ac:spMkLst>
        </pc:spChg>
        <pc:picChg chg="add del mod">
          <ac:chgData name="Saeed Samet" userId="cfbf7cda-a3f0-4a18-b58e-e4747a47ab2e" providerId="ADAL" clId="{1DAAA582-D431-51E1-B726-79BB57AE61A7}" dt="2026-04-21T19:24:17.492" v="1826" actId="478"/>
          <ac:picMkLst>
            <pc:docMk/>
            <pc:sldMk cId="50990525" sldId="369"/>
            <ac:picMk id="14" creationId="{2BA36258-7D4B-841F-2967-7975CAAA2142}"/>
          </ac:picMkLst>
        </pc:picChg>
      </pc:sldChg>
      <pc:sldChg chg="modSp add mod">
        <pc:chgData name="Saeed Samet" userId="cfbf7cda-a3f0-4a18-b58e-e4747a47ab2e" providerId="ADAL" clId="{1DAAA582-D431-51E1-B726-79BB57AE61A7}" dt="2026-04-21T19:30:45.740" v="1968" actId="20577"/>
        <pc:sldMkLst>
          <pc:docMk/>
          <pc:sldMk cId="2640284575" sldId="370"/>
        </pc:sldMkLst>
        <pc:spChg chg="mod">
          <ac:chgData name="Saeed Samet" userId="cfbf7cda-a3f0-4a18-b58e-e4747a47ab2e" providerId="ADAL" clId="{1DAAA582-D431-51E1-B726-79BB57AE61A7}" dt="2026-04-21T19:30:45.740" v="1968" actId="20577"/>
          <ac:spMkLst>
            <pc:docMk/>
            <pc:sldMk cId="2640284575" sldId="370"/>
            <ac:spMk id="12" creationId="{09132A82-AC69-BD58-9220-A7A3488B9D0E}"/>
          </ac:spMkLst>
        </pc:spChg>
        <pc:spChg chg="mod">
          <ac:chgData name="Saeed Samet" userId="cfbf7cda-a3f0-4a18-b58e-e4747a47ab2e" providerId="ADAL" clId="{1DAAA582-D431-51E1-B726-79BB57AE61A7}" dt="2026-04-21T19:27:46.602" v="1895"/>
          <ac:spMkLst>
            <pc:docMk/>
            <pc:sldMk cId="2640284575" sldId="370"/>
            <ac:spMk id="16" creationId="{6EA413B2-AA82-C2BB-5620-A1AE2049D66C}"/>
          </ac:spMkLst>
        </pc:spChg>
      </pc:sldChg>
      <pc:sldChg chg="addSp modSp add del mod">
        <pc:chgData name="Saeed Samet" userId="cfbf7cda-a3f0-4a18-b58e-e4747a47ab2e" providerId="ADAL" clId="{1DAAA582-D431-51E1-B726-79BB57AE61A7}" dt="2026-04-21T19:23:15.066" v="1801" actId="2696"/>
        <pc:sldMkLst>
          <pc:docMk/>
          <pc:sldMk cId="3291455083" sldId="370"/>
        </pc:sldMkLst>
      </pc:sldChg>
      <pc:sldChg chg="modSp add mod">
        <pc:chgData name="Saeed Samet" userId="cfbf7cda-a3f0-4a18-b58e-e4747a47ab2e" providerId="ADAL" clId="{1DAAA582-D431-51E1-B726-79BB57AE61A7}" dt="2026-04-21T19:34:07.109" v="2027" actId="14100"/>
        <pc:sldMkLst>
          <pc:docMk/>
          <pc:sldMk cId="2360821775" sldId="371"/>
        </pc:sldMkLst>
        <pc:spChg chg="mod">
          <ac:chgData name="Saeed Samet" userId="cfbf7cda-a3f0-4a18-b58e-e4747a47ab2e" providerId="ADAL" clId="{1DAAA582-D431-51E1-B726-79BB57AE61A7}" dt="2026-04-21T19:34:07.109" v="2027" actId="14100"/>
          <ac:spMkLst>
            <pc:docMk/>
            <pc:sldMk cId="2360821775" sldId="371"/>
            <ac:spMk id="12" creationId="{F54CD755-24BD-66D4-20D4-3D8099656A3A}"/>
          </ac:spMkLst>
        </pc:spChg>
        <pc:spChg chg="mod">
          <ac:chgData name="Saeed Samet" userId="cfbf7cda-a3f0-4a18-b58e-e4747a47ab2e" providerId="ADAL" clId="{1DAAA582-D431-51E1-B726-79BB57AE61A7}" dt="2026-04-21T19:31:03.837" v="1970"/>
          <ac:spMkLst>
            <pc:docMk/>
            <pc:sldMk cId="2360821775" sldId="371"/>
            <ac:spMk id="16" creationId="{1B677640-2DA8-DDC5-B6DD-644E7E46099A}"/>
          </ac:spMkLst>
        </pc:spChg>
      </pc:sldChg>
      <pc:sldChg chg="addSp modSp add del mod">
        <pc:chgData name="Saeed Samet" userId="cfbf7cda-a3f0-4a18-b58e-e4747a47ab2e" providerId="ADAL" clId="{1DAAA582-D431-51E1-B726-79BB57AE61A7}" dt="2026-04-21T19:23:15.064" v="1797" actId="2696"/>
        <pc:sldMkLst>
          <pc:docMk/>
          <pc:sldMk cId="4128109122" sldId="371"/>
        </pc:sldMkLst>
      </pc:sldChg>
      <pc:sldChg chg="addSp modSp add mod">
        <pc:chgData name="Saeed Samet" userId="cfbf7cda-a3f0-4a18-b58e-e4747a47ab2e" providerId="ADAL" clId="{1DAAA582-D431-51E1-B726-79BB57AE61A7}" dt="2026-04-21T19:36:33.285" v="2063" actId="14100"/>
        <pc:sldMkLst>
          <pc:docMk/>
          <pc:sldMk cId="262282742" sldId="372"/>
        </pc:sldMkLst>
        <pc:spChg chg="add mod">
          <ac:chgData name="Saeed Samet" userId="cfbf7cda-a3f0-4a18-b58e-e4747a47ab2e" providerId="ADAL" clId="{1DAAA582-D431-51E1-B726-79BB57AE61A7}" dt="2026-04-21T19:36:33.285" v="2063" actId="14100"/>
          <ac:spMkLst>
            <pc:docMk/>
            <pc:sldMk cId="262282742" sldId="372"/>
            <ac:spMk id="3" creationId="{583CCE26-5E78-B8F3-3185-1E03CFD0D8A2}"/>
          </ac:spMkLst>
        </pc:spChg>
        <pc:spChg chg="mod">
          <ac:chgData name="Saeed Samet" userId="cfbf7cda-a3f0-4a18-b58e-e4747a47ab2e" providerId="ADAL" clId="{1DAAA582-D431-51E1-B726-79BB57AE61A7}" dt="2026-04-21T19:35:41.484" v="2055" actId="27636"/>
          <ac:spMkLst>
            <pc:docMk/>
            <pc:sldMk cId="262282742" sldId="372"/>
            <ac:spMk id="12" creationId="{A883A067-C575-726B-4ABE-33B98233CB70}"/>
          </ac:spMkLst>
        </pc:spChg>
        <pc:spChg chg="mod">
          <ac:chgData name="Saeed Samet" userId="cfbf7cda-a3f0-4a18-b58e-e4747a47ab2e" providerId="ADAL" clId="{1DAAA582-D431-51E1-B726-79BB57AE61A7}" dt="2026-04-21T19:34:27.270" v="2029"/>
          <ac:spMkLst>
            <pc:docMk/>
            <pc:sldMk cId="262282742" sldId="372"/>
            <ac:spMk id="16" creationId="{A39F19DE-AE89-067A-939E-69A0A2ACE387}"/>
          </ac:spMkLst>
        </pc:spChg>
      </pc:sldChg>
      <pc:sldChg chg="modSp add del mod">
        <pc:chgData name="Saeed Samet" userId="cfbf7cda-a3f0-4a18-b58e-e4747a47ab2e" providerId="ADAL" clId="{1DAAA582-D431-51E1-B726-79BB57AE61A7}" dt="2026-04-21T19:23:15.064" v="1798" actId="2696"/>
        <pc:sldMkLst>
          <pc:docMk/>
          <pc:sldMk cId="1656083836" sldId="372"/>
        </pc:sldMkLst>
      </pc:sldChg>
      <pc:sldChg chg="addSp delSp modSp new del mod">
        <pc:chgData name="Saeed Samet" userId="cfbf7cda-a3f0-4a18-b58e-e4747a47ab2e" providerId="ADAL" clId="{1DAAA582-D431-51E1-B726-79BB57AE61A7}" dt="2026-04-21T19:23:15.060" v="1792" actId="2696"/>
        <pc:sldMkLst>
          <pc:docMk/>
          <pc:sldMk cId="2527302615" sldId="373"/>
        </pc:sldMkLst>
      </pc:sldChg>
      <pc:sldChg chg="addSp delSp modSp new mod">
        <pc:chgData name="Saeed Samet" userId="cfbf7cda-a3f0-4a18-b58e-e4747a47ab2e" providerId="ADAL" clId="{1DAAA582-D431-51E1-B726-79BB57AE61A7}" dt="2026-04-21T20:31:43.542" v="2525" actId="1076"/>
        <pc:sldMkLst>
          <pc:docMk/>
          <pc:sldMk cId="2771544986" sldId="373"/>
        </pc:sldMkLst>
        <pc:spChg chg="add del mod">
          <ac:chgData name="Saeed Samet" userId="cfbf7cda-a3f0-4a18-b58e-e4747a47ab2e" providerId="ADAL" clId="{1DAAA582-D431-51E1-B726-79BB57AE61A7}" dt="2026-04-21T20:31:30.106" v="2522" actId="478"/>
          <ac:spMkLst>
            <pc:docMk/>
            <pc:sldMk cId="2771544986" sldId="373"/>
            <ac:spMk id="2" creationId="{17D17AEF-C8AE-234A-C6F2-9F33A615476C}"/>
          </ac:spMkLst>
        </pc:spChg>
        <pc:spChg chg="del">
          <ac:chgData name="Saeed Samet" userId="cfbf7cda-a3f0-4a18-b58e-e4747a47ab2e" providerId="ADAL" clId="{1DAAA582-D431-51E1-B726-79BB57AE61A7}" dt="2026-04-21T19:42:46.489" v="2076" actId="478"/>
          <ac:spMkLst>
            <pc:docMk/>
            <pc:sldMk cId="2771544986" sldId="373"/>
            <ac:spMk id="3" creationId="{8CFFA4E4-4323-9446-8043-AD6258100024}"/>
          </ac:spMkLst>
        </pc:spChg>
        <pc:spChg chg="add del mod">
          <ac:chgData name="Saeed Samet" userId="cfbf7cda-a3f0-4a18-b58e-e4747a47ab2e" providerId="ADAL" clId="{1DAAA582-D431-51E1-B726-79BB57AE61A7}" dt="2026-04-21T20:31:33.597" v="2523" actId="478"/>
          <ac:spMkLst>
            <pc:docMk/>
            <pc:sldMk cId="2771544986" sldId="373"/>
            <ac:spMk id="8" creationId="{42F26D72-7749-F209-2C6F-E21E32F95F2C}"/>
          </ac:spMkLst>
        </pc:spChg>
        <pc:picChg chg="add mod">
          <ac:chgData name="Saeed Samet" userId="cfbf7cda-a3f0-4a18-b58e-e4747a47ab2e" providerId="ADAL" clId="{1DAAA582-D431-51E1-B726-79BB57AE61A7}" dt="2026-04-21T20:31:43.542" v="2525" actId="1076"/>
          <ac:picMkLst>
            <pc:docMk/>
            <pc:sldMk cId="2771544986" sldId="373"/>
            <ac:picMk id="6" creationId="{675A5E03-AE70-6278-542F-4BF32630C9F8}"/>
          </ac:picMkLst>
        </pc:picChg>
      </pc:sldChg>
      <pc:sldChg chg="addSp delSp modSp add mod">
        <pc:chgData name="Saeed Samet" userId="cfbf7cda-a3f0-4a18-b58e-e4747a47ab2e" providerId="ADAL" clId="{1DAAA582-D431-51E1-B726-79BB57AE61A7}" dt="2026-04-21T20:32:08.420" v="2531" actId="14100"/>
        <pc:sldMkLst>
          <pc:docMk/>
          <pc:sldMk cId="2101254636" sldId="374"/>
        </pc:sldMkLst>
        <pc:spChg chg="del mod">
          <ac:chgData name="Saeed Samet" userId="cfbf7cda-a3f0-4a18-b58e-e4747a47ab2e" providerId="ADAL" clId="{1DAAA582-D431-51E1-B726-79BB57AE61A7}" dt="2026-04-21T20:31:59.574" v="2528" actId="478"/>
          <ac:spMkLst>
            <pc:docMk/>
            <pc:sldMk cId="2101254636" sldId="374"/>
            <ac:spMk id="2" creationId="{19871E29-34AD-5F6E-F82B-27B438F7EE11}"/>
          </ac:spMkLst>
        </pc:spChg>
        <pc:spChg chg="add del mod">
          <ac:chgData name="Saeed Samet" userId="cfbf7cda-a3f0-4a18-b58e-e4747a47ab2e" providerId="ADAL" clId="{1DAAA582-D431-51E1-B726-79BB57AE61A7}" dt="2026-04-21T20:32:01.014" v="2529" actId="478"/>
          <ac:spMkLst>
            <pc:docMk/>
            <pc:sldMk cId="2101254636" sldId="374"/>
            <ac:spMk id="7" creationId="{CBE69DF2-7C0B-F77E-2BC8-D5CF4CEC6054}"/>
          </ac:spMkLst>
        </pc:spChg>
        <pc:picChg chg="add mod">
          <ac:chgData name="Saeed Samet" userId="cfbf7cda-a3f0-4a18-b58e-e4747a47ab2e" providerId="ADAL" clId="{1DAAA582-D431-51E1-B726-79BB57AE61A7}" dt="2026-04-21T20:32:08.420" v="2531" actId="14100"/>
          <ac:picMkLst>
            <pc:docMk/>
            <pc:sldMk cId="2101254636" sldId="374"/>
            <ac:picMk id="5" creationId="{1AB6E6FF-464D-8C62-E4B0-252A6968182E}"/>
          </ac:picMkLst>
        </pc:picChg>
      </pc:sldChg>
      <pc:sldChg chg="addSp delSp modSp new del mod">
        <pc:chgData name="Saeed Samet" userId="cfbf7cda-a3f0-4a18-b58e-e4747a47ab2e" providerId="ADAL" clId="{1DAAA582-D431-51E1-B726-79BB57AE61A7}" dt="2026-04-21T19:23:15.061" v="1794" actId="2696"/>
        <pc:sldMkLst>
          <pc:docMk/>
          <pc:sldMk cId="1253111549" sldId="375"/>
        </pc:sldMkLst>
      </pc:sldChg>
      <pc:sldChg chg="addSp delSp modSp add mod">
        <pc:chgData name="Saeed Samet" userId="cfbf7cda-a3f0-4a18-b58e-e4747a47ab2e" providerId="ADAL" clId="{1DAAA582-D431-51E1-B726-79BB57AE61A7}" dt="2026-04-21T19:49:24.370" v="2151" actId="20577"/>
        <pc:sldMkLst>
          <pc:docMk/>
          <pc:sldMk cId="3955099476" sldId="375"/>
        </pc:sldMkLst>
        <pc:spChg chg="add mod">
          <ac:chgData name="Saeed Samet" userId="cfbf7cda-a3f0-4a18-b58e-e4747a47ab2e" providerId="ADAL" clId="{1DAAA582-D431-51E1-B726-79BB57AE61A7}" dt="2026-04-21T19:49:24.370" v="2151" actId="20577"/>
          <ac:spMkLst>
            <pc:docMk/>
            <pc:sldMk cId="3955099476" sldId="375"/>
            <ac:spMk id="3" creationId="{8C7ADBF3-AADE-0150-7E64-C37B37A0BB43}"/>
          </ac:spMkLst>
        </pc:spChg>
        <pc:spChg chg="del mod">
          <ac:chgData name="Saeed Samet" userId="cfbf7cda-a3f0-4a18-b58e-e4747a47ab2e" providerId="ADAL" clId="{1DAAA582-D431-51E1-B726-79BB57AE61A7}" dt="2026-04-21T19:47:56.451" v="2105" actId="478"/>
          <ac:spMkLst>
            <pc:docMk/>
            <pc:sldMk cId="3955099476" sldId="375"/>
            <ac:spMk id="12" creationId="{36DA8F47-F8E0-8A4A-2909-082132FA5FEA}"/>
          </ac:spMkLst>
        </pc:spChg>
        <pc:spChg chg="mod">
          <ac:chgData name="Saeed Samet" userId="cfbf7cda-a3f0-4a18-b58e-e4747a47ab2e" providerId="ADAL" clId="{1DAAA582-D431-51E1-B726-79BB57AE61A7}" dt="2026-04-21T19:46:18.974" v="2103"/>
          <ac:spMkLst>
            <pc:docMk/>
            <pc:sldMk cId="3955099476" sldId="375"/>
            <ac:spMk id="16" creationId="{4BCF0543-E048-BC85-A9FE-E94846ED5FF4}"/>
          </ac:spMkLst>
        </pc:spChg>
      </pc:sldChg>
      <pc:sldChg chg="addSp delSp modSp add mod">
        <pc:chgData name="Saeed Samet" userId="cfbf7cda-a3f0-4a18-b58e-e4747a47ab2e" providerId="ADAL" clId="{1DAAA582-D431-51E1-B726-79BB57AE61A7}" dt="2026-04-21T19:52:07.560" v="2185" actId="14100"/>
        <pc:sldMkLst>
          <pc:docMk/>
          <pc:sldMk cId="242676206" sldId="376"/>
        </pc:sldMkLst>
        <pc:spChg chg="del">
          <ac:chgData name="Saeed Samet" userId="cfbf7cda-a3f0-4a18-b58e-e4747a47ab2e" providerId="ADAL" clId="{1DAAA582-D431-51E1-B726-79BB57AE61A7}" dt="2026-04-21T19:50:02.546" v="2154" actId="478"/>
          <ac:spMkLst>
            <pc:docMk/>
            <pc:sldMk cId="242676206" sldId="376"/>
            <ac:spMk id="3" creationId="{0BEC2920-FCC9-5181-5C80-E8F0410CC32F}"/>
          </ac:spMkLst>
        </pc:spChg>
        <pc:spChg chg="add mod">
          <ac:chgData name="Saeed Samet" userId="cfbf7cda-a3f0-4a18-b58e-e4747a47ab2e" providerId="ADAL" clId="{1DAAA582-D431-51E1-B726-79BB57AE61A7}" dt="2026-04-21T19:50:48.483" v="2175" actId="20577"/>
          <ac:spMkLst>
            <pc:docMk/>
            <pc:sldMk cId="242676206" sldId="376"/>
            <ac:spMk id="5" creationId="{2375031D-B8CF-EE12-6BF6-9AA77E16ADC4}"/>
          </ac:spMkLst>
        </pc:spChg>
        <pc:spChg chg="add mod">
          <ac:chgData name="Saeed Samet" userId="cfbf7cda-a3f0-4a18-b58e-e4747a47ab2e" providerId="ADAL" clId="{1DAAA582-D431-51E1-B726-79BB57AE61A7}" dt="2026-04-21T19:52:07.560" v="2185" actId="14100"/>
          <ac:spMkLst>
            <pc:docMk/>
            <pc:sldMk cId="242676206" sldId="376"/>
            <ac:spMk id="7" creationId="{98F50A46-2F97-72FD-DD92-5145B25BF47B}"/>
          </ac:spMkLst>
        </pc:spChg>
        <pc:spChg chg="mod">
          <ac:chgData name="Saeed Samet" userId="cfbf7cda-a3f0-4a18-b58e-e4747a47ab2e" providerId="ADAL" clId="{1DAAA582-D431-51E1-B726-79BB57AE61A7}" dt="2026-04-21T19:49:46.223" v="2153"/>
          <ac:spMkLst>
            <pc:docMk/>
            <pc:sldMk cId="242676206" sldId="376"/>
            <ac:spMk id="16" creationId="{124FD253-CCDD-CA30-9099-EBDEEDCDE688}"/>
          </ac:spMkLst>
        </pc:spChg>
      </pc:sldChg>
      <pc:sldChg chg="addSp delSp modSp add del mod">
        <pc:chgData name="Saeed Samet" userId="cfbf7cda-a3f0-4a18-b58e-e4747a47ab2e" providerId="ADAL" clId="{1DAAA582-D431-51E1-B726-79BB57AE61A7}" dt="2026-04-21T19:23:21.722" v="1805" actId="2696"/>
        <pc:sldMkLst>
          <pc:docMk/>
          <pc:sldMk cId="752078057" sldId="376"/>
        </pc:sldMkLst>
      </pc:sldChg>
      <pc:sldChg chg="addSp delSp modSp add del mod">
        <pc:chgData name="Saeed Samet" userId="cfbf7cda-a3f0-4a18-b58e-e4747a47ab2e" providerId="ADAL" clId="{1DAAA582-D431-51E1-B726-79BB57AE61A7}" dt="2026-04-21T19:23:21.741" v="1823" actId="2696"/>
        <pc:sldMkLst>
          <pc:docMk/>
          <pc:sldMk cId="2505799607" sldId="377"/>
        </pc:sldMkLst>
      </pc:sldChg>
      <pc:sldChg chg="modSp add mod">
        <pc:chgData name="Saeed Samet" userId="cfbf7cda-a3f0-4a18-b58e-e4747a47ab2e" providerId="ADAL" clId="{1DAAA582-D431-51E1-B726-79BB57AE61A7}" dt="2026-04-21T19:57:42.384" v="2252" actId="108"/>
        <pc:sldMkLst>
          <pc:docMk/>
          <pc:sldMk cId="3838022807" sldId="377"/>
        </pc:sldMkLst>
        <pc:spChg chg="mod">
          <ac:chgData name="Saeed Samet" userId="cfbf7cda-a3f0-4a18-b58e-e4747a47ab2e" providerId="ADAL" clId="{1DAAA582-D431-51E1-B726-79BB57AE61A7}" dt="2026-04-21T19:57:32.764" v="2251" actId="108"/>
          <ac:spMkLst>
            <pc:docMk/>
            <pc:sldMk cId="3838022807" sldId="377"/>
            <ac:spMk id="5" creationId="{996E0EB1-E6B6-C58B-B38E-43EDB812CE8E}"/>
          </ac:spMkLst>
        </pc:spChg>
        <pc:spChg chg="mod">
          <ac:chgData name="Saeed Samet" userId="cfbf7cda-a3f0-4a18-b58e-e4747a47ab2e" providerId="ADAL" clId="{1DAAA582-D431-51E1-B726-79BB57AE61A7}" dt="2026-04-21T19:57:42.384" v="2252" actId="108"/>
          <ac:spMkLst>
            <pc:docMk/>
            <pc:sldMk cId="3838022807" sldId="377"/>
            <ac:spMk id="7" creationId="{9778E17B-F469-440E-1A43-1E2DF51E8914}"/>
          </ac:spMkLst>
        </pc:spChg>
        <pc:spChg chg="mod">
          <ac:chgData name="Saeed Samet" userId="cfbf7cda-a3f0-4a18-b58e-e4747a47ab2e" providerId="ADAL" clId="{1DAAA582-D431-51E1-B726-79BB57AE61A7}" dt="2026-04-21T19:53:41.995" v="2187"/>
          <ac:spMkLst>
            <pc:docMk/>
            <pc:sldMk cId="3838022807" sldId="377"/>
            <ac:spMk id="16" creationId="{F0913718-985B-A4C4-82B7-C11CA6DC14C9}"/>
          </ac:spMkLst>
        </pc:spChg>
      </pc:sldChg>
      <pc:sldChg chg="modSp add mod">
        <pc:chgData name="Saeed Samet" userId="cfbf7cda-a3f0-4a18-b58e-e4747a47ab2e" providerId="ADAL" clId="{1DAAA582-D431-51E1-B726-79BB57AE61A7}" dt="2026-04-21T20:13:25.879" v="2317" actId="403"/>
        <pc:sldMkLst>
          <pc:docMk/>
          <pc:sldMk cId="3473406851" sldId="378"/>
        </pc:sldMkLst>
        <pc:spChg chg="mod">
          <ac:chgData name="Saeed Samet" userId="cfbf7cda-a3f0-4a18-b58e-e4747a47ab2e" providerId="ADAL" clId="{1DAAA582-D431-51E1-B726-79BB57AE61A7}" dt="2026-04-21T19:57:00.666" v="2246" actId="12"/>
          <ac:spMkLst>
            <pc:docMk/>
            <pc:sldMk cId="3473406851" sldId="378"/>
            <ac:spMk id="5" creationId="{6B8B62A5-1031-EFB9-C930-DBF7EDFA4CDA}"/>
          </ac:spMkLst>
        </pc:spChg>
        <pc:spChg chg="mod">
          <ac:chgData name="Saeed Samet" userId="cfbf7cda-a3f0-4a18-b58e-e4747a47ab2e" providerId="ADAL" clId="{1DAAA582-D431-51E1-B726-79BB57AE61A7}" dt="2026-04-21T20:13:25.879" v="2317" actId="403"/>
          <ac:spMkLst>
            <pc:docMk/>
            <pc:sldMk cId="3473406851" sldId="378"/>
            <ac:spMk id="7" creationId="{1729C1E3-957C-114F-C0B0-0BA507CFE182}"/>
          </ac:spMkLst>
        </pc:spChg>
        <pc:spChg chg="mod">
          <ac:chgData name="Saeed Samet" userId="cfbf7cda-a3f0-4a18-b58e-e4747a47ab2e" providerId="ADAL" clId="{1DAAA582-D431-51E1-B726-79BB57AE61A7}" dt="2026-04-21T19:56:17.878" v="2228"/>
          <ac:spMkLst>
            <pc:docMk/>
            <pc:sldMk cId="3473406851" sldId="378"/>
            <ac:spMk id="16" creationId="{B73C57E2-AFBB-BD20-9891-F804D40F29E9}"/>
          </ac:spMkLst>
        </pc:spChg>
      </pc:sldChg>
      <pc:sldChg chg="addSp delSp modSp new del mod">
        <pc:chgData name="Saeed Samet" userId="cfbf7cda-a3f0-4a18-b58e-e4747a47ab2e" providerId="ADAL" clId="{1DAAA582-D431-51E1-B726-79BB57AE61A7}" dt="2026-04-21T19:23:21.734" v="1818" actId="2696"/>
        <pc:sldMkLst>
          <pc:docMk/>
          <pc:sldMk cId="3915238594" sldId="378"/>
        </pc:sldMkLst>
      </pc:sldChg>
      <pc:sldChg chg="modSp add mod">
        <pc:chgData name="Saeed Samet" userId="cfbf7cda-a3f0-4a18-b58e-e4747a47ab2e" providerId="ADAL" clId="{1DAAA582-D431-51E1-B726-79BB57AE61A7}" dt="2026-04-21T20:13:16.668" v="2316" actId="14100"/>
        <pc:sldMkLst>
          <pc:docMk/>
          <pc:sldMk cId="3623273284" sldId="379"/>
        </pc:sldMkLst>
        <pc:spChg chg="mod">
          <ac:chgData name="Saeed Samet" userId="cfbf7cda-a3f0-4a18-b58e-e4747a47ab2e" providerId="ADAL" clId="{1DAAA582-D431-51E1-B726-79BB57AE61A7}" dt="2026-04-21T20:10:31.573" v="2268" actId="12"/>
          <ac:spMkLst>
            <pc:docMk/>
            <pc:sldMk cId="3623273284" sldId="379"/>
            <ac:spMk id="5" creationId="{7611BBB2-5024-8230-893D-FC4981535B59}"/>
          </ac:spMkLst>
        </pc:spChg>
        <pc:spChg chg="mod">
          <ac:chgData name="Saeed Samet" userId="cfbf7cda-a3f0-4a18-b58e-e4747a47ab2e" providerId="ADAL" clId="{1DAAA582-D431-51E1-B726-79BB57AE61A7}" dt="2026-04-21T20:13:16.668" v="2316" actId="14100"/>
          <ac:spMkLst>
            <pc:docMk/>
            <pc:sldMk cId="3623273284" sldId="379"/>
            <ac:spMk id="7" creationId="{399F306E-5774-8ADD-CA09-720B524CD4DF}"/>
          </ac:spMkLst>
        </pc:spChg>
        <pc:spChg chg="mod">
          <ac:chgData name="Saeed Samet" userId="cfbf7cda-a3f0-4a18-b58e-e4747a47ab2e" providerId="ADAL" clId="{1DAAA582-D431-51E1-B726-79BB57AE61A7}" dt="2026-04-21T20:09:58.878" v="2255"/>
          <ac:spMkLst>
            <pc:docMk/>
            <pc:sldMk cId="3623273284" sldId="379"/>
            <ac:spMk id="16" creationId="{12913C3A-F6A8-B695-2899-F930AAFF135A}"/>
          </ac:spMkLst>
        </pc:spChg>
      </pc:sldChg>
      <pc:sldChg chg="addSp delSp modSp add del mod">
        <pc:chgData name="Saeed Samet" userId="cfbf7cda-a3f0-4a18-b58e-e4747a47ab2e" providerId="ADAL" clId="{1DAAA582-D431-51E1-B726-79BB57AE61A7}" dt="2026-04-21T19:23:21.732" v="1815" actId="2696"/>
        <pc:sldMkLst>
          <pc:docMk/>
          <pc:sldMk cId="4276886733" sldId="379"/>
        </pc:sldMkLst>
      </pc:sldChg>
      <pc:sldChg chg="addSp delSp modSp add del mod">
        <pc:chgData name="Saeed Samet" userId="cfbf7cda-a3f0-4a18-b58e-e4747a47ab2e" providerId="ADAL" clId="{1DAAA582-D431-51E1-B726-79BB57AE61A7}" dt="2026-04-21T19:23:21.735" v="1819" actId="2696"/>
        <pc:sldMkLst>
          <pc:docMk/>
          <pc:sldMk cId="1457159896" sldId="380"/>
        </pc:sldMkLst>
      </pc:sldChg>
      <pc:sldChg chg="modSp add mod">
        <pc:chgData name="Saeed Samet" userId="cfbf7cda-a3f0-4a18-b58e-e4747a47ab2e" providerId="ADAL" clId="{1DAAA582-D431-51E1-B726-79BB57AE61A7}" dt="2026-04-21T20:13:01.658" v="2314" actId="108"/>
        <pc:sldMkLst>
          <pc:docMk/>
          <pc:sldMk cId="3696008516" sldId="380"/>
        </pc:sldMkLst>
        <pc:spChg chg="mod">
          <ac:chgData name="Saeed Samet" userId="cfbf7cda-a3f0-4a18-b58e-e4747a47ab2e" providerId="ADAL" clId="{1DAAA582-D431-51E1-B726-79BB57AE61A7}" dt="2026-04-21T20:13:01.658" v="2314" actId="108"/>
          <ac:spMkLst>
            <pc:docMk/>
            <pc:sldMk cId="3696008516" sldId="380"/>
            <ac:spMk id="5" creationId="{799F112A-CAC5-A90E-C1F2-EA1DAC5A4720}"/>
          </ac:spMkLst>
        </pc:spChg>
        <pc:spChg chg="mod">
          <ac:chgData name="Saeed Samet" userId="cfbf7cda-a3f0-4a18-b58e-e4747a47ab2e" providerId="ADAL" clId="{1DAAA582-D431-51E1-B726-79BB57AE61A7}" dt="2026-04-21T20:12:43.380" v="2309" actId="1076"/>
          <ac:spMkLst>
            <pc:docMk/>
            <pc:sldMk cId="3696008516" sldId="380"/>
            <ac:spMk id="7" creationId="{99387756-EC6C-5BF0-5B67-7AB7193F30E5}"/>
          </ac:spMkLst>
        </pc:spChg>
        <pc:spChg chg="mod">
          <ac:chgData name="Saeed Samet" userId="cfbf7cda-a3f0-4a18-b58e-e4747a47ab2e" providerId="ADAL" clId="{1DAAA582-D431-51E1-B726-79BB57AE61A7}" dt="2026-04-21T20:11:32.171" v="2273"/>
          <ac:spMkLst>
            <pc:docMk/>
            <pc:sldMk cId="3696008516" sldId="380"/>
            <ac:spMk id="16" creationId="{EC519797-B8A4-9741-1C53-E1C02A9E3451}"/>
          </ac:spMkLst>
        </pc:spChg>
      </pc:sldChg>
      <pc:sldChg chg="delSp modSp add del mod">
        <pc:chgData name="Saeed Samet" userId="cfbf7cda-a3f0-4a18-b58e-e4747a47ab2e" providerId="ADAL" clId="{1DAAA582-D431-51E1-B726-79BB57AE61A7}" dt="2026-04-21T19:23:21.728" v="1810" actId="2696"/>
        <pc:sldMkLst>
          <pc:docMk/>
          <pc:sldMk cId="1709283513" sldId="381"/>
        </pc:sldMkLst>
      </pc:sldChg>
      <pc:sldChg chg="delSp modSp add mod">
        <pc:chgData name="Saeed Samet" userId="cfbf7cda-a3f0-4a18-b58e-e4747a47ab2e" providerId="ADAL" clId="{1DAAA582-D431-51E1-B726-79BB57AE61A7}" dt="2026-04-21T20:14:41.288" v="2345" actId="478"/>
        <pc:sldMkLst>
          <pc:docMk/>
          <pc:sldMk cId="3497006605" sldId="381"/>
        </pc:sldMkLst>
        <pc:spChg chg="mod">
          <ac:chgData name="Saeed Samet" userId="cfbf7cda-a3f0-4a18-b58e-e4747a47ab2e" providerId="ADAL" clId="{1DAAA582-D431-51E1-B726-79BB57AE61A7}" dt="2026-04-21T20:14:34.519" v="2344" actId="12"/>
          <ac:spMkLst>
            <pc:docMk/>
            <pc:sldMk cId="3497006605" sldId="381"/>
            <ac:spMk id="5" creationId="{8B10F796-1F09-B34C-BF41-9C78330F6DC4}"/>
          </ac:spMkLst>
        </pc:spChg>
        <pc:spChg chg="del">
          <ac:chgData name="Saeed Samet" userId="cfbf7cda-a3f0-4a18-b58e-e4747a47ab2e" providerId="ADAL" clId="{1DAAA582-D431-51E1-B726-79BB57AE61A7}" dt="2026-04-21T20:14:41.288" v="2345" actId="478"/>
          <ac:spMkLst>
            <pc:docMk/>
            <pc:sldMk cId="3497006605" sldId="381"/>
            <ac:spMk id="7" creationId="{4BBBB522-EBCD-0D92-DA07-710D93E39614}"/>
          </ac:spMkLst>
        </pc:spChg>
        <pc:spChg chg="mod">
          <ac:chgData name="Saeed Samet" userId="cfbf7cda-a3f0-4a18-b58e-e4747a47ab2e" providerId="ADAL" clId="{1DAAA582-D431-51E1-B726-79BB57AE61A7}" dt="2026-04-21T20:13:52.182" v="2319"/>
          <ac:spMkLst>
            <pc:docMk/>
            <pc:sldMk cId="3497006605" sldId="381"/>
            <ac:spMk id="16" creationId="{0D5D2DE7-7B43-5492-1041-C9662C93EEA3}"/>
          </ac:spMkLst>
        </pc:spChg>
      </pc:sldChg>
      <pc:sldChg chg="addSp delSp modSp add del mod">
        <pc:chgData name="Saeed Samet" userId="cfbf7cda-a3f0-4a18-b58e-e4747a47ab2e" providerId="ADAL" clId="{1DAAA582-D431-51E1-B726-79BB57AE61A7}" dt="2026-04-21T19:23:21.732" v="1816" actId="2696"/>
        <pc:sldMkLst>
          <pc:docMk/>
          <pc:sldMk cId="71703699" sldId="382"/>
        </pc:sldMkLst>
      </pc:sldChg>
      <pc:sldChg chg="modSp add mod">
        <pc:chgData name="Saeed Samet" userId="cfbf7cda-a3f0-4a18-b58e-e4747a47ab2e" providerId="ADAL" clId="{1DAAA582-D431-51E1-B726-79BB57AE61A7}" dt="2026-04-21T20:15:42.257" v="2364" actId="12"/>
        <pc:sldMkLst>
          <pc:docMk/>
          <pc:sldMk cId="628445864" sldId="382"/>
        </pc:sldMkLst>
        <pc:spChg chg="mod">
          <ac:chgData name="Saeed Samet" userId="cfbf7cda-a3f0-4a18-b58e-e4747a47ab2e" providerId="ADAL" clId="{1DAAA582-D431-51E1-B726-79BB57AE61A7}" dt="2026-04-21T20:15:42.257" v="2364" actId="12"/>
          <ac:spMkLst>
            <pc:docMk/>
            <pc:sldMk cId="628445864" sldId="382"/>
            <ac:spMk id="5" creationId="{DDBF7D6D-2A35-DC23-E92A-116126933FCB}"/>
          </ac:spMkLst>
        </pc:spChg>
        <pc:spChg chg="mod">
          <ac:chgData name="Saeed Samet" userId="cfbf7cda-a3f0-4a18-b58e-e4747a47ab2e" providerId="ADAL" clId="{1DAAA582-D431-51E1-B726-79BB57AE61A7}" dt="2026-04-21T20:15:01.443" v="2347"/>
          <ac:spMkLst>
            <pc:docMk/>
            <pc:sldMk cId="628445864" sldId="382"/>
            <ac:spMk id="16" creationId="{2BBE38F3-5A19-FCB5-326E-1F04F7F35D89}"/>
          </ac:spMkLst>
        </pc:spChg>
      </pc:sldChg>
      <pc:sldChg chg="addSp delSp modSp add del mod">
        <pc:chgData name="Saeed Samet" userId="cfbf7cda-a3f0-4a18-b58e-e4747a47ab2e" providerId="ADAL" clId="{1DAAA582-D431-51E1-B726-79BB57AE61A7}" dt="2026-04-21T19:23:21.727" v="1809" actId="2696"/>
        <pc:sldMkLst>
          <pc:docMk/>
          <pc:sldMk cId="624459573" sldId="383"/>
        </pc:sldMkLst>
      </pc:sldChg>
      <pc:sldChg chg="modSp add mod">
        <pc:chgData name="Saeed Samet" userId="cfbf7cda-a3f0-4a18-b58e-e4747a47ab2e" providerId="ADAL" clId="{1DAAA582-D431-51E1-B726-79BB57AE61A7}" dt="2026-04-21T20:16:21.298" v="2368" actId="403"/>
        <pc:sldMkLst>
          <pc:docMk/>
          <pc:sldMk cId="2727396158" sldId="383"/>
        </pc:sldMkLst>
        <pc:spChg chg="mod">
          <ac:chgData name="Saeed Samet" userId="cfbf7cda-a3f0-4a18-b58e-e4747a47ab2e" providerId="ADAL" clId="{1DAAA582-D431-51E1-B726-79BB57AE61A7}" dt="2026-04-21T20:16:21.298" v="2368" actId="403"/>
          <ac:spMkLst>
            <pc:docMk/>
            <pc:sldMk cId="2727396158" sldId="383"/>
            <ac:spMk id="5" creationId="{0672392E-17F1-9321-3D8A-9F80712B79E5}"/>
          </ac:spMkLst>
        </pc:spChg>
        <pc:spChg chg="mod">
          <ac:chgData name="Saeed Samet" userId="cfbf7cda-a3f0-4a18-b58e-e4747a47ab2e" providerId="ADAL" clId="{1DAAA582-D431-51E1-B726-79BB57AE61A7}" dt="2026-04-21T20:16:02.873" v="2366"/>
          <ac:spMkLst>
            <pc:docMk/>
            <pc:sldMk cId="2727396158" sldId="383"/>
            <ac:spMk id="16" creationId="{25F6E13C-C4F5-F85A-166E-7E18465E30AE}"/>
          </ac:spMkLst>
        </pc:spChg>
      </pc:sldChg>
      <pc:sldChg chg="modSp add mod">
        <pc:chgData name="Saeed Samet" userId="cfbf7cda-a3f0-4a18-b58e-e4747a47ab2e" providerId="ADAL" clId="{1DAAA582-D431-51E1-B726-79BB57AE61A7}" dt="2026-04-21T20:17:23.227" v="2378" actId="2711"/>
        <pc:sldMkLst>
          <pc:docMk/>
          <pc:sldMk cId="1951021739" sldId="384"/>
        </pc:sldMkLst>
        <pc:spChg chg="mod">
          <ac:chgData name="Saeed Samet" userId="cfbf7cda-a3f0-4a18-b58e-e4747a47ab2e" providerId="ADAL" clId="{1DAAA582-D431-51E1-B726-79BB57AE61A7}" dt="2026-04-21T20:17:23.227" v="2378" actId="2711"/>
          <ac:spMkLst>
            <pc:docMk/>
            <pc:sldMk cId="1951021739" sldId="384"/>
            <ac:spMk id="5" creationId="{AF153DE5-7CC9-3AF2-67E3-30813EF12FA9}"/>
          </ac:spMkLst>
        </pc:spChg>
        <pc:spChg chg="mod">
          <ac:chgData name="Saeed Samet" userId="cfbf7cda-a3f0-4a18-b58e-e4747a47ab2e" providerId="ADAL" clId="{1DAAA582-D431-51E1-B726-79BB57AE61A7}" dt="2026-04-21T20:16:56.982" v="2372"/>
          <ac:spMkLst>
            <pc:docMk/>
            <pc:sldMk cId="1951021739" sldId="384"/>
            <ac:spMk id="16" creationId="{A45F0878-D4E4-70AE-0930-A22B25FC7F5C}"/>
          </ac:spMkLst>
        </pc:spChg>
      </pc:sldChg>
      <pc:sldChg chg="new del">
        <pc:chgData name="Saeed Samet" userId="cfbf7cda-a3f0-4a18-b58e-e4747a47ab2e" providerId="ADAL" clId="{1DAAA582-D431-51E1-B726-79BB57AE61A7}" dt="2026-04-21T20:16:43.945" v="2370" actId="680"/>
        <pc:sldMkLst>
          <pc:docMk/>
          <pc:sldMk cId="3768223361" sldId="384"/>
        </pc:sldMkLst>
      </pc:sldChg>
      <pc:sldChg chg="modSp add del mod">
        <pc:chgData name="Saeed Samet" userId="cfbf7cda-a3f0-4a18-b58e-e4747a47ab2e" providerId="ADAL" clId="{1DAAA582-D431-51E1-B726-79BB57AE61A7}" dt="2026-04-21T19:23:21.735" v="1820" actId="2696"/>
        <pc:sldMkLst>
          <pc:docMk/>
          <pc:sldMk cId="3776638731" sldId="384"/>
        </pc:sldMkLst>
      </pc:sldChg>
      <pc:sldChg chg="delSp modSp add del mod">
        <pc:chgData name="Saeed Samet" userId="cfbf7cda-a3f0-4a18-b58e-e4747a47ab2e" providerId="ADAL" clId="{1DAAA582-D431-51E1-B726-79BB57AE61A7}" dt="2026-04-21T19:23:21.730" v="1813" actId="2696"/>
        <pc:sldMkLst>
          <pc:docMk/>
          <pc:sldMk cId="47370732" sldId="385"/>
        </pc:sldMkLst>
      </pc:sldChg>
      <pc:sldChg chg="addSp delSp modSp add mod">
        <pc:chgData name="Saeed Samet" userId="cfbf7cda-a3f0-4a18-b58e-e4747a47ab2e" providerId="ADAL" clId="{1DAAA582-D431-51E1-B726-79BB57AE61A7}" dt="2026-04-21T20:32:49.623" v="2539" actId="14100"/>
        <pc:sldMkLst>
          <pc:docMk/>
          <pc:sldMk cId="204805831" sldId="385"/>
        </pc:sldMkLst>
        <pc:spChg chg="del">
          <ac:chgData name="Saeed Samet" userId="cfbf7cda-a3f0-4a18-b58e-e4747a47ab2e" providerId="ADAL" clId="{1DAAA582-D431-51E1-B726-79BB57AE61A7}" dt="2026-04-21T20:32:42.450" v="2536" actId="478"/>
          <ac:spMkLst>
            <pc:docMk/>
            <pc:sldMk cId="204805831" sldId="385"/>
            <ac:spMk id="2" creationId="{F5D5F7A3-AA40-B727-7F50-653533193A00}"/>
          </ac:spMkLst>
        </pc:spChg>
        <pc:spChg chg="add del mod">
          <ac:chgData name="Saeed Samet" userId="cfbf7cda-a3f0-4a18-b58e-e4747a47ab2e" providerId="ADAL" clId="{1DAAA582-D431-51E1-B726-79BB57AE61A7}" dt="2026-04-21T20:32:43.608" v="2537" actId="478"/>
          <ac:spMkLst>
            <pc:docMk/>
            <pc:sldMk cId="204805831" sldId="385"/>
            <ac:spMk id="9" creationId="{C910952B-C7BD-3BE3-FEAE-E8511F7F5DDB}"/>
          </ac:spMkLst>
        </pc:spChg>
        <pc:picChg chg="add del mod">
          <ac:chgData name="Saeed Samet" userId="cfbf7cda-a3f0-4a18-b58e-e4747a47ab2e" providerId="ADAL" clId="{1DAAA582-D431-51E1-B726-79BB57AE61A7}" dt="2026-04-21T20:32:27.921" v="2533" actId="931"/>
          <ac:picMkLst>
            <pc:docMk/>
            <pc:sldMk cId="204805831" sldId="385"/>
            <ac:picMk id="5" creationId="{8DF6D459-0A89-21AD-B43D-938C59C64895}"/>
          </ac:picMkLst>
        </pc:picChg>
        <pc:picChg chg="add mod">
          <ac:chgData name="Saeed Samet" userId="cfbf7cda-a3f0-4a18-b58e-e4747a47ab2e" providerId="ADAL" clId="{1DAAA582-D431-51E1-B726-79BB57AE61A7}" dt="2026-04-21T20:32:49.623" v="2539" actId="14100"/>
          <ac:picMkLst>
            <pc:docMk/>
            <pc:sldMk cId="204805831" sldId="385"/>
            <ac:picMk id="7" creationId="{3C2EDA8D-7A98-7A18-6A72-D1DA5396FE97}"/>
          </ac:picMkLst>
        </pc:picChg>
      </pc:sldChg>
      <pc:sldChg chg="modSp add mod">
        <pc:chgData name="Saeed Samet" userId="cfbf7cda-a3f0-4a18-b58e-e4747a47ab2e" providerId="ADAL" clId="{1DAAA582-D431-51E1-B726-79BB57AE61A7}" dt="2026-04-21T20:19:04.250" v="2414" actId="12"/>
        <pc:sldMkLst>
          <pc:docMk/>
          <pc:sldMk cId="666583714" sldId="386"/>
        </pc:sldMkLst>
        <pc:spChg chg="mod">
          <ac:chgData name="Saeed Samet" userId="cfbf7cda-a3f0-4a18-b58e-e4747a47ab2e" providerId="ADAL" clId="{1DAAA582-D431-51E1-B726-79BB57AE61A7}" dt="2026-04-21T20:19:04.250" v="2414" actId="12"/>
          <ac:spMkLst>
            <pc:docMk/>
            <pc:sldMk cId="666583714" sldId="386"/>
            <ac:spMk id="5" creationId="{9FC4C8E3-C50A-0450-E1E7-572AF328DA00}"/>
          </ac:spMkLst>
        </pc:spChg>
        <pc:spChg chg="mod">
          <ac:chgData name="Saeed Samet" userId="cfbf7cda-a3f0-4a18-b58e-e4747a47ab2e" providerId="ADAL" clId="{1DAAA582-D431-51E1-B726-79BB57AE61A7}" dt="2026-04-21T20:17:59.664" v="2384"/>
          <ac:spMkLst>
            <pc:docMk/>
            <pc:sldMk cId="666583714" sldId="386"/>
            <ac:spMk id="16" creationId="{84329B9C-B8F7-A09E-BFAC-2BC8F463D805}"/>
          </ac:spMkLst>
        </pc:spChg>
      </pc:sldChg>
      <pc:sldChg chg="modSp add del mod">
        <pc:chgData name="Saeed Samet" userId="cfbf7cda-a3f0-4a18-b58e-e4747a47ab2e" providerId="ADAL" clId="{1DAAA582-D431-51E1-B726-79BB57AE61A7}" dt="2026-04-21T19:23:21.736" v="1821" actId="2696"/>
        <pc:sldMkLst>
          <pc:docMk/>
          <pc:sldMk cId="1958804935" sldId="386"/>
        </pc:sldMkLst>
      </pc:sldChg>
      <pc:sldChg chg="modSp add mod">
        <pc:chgData name="Saeed Samet" userId="cfbf7cda-a3f0-4a18-b58e-e4747a47ab2e" providerId="ADAL" clId="{1DAAA582-D431-51E1-B726-79BB57AE61A7}" dt="2026-04-21T20:20:02.276" v="2423" actId="12"/>
        <pc:sldMkLst>
          <pc:docMk/>
          <pc:sldMk cId="148342017" sldId="387"/>
        </pc:sldMkLst>
        <pc:spChg chg="mod">
          <ac:chgData name="Saeed Samet" userId="cfbf7cda-a3f0-4a18-b58e-e4747a47ab2e" providerId="ADAL" clId="{1DAAA582-D431-51E1-B726-79BB57AE61A7}" dt="2026-04-21T20:20:02.276" v="2423" actId="12"/>
          <ac:spMkLst>
            <pc:docMk/>
            <pc:sldMk cId="148342017" sldId="387"/>
            <ac:spMk id="5" creationId="{97281FE0-820E-CE8A-27C8-0F99F1871720}"/>
          </ac:spMkLst>
        </pc:spChg>
        <pc:spChg chg="mod">
          <ac:chgData name="Saeed Samet" userId="cfbf7cda-a3f0-4a18-b58e-e4747a47ab2e" providerId="ADAL" clId="{1DAAA582-D431-51E1-B726-79BB57AE61A7}" dt="2026-04-21T20:19:25.347" v="2416"/>
          <ac:spMkLst>
            <pc:docMk/>
            <pc:sldMk cId="148342017" sldId="387"/>
            <ac:spMk id="16" creationId="{A969D653-7465-3724-530F-A080222E57E8}"/>
          </ac:spMkLst>
        </pc:spChg>
      </pc:sldChg>
      <pc:sldChg chg="modSp add del mod">
        <pc:chgData name="Saeed Samet" userId="cfbf7cda-a3f0-4a18-b58e-e4747a47ab2e" providerId="ADAL" clId="{1DAAA582-D431-51E1-B726-79BB57AE61A7}" dt="2026-04-21T19:23:21.750" v="1824" actId="2696"/>
        <pc:sldMkLst>
          <pc:docMk/>
          <pc:sldMk cId="4184193210" sldId="387"/>
        </pc:sldMkLst>
      </pc:sldChg>
      <pc:sldChg chg="modSp add mod">
        <pc:chgData name="Saeed Samet" userId="cfbf7cda-a3f0-4a18-b58e-e4747a47ab2e" providerId="ADAL" clId="{1DAAA582-D431-51E1-B726-79BB57AE61A7}" dt="2026-04-21T20:22:22.225" v="2453" actId="11"/>
        <pc:sldMkLst>
          <pc:docMk/>
          <pc:sldMk cId="2865606554" sldId="388"/>
        </pc:sldMkLst>
        <pc:spChg chg="mod">
          <ac:chgData name="Saeed Samet" userId="cfbf7cda-a3f0-4a18-b58e-e4747a47ab2e" providerId="ADAL" clId="{1DAAA582-D431-51E1-B726-79BB57AE61A7}" dt="2026-04-21T20:22:22.225" v="2453" actId="11"/>
          <ac:spMkLst>
            <pc:docMk/>
            <pc:sldMk cId="2865606554" sldId="388"/>
            <ac:spMk id="5" creationId="{8CEC20DC-CF4D-A82A-80A5-58F4831483CF}"/>
          </ac:spMkLst>
        </pc:spChg>
        <pc:spChg chg="mod">
          <ac:chgData name="Saeed Samet" userId="cfbf7cda-a3f0-4a18-b58e-e4747a47ab2e" providerId="ADAL" clId="{1DAAA582-D431-51E1-B726-79BB57AE61A7}" dt="2026-04-21T20:20:22.100" v="2425"/>
          <ac:spMkLst>
            <pc:docMk/>
            <pc:sldMk cId="2865606554" sldId="388"/>
            <ac:spMk id="16" creationId="{686B0253-07E4-6ACC-2B17-F427A63139BE}"/>
          </ac:spMkLst>
        </pc:spChg>
      </pc:sldChg>
      <pc:sldChg chg="addSp modSp add del mod">
        <pc:chgData name="Saeed Samet" userId="cfbf7cda-a3f0-4a18-b58e-e4747a47ab2e" providerId="ADAL" clId="{1DAAA582-D431-51E1-B726-79BB57AE61A7}" dt="2026-04-21T19:23:21.724" v="1806" actId="2696"/>
        <pc:sldMkLst>
          <pc:docMk/>
          <pc:sldMk cId="3941590278" sldId="388"/>
        </pc:sldMkLst>
      </pc:sldChg>
      <pc:sldChg chg="modSp add mod">
        <pc:chgData name="Saeed Samet" userId="cfbf7cda-a3f0-4a18-b58e-e4747a47ab2e" providerId="ADAL" clId="{1DAAA582-D431-51E1-B726-79BB57AE61A7}" dt="2026-04-21T20:26:10.239" v="2472" actId="27636"/>
        <pc:sldMkLst>
          <pc:docMk/>
          <pc:sldMk cId="695625109" sldId="389"/>
        </pc:sldMkLst>
        <pc:spChg chg="mod">
          <ac:chgData name="Saeed Samet" userId="cfbf7cda-a3f0-4a18-b58e-e4747a47ab2e" providerId="ADAL" clId="{1DAAA582-D431-51E1-B726-79BB57AE61A7}" dt="2026-04-21T20:26:10.239" v="2472" actId="27636"/>
          <ac:spMkLst>
            <pc:docMk/>
            <pc:sldMk cId="695625109" sldId="389"/>
            <ac:spMk id="5" creationId="{E54122F0-A0FD-6A53-67E3-56F6D9A85FA6}"/>
          </ac:spMkLst>
        </pc:spChg>
        <pc:spChg chg="mod">
          <ac:chgData name="Saeed Samet" userId="cfbf7cda-a3f0-4a18-b58e-e4747a47ab2e" providerId="ADAL" clId="{1DAAA582-D431-51E1-B726-79BB57AE61A7}" dt="2026-04-21T20:22:48.331" v="2455"/>
          <ac:spMkLst>
            <pc:docMk/>
            <pc:sldMk cId="695625109" sldId="389"/>
            <ac:spMk id="16" creationId="{52552810-D52B-1FA6-171A-B21745B642BC}"/>
          </ac:spMkLst>
        </pc:spChg>
      </pc:sldChg>
      <pc:sldChg chg="delSp modSp add del mod">
        <pc:chgData name="Saeed Samet" userId="cfbf7cda-a3f0-4a18-b58e-e4747a47ab2e" providerId="ADAL" clId="{1DAAA582-D431-51E1-B726-79BB57AE61A7}" dt="2026-04-21T19:23:21.729" v="1811" actId="2696"/>
        <pc:sldMkLst>
          <pc:docMk/>
          <pc:sldMk cId="3655507039" sldId="389"/>
        </pc:sldMkLst>
      </pc:sldChg>
      <pc:sldChg chg="modSp add mod">
        <pc:chgData name="Saeed Samet" userId="cfbf7cda-a3f0-4a18-b58e-e4747a47ab2e" providerId="ADAL" clId="{1DAAA582-D431-51E1-B726-79BB57AE61A7}" dt="2026-04-21T20:27:43.084" v="2483" actId="12"/>
        <pc:sldMkLst>
          <pc:docMk/>
          <pc:sldMk cId="344853259" sldId="390"/>
        </pc:sldMkLst>
        <pc:spChg chg="mod">
          <ac:chgData name="Saeed Samet" userId="cfbf7cda-a3f0-4a18-b58e-e4747a47ab2e" providerId="ADAL" clId="{1DAAA582-D431-51E1-B726-79BB57AE61A7}" dt="2026-04-21T20:27:43.084" v="2483" actId="12"/>
          <ac:spMkLst>
            <pc:docMk/>
            <pc:sldMk cId="344853259" sldId="390"/>
            <ac:spMk id="5" creationId="{3478DC4C-75C4-8DE8-193D-329CB1501FDF}"/>
          </ac:spMkLst>
        </pc:spChg>
        <pc:spChg chg="mod">
          <ac:chgData name="Saeed Samet" userId="cfbf7cda-a3f0-4a18-b58e-e4747a47ab2e" providerId="ADAL" clId="{1DAAA582-D431-51E1-B726-79BB57AE61A7}" dt="2026-04-21T20:26:32.733" v="2474"/>
          <ac:spMkLst>
            <pc:docMk/>
            <pc:sldMk cId="344853259" sldId="390"/>
            <ac:spMk id="16" creationId="{E2D1A9C9-6ED3-94B7-74C9-6173224C12E4}"/>
          </ac:spMkLst>
        </pc:spChg>
      </pc:sldChg>
      <pc:sldChg chg="modSp add del mod">
        <pc:chgData name="Saeed Samet" userId="cfbf7cda-a3f0-4a18-b58e-e4747a47ab2e" providerId="ADAL" clId="{1DAAA582-D431-51E1-B726-79BB57AE61A7}" dt="2026-04-21T19:23:21.726" v="1808" actId="2696"/>
        <pc:sldMkLst>
          <pc:docMk/>
          <pc:sldMk cId="849371465" sldId="390"/>
        </pc:sldMkLst>
      </pc:sldChg>
      <pc:sldChg chg="modSp add del mod">
        <pc:chgData name="Saeed Samet" userId="cfbf7cda-a3f0-4a18-b58e-e4747a47ab2e" providerId="ADAL" clId="{1DAAA582-D431-51E1-B726-79BB57AE61A7}" dt="2026-04-21T19:23:21.725" v="1807" actId="2696"/>
        <pc:sldMkLst>
          <pc:docMk/>
          <pc:sldMk cId="1602559072" sldId="391"/>
        </pc:sldMkLst>
      </pc:sldChg>
      <pc:sldChg chg="modSp add mod">
        <pc:chgData name="Saeed Samet" userId="cfbf7cda-a3f0-4a18-b58e-e4747a47ab2e" providerId="ADAL" clId="{1DAAA582-D431-51E1-B726-79BB57AE61A7}" dt="2026-04-21T20:28:36.321" v="2494" actId="12"/>
        <pc:sldMkLst>
          <pc:docMk/>
          <pc:sldMk cId="2284559560" sldId="391"/>
        </pc:sldMkLst>
        <pc:spChg chg="mod">
          <ac:chgData name="Saeed Samet" userId="cfbf7cda-a3f0-4a18-b58e-e4747a47ab2e" providerId="ADAL" clId="{1DAAA582-D431-51E1-B726-79BB57AE61A7}" dt="2026-04-21T20:28:36.321" v="2494" actId="12"/>
          <ac:spMkLst>
            <pc:docMk/>
            <pc:sldMk cId="2284559560" sldId="391"/>
            <ac:spMk id="5" creationId="{0FA55EBB-F0AA-AE96-22B1-F33B25C225B6}"/>
          </ac:spMkLst>
        </pc:spChg>
        <pc:spChg chg="mod">
          <ac:chgData name="Saeed Samet" userId="cfbf7cda-a3f0-4a18-b58e-e4747a47ab2e" providerId="ADAL" clId="{1DAAA582-D431-51E1-B726-79BB57AE61A7}" dt="2026-04-21T20:28:01.176" v="2485"/>
          <ac:spMkLst>
            <pc:docMk/>
            <pc:sldMk cId="2284559560" sldId="391"/>
            <ac:spMk id="16" creationId="{0A7F4BF2-E753-46B4-F1CA-24BD81B4A1D1}"/>
          </ac:spMkLst>
        </pc:spChg>
      </pc:sldChg>
      <pc:sldChg chg="modSp add mod">
        <pc:chgData name="Saeed Samet" userId="cfbf7cda-a3f0-4a18-b58e-e4747a47ab2e" providerId="ADAL" clId="{1DAAA582-D431-51E1-B726-79BB57AE61A7}" dt="2026-04-21T20:29:40.763" v="2506" actId="404"/>
        <pc:sldMkLst>
          <pc:docMk/>
          <pc:sldMk cId="1566950604" sldId="392"/>
        </pc:sldMkLst>
        <pc:spChg chg="mod">
          <ac:chgData name="Saeed Samet" userId="cfbf7cda-a3f0-4a18-b58e-e4747a47ab2e" providerId="ADAL" clId="{1DAAA582-D431-51E1-B726-79BB57AE61A7}" dt="2026-04-21T20:29:40.763" v="2506" actId="404"/>
          <ac:spMkLst>
            <pc:docMk/>
            <pc:sldMk cId="1566950604" sldId="392"/>
            <ac:spMk id="5" creationId="{7F8587C5-3A9A-DA5A-7D3F-68B7804D9AA5}"/>
          </ac:spMkLst>
        </pc:spChg>
        <pc:spChg chg="mod">
          <ac:chgData name="Saeed Samet" userId="cfbf7cda-a3f0-4a18-b58e-e4747a47ab2e" providerId="ADAL" clId="{1DAAA582-D431-51E1-B726-79BB57AE61A7}" dt="2026-04-21T20:28:54.294" v="2496"/>
          <ac:spMkLst>
            <pc:docMk/>
            <pc:sldMk cId="1566950604" sldId="392"/>
            <ac:spMk id="16" creationId="{758ACD90-C0E5-9E31-B098-E3263A26EB4B}"/>
          </ac:spMkLst>
        </pc:spChg>
      </pc:sldChg>
      <pc:sldChg chg="modSp add del mod">
        <pc:chgData name="Saeed Samet" userId="cfbf7cda-a3f0-4a18-b58e-e4747a47ab2e" providerId="ADAL" clId="{1DAAA582-D431-51E1-B726-79BB57AE61A7}" dt="2026-04-21T19:23:21.730" v="1812" actId="2696"/>
        <pc:sldMkLst>
          <pc:docMk/>
          <pc:sldMk cId="3864857720" sldId="392"/>
        </pc:sldMkLst>
      </pc:sldChg>
      <pc:sldChg chg="modSp add mod">
        <pc:chgData name="Saeed Samet" userId="cfbf7cda-a3f0-4a18-b58e-e4747a47ab2e" providerId="ADAL" clId="{1DAAA582-D431-51E1-B726-79BB57AE61A7}" dt="2026-04-21T20:30:13.605" v="2509"/>
        <pc:sldMkLst>
          <pc:docMk/>
          <pc:sldMk cId="930569591" sldId="393"/>
        </pc:sldMkLst>
        <pc:spChg chg="mod">
          <ac:chgData name="Saeed Samet" userId="cfbf7cda-a3f0-4a18-b58e-e4747a47ab2e" providerId="ADAL" clId="{1DAAA582-D431-51E1-B726-79BB57AE61A7}" dt="2026-04-21T20:30:13.605" v="2509"/>
          <ac:spMkLst>
            <pc:docMk/>
            <pc:sldMk cId="930569591" sldId="393"/>
            <ac:spMk id="5" creationId="{26FCC2A1-2CAF-F83F-60E8-86692CC583EA}"/>
          </ac:spMkLst>
        </pc:spChg>
        <pc:spChg chg="mod">
          <ac:chgData name="Saeed Samet" userId="cfbf7cda-a3f0-4a18-b58e-e4747a47ab2e" providerId="ADAL" clId="{1DAAA582-D431-51E1-B726-79BB57AE61A7}" dt="2026-04-21T20:30:04.737" v="2508"/>
          <ac:spMkLst>
            <pc:docMk/>
            <pc:sldMk cId="930569591" sldId="393"/>
            <ac:spMk id="16" creationId="{42D7D48C-D5B8-3BF9-C7B0-19236E3353AB}"/>
          </ac:spMkLst>
        </pc:spChg>
      </pc:sldChg>
      <pc:sldChg chg="modSp add del mod">
        <pc:chgData name="Saeed Samet" userId="cfbf7cda-a3f0-4a18-b58e-e4747a47ab2e" providerId="ADAL" clId="{1DAAA582-D431-51E1-B726-79BB57AE61A7}" dt="2026-04-21T19:23:21.737" v="1822" actId="2696"/>
        <pc:sldMkLst>
          <pc:docMk/>
          <pc:sldMk cId="3856267439" sldId="393"/>
        </pc:sldMkLst>
      </pc:sldChg>
      <pc:sldChg chg="modSp add mod">
        <pc:chgData name="Saeed Samet" userId="cfbf7cda-a3f0-4a18-b58e-e4747a47ab2e" providerId="ADAL" clId="{1DAAA582-D431-51E1-B726-79BB57AE61A7}" dt="2026-04-21T20:30:51.818" v="2519" actId="2711"/>
        <pc:sldMkLst>
          <pc:docMk/>
          <pc:sldMk cId="2701019478" sldId="394"/>
        </pc:sldMkLst>
        <pc:spChg chg="mod">
          <ac:chgData name="Saeed Samet" userId="cfbf7cda-a3f0-4a18-b58e-e4747a47ab2e" providerId="ADAL" clId="{1DAAA582-D431-51E1-B726-79BB57AE61A7}" dt="2026-04-21T20:30:51.818" v="2519" actId="2711"/>
          <ac:spMkLst>
            <pc:docMk/>
            <pc:sldMk cId="2701019478" sldId="394"/>
            <ac:spMk id="5" creationId="{AC577914-2F52-1ABC-0948-7A2B9E0383DF}"/>
          </ac:spMkLst>
        </pc:spChg>
        <pc:spChg chg="mod">
          <ac:chgData name="Saeed Samet" userId="cfbf7cda-a3f0-4a18-b58e-e4747a47ab2e" providerId="ADAL" clId="{1DAAA582-D431-51E1-B726-79BB57AE61A7}" dt="2026-04-21T20:30:31.773" v="2511"/>
          <ac:spMkLst>
            <pc:docMk/>
            <pc:sldMk cId="2701019478" sldId="394"/>
            <ac:spMk id="16" creationId="{94AA74E8-2730-1D4A-97E5-7685569E766E}"/>
          </ac:spMkLst>
        </pc:spChg>
      </pc:sldChg>
      <pc:sldChg chg="addSp delSp modSp add del mod">
        <pc:chgData name="Saeed Samet" userId="cfbf7cda-a3f0-4a18-b58e-e4747a47ab2e" providerId="ADAL" clId="{1DAAA582-D431-51E1-B726-79BB57AE61A7}" dt="2026-04-21T19:23:21.733" v="1817" actId="2696"/>
        <pc:sldMkLst>
          <pc:docMk/>
          <pc:sldMk cId="3380905416" sldId="394"/>
        </pc:sldMkLst>
      </pc:sldChg>
      <pc:sldChg chg="delSp modSp add del mod">
        <pc:chgData name="Saeed Samet" userId="cfbf7cda-a3f0-4a18-b58e-e4747a47ab2e" providerId="ADAL" clId="{1DAAA582-D431-51E1-B726-79BB57AE61A7}" dt="2026-04-21T19:23:21.731" v="1814" actId="2696"/>
        <pc:sldMkLst>
          <pc:docMk/>
          <pc:sldMk cId="52704201" sldId="395"/>
        </pc:sldMkLst>
      </pc:sldChg>
      <pc:sldChg chg="modSp add">
        <pc:chgData name="Saeed Samet" userId="cfbf7cda-a3f0-4a18-b58e-e4747a47ab2e" providerId="ADAL" clId="{1DAAA582-D431-51E1-B726-79BB57AE61A7}" dt="2026-04-22T13:46:08.302" v="2555" actId="14826"/>
        <pc:sldMkLst>
          <pc:docMk/>
          <pc:sldMk cId="4156798274" sldId="395"/>
        </pc:sldMkLst>
        <pc:picChg chg="mod">
          <ac:chgData name="Saeed Samet" userId="cfbf7cda-a3f0-4a18-b58e-e4747a47ab2e" providerId="ADAL" clId="{1DAAA582-D431-51E1-B726-79BB57AE61A7}" dt="2026-04-22T13:46:08.302" v="2555" actId="14826"/>
          <ac:picMkLst>
            <pc:docMk/>
            <pc:sldMk cId="4156798274" sldId="395"/>
            <ac:picMk id="7" creationId="{32CFA574-36FD-6451-F103-9B8BF035692F}"/>
          </ac:picMkLst>
        </pc:picChg>
      </pc:sldChg>
      <pc:sldChg chg="modSp add mod">
        <pc:chgData name="Saeed Samet" userId="cfbf7cda-a3f0-4a18-b58e-e4747a47ab2e" providerId="ADAL" clId="{1DAAA582-D431-51E1-B726-79BB57AE61A7}" dt="2026-04-22T13:44:45.259" v="2553" actId="403"/>
        <pc:sldMkLst>
          <pc:docMk/>
          <pc:sldMk cId="411321220" sldId="396"/>
        </pc:sldMkLst>
        <pc:spChg chg="mod">
          <ac:chgData name="Saeed Samet" userId="cfbf7cda-a3f0-4a18-b58e-e4747a47ab2e" providerId="ADAL" clId="{1DAAA582-D431-51E1-B726-79BB57AE61A7}" dt="2026-04-22T13:44:45.259" v="2553" actId="403"/>
          <ac:spMkLst>
            <pc:docMk/>
            <pc:sldMk cId="411321220" sldId="396"/>
            <ac:spMk id="12" creationId="{573F0C57-237E-6382-9900-F7636E526AA7}"/>
          </ac:spMkLst>
        </pc:spChg>
        <pc:spChg chg="mod">
          <ac:chgData name="Saeed Samet" userId="cfbf7cda-a3f0-4a18-b58e-e4747a47ab2e" providerId="ADAL" clId="{1DAAA582-D431-51E1-B726-79BB57AE61A7}" dt="2026-04-22T13:43:38.644" v="2541"/>
          <ac:spMkLst>
            <pc:docMk/>
            <pc:sldMk cId="411321220" sldId="396"/>
            <ac:spMk id="16" creationId="{6494287B-ED75-E373-9BFC-994AC52F1629}"/>
          </ac:spMkLst>
        </pc:spChg>
      </pc:sldChg>
      <pc:sldChg chg="modSp add mod">
        <pc:chgData name="Saeed Samet" userId="cfbf7cda-a3f0-4a18-b58e-e4747a47ab2e" providerId="ADAL" clId="{1DAAA582-D431-51E1-B726-79BB57AE61A7}" dt="2026-04-22T13:47:28.586" v="2564" actId="5793"/>
        <pc:sldMkLst>
          <pc:docMk/>
          <pc:sldMk cId="143269058" sldId="397"/>
        </pc:sldMkLst>
        <pc:spChg chg="mod">
          <ac:chgData name="Saeed Samet" userId="cfbf7cda-a3f0-4a18-b58e-e4747a47ab2e" providerId="ADAL" clId="{1DAAA582-D431-51E1-B726-79BB57AE61A7}" dt="2026-04-22T13:47:28.586" v="2564" actId="5793"/>
          <ac:spMkLst>
            <pc:docMk/>
            <pc:sldMk cId="143269058" sldId="397"/>
            <ac:spMk id="12" creationId="{47C3B3B3-CD74-B64A-F990-9032042804A9}"/>
          </ac:spMkLst>
        </pc:spChg>
        <pc:spChg chg="mod">
          <ac:chgData name="Saeed Samet" userId="cfbf7cda-a3f0-4a18-b58e-e4747a47ab2e" providerId="ADAL" clId="{1DAAA582-D431-51E1-B726-79BB57AE61A7}" dt="2026-04-22T13:46:26.181" v="2556"/>
          <ac:spMkLst>
            <pc:docMk/>
            <pc:sldMk cId="143269058" sldId="397"/>
            <ac:spMk id="16" creationId="{97E29411-4637-4D03-D2B4-069D34540F58}"/>
          </ac:spMkLst>
        </pc:spChg>
      </pc:sldChg>
      <pc:sldChg chg="modSp add mod">
        <pc:chgData name="Saeed Samet" userId="cfbf7cda-a3f0-4a18-b58e-e4747a47ab2e" providerId="ADAL" clId="{1DAAA582-D431-51E1-B726-79BB57AE61A7}" dt="2026-04-22T13:48:12.288" v="2569" actId="403"/>
        <pc:sldMkLst>
          <pc:docMk/>
          <pc:sldMk cId="916027145" sldId="398"/>
        </pc:sldMkLst>
        <pc:spChg chg="mod">
          <ac:chgData name="Saeed Samet" userId="cfbf7cda-a3f0-4a18-b58e-e4747a47ab2e" providerId="ADAL" clId="{1DAAA582-D431-51E1-B726-79BB57AE61A7}" dt="2026-04-22T13:48:12.288" v="2569" actId="403"/>
          <ac:spMkLst>
            <pc:docMk/>
            <pc:sldMk cId="916027145" sldId="398"/>
            <ac:spMk id="12" creationId="{98A1A968-1C55-0234-CFAE-D5D0FBD39C39}"/>
          </ac:spMkLst>
        </pc:spChg>
        <pc:spChg chg="mod">
          <ac:chgData name="Saeed Samet" userId="cfbf7cda-a3f0-4a18-b58e-e4747a47ab2e" providerId="ADAL" clId="{1DAAA582-D431-51E1-B726-79BB57AE61A7}" dt="2026-04-22T13:47:51.147" v="2566"/>
          <ac:spMkLst>
            <pc:docMk/>
            <pc:sldMk cId="916027145" sldId="398"/>
            <ac:spMk id="16" creationId="{16475DD0-B6C0-3BEA-B1FD-00F135F4909D}"/>
          </ac:spMkLst>
        </pc:spChg>
      </pc:sldChg>
      <pc:sldChg chg="modSp add mod">
        <pc:chgData name="Saeed Samet" userId="cfbf7cda-a3f0-4a18-b58e-e4747a47ab2e" providerId="ADAL" clId="{1DAAA582-D431-51E1-B726-79BB57AE61A7}" dt="2026-04-22T13:51:44.644" v="2613" actId="1035"/>
        <pc:sldMkLst>
          <pc:docMk/>
          <pc:sldMk cId="3079161957" sldId="399"/>
        </pc:sldMkLst>
        <pc:spChg chg="mod">
          <ac:chgData name="Saeed Samet" userId="cfbf7cda-a3f0-4a18-b58e-e4747a47ab2e" providerId="ADAL" clId="{1DAAA582-D431-51E1-B726-79BB57AE61A7}" dt="2026-04-22T13:51:44.644" v="2613" actId="1035"/>
          <ac:spMkLst>
            <pc:docMk/>
            <pc:sldMk cId="3079161957" sldId="399"/>
            <ac:spMk id="12" creationId="{E051CE9F-5D28-08DD-A274-1FB18E38E280}"/>
          </ac:spMkLst>
        </pc:spChg>
        <pc:spChg chg="mod">
          <ac:chgData name="Saeed Samet" userId="cfbf7cda-a3f0-4a18-b58e-e4747a47ab2e" providerId="ADAL" clId="{1DAAA582-D431-51E1-B726-79BB57AE61A7}" dt="2026-04-22T13:48:52.837" v="2571"/>
          <ac:spMkLst>
            <pc:docMk/>
            <pc:sldMk cId="3079161957" sldId="399"/>
            <ac:spMk id="16" creationId="{4A6A175D-9EFE-6166-DD3F-CA1E9D1FC5E8}"/>
          </ac:spMkLst>
        </pc:spChg>
      </pc:sldChg>
      <pc:sldChg chg="modSp add mod">
        <pc:chgData name="Saeed Samet" userId="cfbf7cda-a3f0-4a18-b58e-e4747a47ab2e" providerId="ADAL" clId="{1DAAA582-D431-51E1-B726-79BB57AE61A7}" dt="2026-04-22T13:51:33.967" v="2608" actId="403"/>
        <pc:sldMkLst>
          <pc:docMk/>
          <pc:sldMk cId="250781393" sldId="400"/>
        </pc:sldMkLst>
        <pc:spChg chg="mod">
          <ac:chgData name="Saeed Samet" userId="cfbf7cda-a3f0-4a18-b58e-e4747a47ab2e" providerId="ADAL" clId="{1DAAA582-D431-51E1-B726-79BB57AE61A7}" dt="2026-04-22T13:51:33.967" v="2608" actId="403"/>
          <ac:spMkLst>
            <pc:docMk/>
            <pc:sldMk cId="250781393" sldId="400"/>
            <ac:spMk id="12" creationId="{3FBCDA9A-FDB6-1FBE-17AE-81CCC0FDEAA5}"/>
          </ac:spMkLst>
        </pc:spChg>
        <pc:spChg chg="mod">
          <ac:chgData name="Saeed Samet" userId="cfbf7cda-a3f0-4a18-b58e-e4747a47ab2e" providerId="ADAL" clId="{1DAAA582-D431-51E1-B726-79BB57AE61A7}" dt="2026-04-22T13:49:34.557" v="2579"/>
          <ac:spMkLst>
            <pc:docMk/>
            <pc:sldMk cId="250781393" sldId="400"/>
            <ac:spMk id="16" creationId="{96C0A86B-C215-293B-DD38-64B5C33F2FB9}"/>
          </ac:spMkLst>
        </pc:spChg>
      </pc:sldChg>
      <pc:sldChg chg="modSp add mod">
        <pc:chgData name="Saeed Samet" userId="cfbf7cda-a3f0-4a18-b58e-e4747a47ab2e" providerId="ADAL" clId="{1DAAA582-D431-51E1-B726-79BB57AE61A7}" dt="2026-04-22T13:51:27.422" v="2607" actId="403"/>
        <pc:sldMkLst>
          <pc:docMk/>
          <pc:sldMk cId="3469117278" sldId="401"/>
        </pc:sldMkLst>
        <pc:spChg chg="mod">
          <ac:chgData name="Saeed Samet" userId="cfbf7cda-a3f0-4a18-b58e-e4747a47ab2e" providerId="ADAL" clId="{1DAAA582-D431-51E1-B726-79BB57AE61A7}" dt="2026-04-22T13:51:27.422" v="2607" actId="403"/>
          <ac:spMkLst>
            <pc:docMk/>
            <pc:sldMk cId="3469117278" sldId="401"/>
            <ac:spMk id="12" creationId="{C0B00260-64A1-203A-A930-9DB4B6B6B5D3}"/>
          </ac:spMkLst>
        </pc:spChg>
        <pc:spChg chg="mod">
          <ac:chgData name="Saeed Samet" userId="cfbf7cda-a3f0-4a18-b58e-e4747a47ab2e" providerId="ADAL" clId="{1DAAA582-D431-51E1-B726-79BB57AE61A7}" dt="2026-04-22T13:50:08.104" v="2587"/>
          <ac:spMkLst>
            <pc:docMk/>
            <pc:sldMk cId="3469117278" sldId="401"/>
            <ac:spMk id="16" creationId="{ECD9A5F5-7BAD-18B7-8E23-6AD8654E5239}"/>
          </ac:spMkLst>
        </pc:spChg>
      </pc:sldChg>
      <pc:sldChg chg="modSp add mod">
        <pc:chgData name="Saeed Samet" userId="cfbf7cda-a3f0-4a18-b58e-e4747a47ab2e" providerId="ADAL" clId="{1DAAA582-D431-51E1-B726-79BB57AE61A7}" dt="2026-04-22T13:51:21.694" v="2606" actId="403"/>
        <pc:sldMkLst>
          <pc:docMk/>
          <pc:sldMk cId="720334020" sldId="402"/>
        </pc:sldMkLst>
        <pc:spChg chg="mod">
          <ac:chgData name="Saeed Samet" userId="cfbf7cda-a3f0-4a18-b58e-e4747a47ab2e" providerId="ADAL" clId="{1DAAA582-D431-51E1-B726-79BB57AE61A7}" dt="2026-04-22T13:51:21.694" v="2606" actId="403"/>
          <ac:spMkLst>
            <pc:docMk/>
            <pc:sldMk cId="720334020" sldId="402"/>
            <ac:spMk id="12" creationId="{FB3627D3-A554-2D48-2028-C35D72835C9A}"/>
          </ac:spMkLst>
        </pc:spChg>
        <pc:spChg chg="mod">
          <ac:chgData name="Saeed Samet" userId="cfbf7cda-a3f0-4a18-b58e-e4747a47ab2e" providerId="ADAL" clId="{1DAAA582-D431-51E1-B726-79BB57AE61A7}" dt="2026-04-22T13:50:39.750" v="2595"/>
          <ac:spMkLst>
            <pc:docMk/>
            <pc:sldMk cId="720334020" sldId="402"/>
            <ac:spMk id="16" creationId="{34FC0E3D-A45A-862D-D792-B4EAEAF09B00}"/>
          </ac:spMkLst>
        </pc:spChg>
      </pc:sldChg>
      <pc:sldChg chg="modSp add mod">
        <pc:chgData name="Saeed Samet" userId="cfbf7cda-a3f0-4a18-b58e-e4747a47ab2e" providerId="ADAL" clId="{1DAAA582-D431-51E1-B726-79BB57AE61A7}" dt="2026-04-22T13:52:55.885" v="2627" actId="404"/>
        <pc:sldMkLst>
          <pc:docMk/>
          <pc:sldMk cId="2257959983" sldId="403"/>
        </pc:sldMkLst>
        <pc:spChg chg="mod">
          <ac:chgData name="Saeed Samet" userId="cfbf7cda-a3f0-4a18-b58e-e4747a47ab2e" providerId="ADAL" clId="{1DAAA582-D431-51E1-B726-79BB57AE61A7}" dt="2026-04-22T13:52:55.885" v="2627" actId="404"/>
          <ac:spMkLst>
            <pc:docMk/>
            <pc:sldMk cId="2257959983" sldId="403"/>
            <ac:spMk id="12" creationId="{AEA3E60F-B3C3-3E8A-D5EA-E8B997AC099F}"/>
          </ac:spMkLst>
        </pc:spChg>
        <pc:spChg chg="mod">
          <ac:chgData name="Saeed Samet" userId="cfbf7cda-a3f0-4a18-b58e-e4747a47ab2e" providerId="ADAL" clId="{1DAAA582-D431-51E1-B726-79BB57AE61A7}" dt="2026-04-22T13:52:08.081" v="2615"/>
          <ac:spMkLst>
            <pc:docMk/>
            <pc:sldMk cId="2257959983" sldId="403"/>
            <ac:spMk id="16" creationId="{822827AB-009A-796F-B4FA-80CE77C2DB10}"/>
          </ac:spMkLst>
        </pc:spChg>
      </pc:sldChg>
      <pc:sldChg chg="modSp add mod">
        <pc:chgData name="Saeed Samet" userId="cfbf7cda-a3f0-4a18-b58e-e4747a47ab2e" providerId="ADAL" clId="{1DAAA582-D431-51E1-B726-79BB57AE61A7}" dt="2026-04-22T13:53:53.686" v="2643" actId="403"/>
        <pc:sldMkLst>
          <pc:docMk/>
          <pc:sldMk cId="1461804395" sldId="404"/>
        </pc:sldMkLst>
        <pc:spChg chg="mod">
          <ac:chgData name="Saeed Samet" userId="cfbf7cda-a3f0-4a18-b58e-e4747a47ab2e" providerId="ADAL" clId="{1DAAA582-D431-51E1-B726-79BB57AE61A7}" dt="2026-04-22T13:53:53.686" v="2643" actId="403"/>
          <ac:spMkLst>
            <pc:docMk/>
            <pc:sldMk cId="1461804395" sldId="404"/>
            <ac:spMk id="12" creationId="{DCCD0054-DBD6-6176-0F92-85257AB407DA}"/>
          </ac:spMkLst>
        </pc:spChg>
        <pc:spChg chg="mod">
          <ac:chgData name="Saeed Samet" userId="cfbf7cda-a3f0-4a18-b58e-e4747a47ab2e" providerId="ADAL" clId="{1DAAA582-D431-51E1-B726-79BB57AE61A7}" dt="2026-04-22T13:53:15.604" v="2629"/>
          <ac:spMkLst>
            <pc:docMk/>
            <pc:sldMk cId="1461804395" sldId="404"/>
            <ac:spMk id="16" creationId="{5017AD6A-5AB6-C848-D2CC-04FFC6DF658B}"/>
          </ac:spMkLst>
        </pc:spChg>
      </pc:sldChg>
      <pc:sldChg chg="modSp add mod">
        <pc:chgData name="Saeed Samet" userId="cfbf7cda-a3f0-4a18-b58e-e4747a47ab2e" providerId="ADAL" clId="{1DAAA582-D431-51E1-B726-79BB57AE61A7}" dt="2026-04-22T13:54:27.460" v="2652" actId="20577"/>
        <pc:sldMkLst>
          <pc:docMk/>
          <pc:sldMk cId="641089649" sldId="405"/>
        </pc:sldMkLst>
        <pc:spChg chg="mod">
          <ac:chgData name="Saeed Samet" userId="cfbf7cda-a3f0-4a18-b58e-e4747a47ab2e" providerId="ADAL" clId="{1DAAA582-D431-51E1-B726-79BB57AE61A7}" dt="2026-04-22T13:54:27.460" v="2652" actId="20577"/>
          <ac:spMkLst>
            <pc:docMk/>
            <pc:sldMk cId="641089649" sldId="405"/>
            <ac:spMk id="12" creationId="{75641A04-877F-C8E2-6361-E7B50F8A0B6E}"/>
          </ac:spMkLst>
        </pc:spChg>
        <pc:spChg chg="mod">
          <ac:chgData name="Saeed Samet" userId="cfbf7cda-a3f0-4a18-b58e-e4747a47ab2e" providerId="ADAL" clId="{1DAAA582-D431-51E1-B726-79BB57AE61A7}" dt="2026-04-22T13:54:08.354" v="2645"/>
          <ac:spMkLst>
            <pc:docMk/>
            <pc:sldMk cId="641089649" sldId="405"/>
            <ac:spMk id="16" creationId="{3BB17588-DD4A-DD55-DED5-5D54A18063C6}"/>
          </ac:spMkLst>
        </pc:spChg>
      </pc:sldChg>
      <pc:sldChg chg="modSp add mod">
        <pc:chgData name="Saeed Samet" userId="cfbf7cda-a3f0-4a18-b58e-e4747a47ab2e" providerId="ADAL" clId="{1DAAA582-D431-51E1-B726-79BB57AE61A7}" dt="2026-04-22T13:56:59.410" v="2672" actId="2711"/>
        <pc:sldMkLst>
          <pc:docMk/>
          <pc:sldMk cId="919884873" sldId="406"/>
        </pc:sldMkLst>
        <pc:spChg chg="mod">
          <ac:chgData name="Saeed Samet" userId="cfbf7cda-a3f0-4a18-b58e-e4747a47ab2e" providerId="ADAL" clId="{1DAAA582-D431-51E1-B726-79BB57AE61A7}" dt="2026-04-22T13:56:59.410" v="2672" actId="2711"/>
          <ac:spMkLst>
            <pc:docMk/>
            <pc:sldMk cId="919884873" sldId="406"/>
            <ac:spMk id="12" creationId="{5DCF734A-7397-CCD6-0F1E-065797DBCF6A}"/>
          </ac:spMkLst>
        </pc:spChg>
        <pc:spChg chg="mod">
          <ac:chgData name="Saeed Samet" userId="cfbf7cda-a3f0-4a18-b58e-e4747a47ab2e" providerId="ADAL" clId="{1DAAA582-D431-51E1-B726-79BB57AE61A7}" dt="2026-04-22T13:54:51.432" v="2654"/>
          <ac:spMkLst>
            <pc:docMk/>
            <pc:sldMk cId="919884873" sldId="406"/>
            <ac:spMk id="16" creationId="{49EF5908-EB62-F36E-3FF9-75ECBCE3DB55}"/>
          </ac:spMkLst>
        </pc:spChg>
      </pc:sldChg>
      <pc:sldChg chg="modSp add mod">
        <pc:chgData name="Saeed Samet" userId="cfbf7cda-a3f0-4a18-b58e-e4747a47ab2e" providerId="ADAL" clId="{1DAAA582-D431-51E1-B726-79BB57AE61A7}" dt="2026-04-22T13:59:40.792" v="2709" actId="15"/>
        <pc:sldMkLst>
          <pc:docMk/>
          <pc:sldMk cId="3195267802" sldId="407"/>
        </pc:sldMkLst>
        <pc:spChg chg="mod">
          <ac:chgData name="Saeed Samet" userId="cfbf7cda-a3f0-4a18-b58e-e4747a47ab2e" providerId="ADAL" clId="{1DAAA582-D431-51E1-B726-79BB57AE61A7}" dt="2026-04-22T13:59:40.792" v="2709" actId="15"/>
          <ac:spMkLst>
            <pc:docMk/>
            <pc:sldMk cId="3195267802" sldId="407"/>
            <ac:spMk id="12" creationId="{27B4AC05-C9B8-A0C1-50E0-054A044CFAED}"/>
          </ac:spMkLst>
        </pc:spChg>
      </pc:sldChg>
      <pc:sldChg chg="modSp add mod">
        <pc:chgData name="Saeed Samet" userId="cfbf7cda-a3f0-4a18-b58e-e4747a47ab2e" providerId="ADAL" clId="{1DAAA582-D431-51E1-B726-79BB57AE61A7}" dt="2026-04-22T14:02:24.167" v="2738" actId="2711"/>
        <pc:sldMkLst>
          <pc:docMk/>
          <pc:sldMk cId="1887791517" sldId="408"/>
        </pc:sldMkLst>
        <pc:spChg chg="mod">
          <ac:chgData name="Saeed Samet" userId="cfbf7cda-a3f0-4a18-b58e-e4747a47ab2e" providerId="ADAL" clId="{1DAAA582-D431-51E1-B726-79BB57AE61A7}" dt="2026-04-22T14:02:24.167" v="2738" actId="2711"/>
          <ac:spMkLst>
            <pc:docMk/>
            <pc:sldMk cId="1887791517" sldId="408"/>
            <ac:spMk id="12" creationId="{6772E005-F196-CD51-3D20-2FFFB5DAD079}"/>
          </ac:spMkLst>
        </pc:spChg>
      </pc:sldChg>
      <pc:sldChg chg="modSp add mod">
        <pc:chgData name="Saeed Samet" userId="cfbf7cda-a3f0-4a18-b58e-e4747a47ab2e" providerId="ADAL" clId="{1DAAA582-D431-51E1-B726-79BB57AE61A7}" dt="2026-04-22T14:04:15.708" v="2765" actId="2711"/>
        <pc:sldMkLst>
          <pc:docMk/>
          <pc:sldMk cId="3180921094" sldId="409"/>
        </pc:sldMkLst>
        <pc:spChg chg="mod">
          <ac:chgData name="Saeed Samet" userId="cfbf7cda-a3f0-4a18-b58e-e4747a47ab2e" providerId="ADAL" clId="{1DAAA582-D431-51E1-B726-79BB57AE61A7}" dt="2026-04-22T14:04:15.708" v="2765" actId="2711"/>
          <ac:spMkLst>
            <pc:docMk/>
            <pc:sldMk cId="3180921094" sldId="409"/>
            <ac:spMk id="12" creationId="{3E1E6A98-67B4-7641-AE87-0773249EB6CE}"/>
          </ac:spMkLst>
        </pc:spChg>
      </pc:sldChg>
      <pc:sldChg chg="modSp add mod">
        <pc:chgData name="Saeed Samet" userId="cfbf7cda-a3f0-4a18-b58e-e4747a47ab2e" providerId="ADAL" clId="{1DAAA582-D431-51E1-B726-79BB57AE61A7}" dt="2026-04-22T14:06:03.898" v="2801" actId="113"/>
        <pc:sldMkLst>
          <pc:docMk/>
          <pc:sldMk cId="3005877797" sldId="410"/>
        </pc:sldMkLst>
        <pc:spChg chg="mod">
          <ac:chgData name="Saeed Samet" userId="cfbf7cda-a3f0-4a18-b58e-e4747a47ab2e" providerId="ADAL" clId="{1DAAA582-D431-51E1-B726-79BB57AE61A7}" dt="2026-04-22T14:06:03.898" v="2801" actId="113"/>
          <ac:spMkLst>
            <pc:docMk/>
            <pc:sldMk cId="3005877797" sldId="410"/>
            <ac:spMk id="12" creationId="{7CAD01E6-0E67-2C9B-0537-99379897E59A}"/>
          </ac:spMkLst>
        </pc:spChg>
        <pc:spChg chg="mod">
          <ac:chgData name="Saeed Samet" userId="cfbf7cda-a3f0-4a18-b58e-e4747a47ab2e" providerId="ADAL" clId="{1DAAA582-D431-51E1-B726-79BB57AE61A7}" dt="2026-04-22T14:04:59.523" v="2772" actId="20577"/>
          <ac:spMkLst>
            <pc:docMk/>
            <pc:sldMk cId="3005877797" sldId="410"/>
            <ac:spMk id="16" creationId="{8A38C160-AB6D-D477-9AB8-7BAAF8E52E0B}"/>
          </ac:spMkLst>
        </pc:spChg>
      </pc:sldChg>
      <pc:sldChg chg="addSp delSp modSp new mod">
        <pc:chgData name="Saeed Samet" userId="cfbf7cda-a3f0-4a18-b58e-e4747a47ab2e" providerId="ADAL" clId="{1DAAA582-D431-51E1-B726-79BB57AE61A7}" dt="2026-04-22T14:11:54.746" v="2807" actId="14100"/>
        <pc:sldMkLst>
          <pc:docMk/>
          <pc:sldMk cId="1189620576" sldId="411"/>
        </pc:sldMkLst>
        <pc:spChg chg="del">
          <ac:chgData name="Saeed Samet" userId="cfbf7cda-a3f0-4a18-b58e-e4747a47ab2e" providerId="ADAL" clId="{1DAAA582-D431-51E1-B726-79BB57AE61A7}" dt="2026-04-22T14:11:37.175" v="2803" actId="478"/>
          <ac:spMkLst>
            <pc:docMk/>
            <pc:sldMk cId="1189620576" sldId="411"/>
            <ac:spMk id="2" creationId="{A813AD40-6151-EE2C-D5E8-F8EAAB5B2A54}"/>
          </ac:spMkLst>
        </pc:spChg>
        <pc:spChg chg="del">
          <ac:chgData name="Saeed Samet" userId="cfbf7cda-a3f0-4a18-b58e-e4747a47ab2e" providerId="ADAL" clId="{1DAAA582-D431-51E1-B726-79BB57AE61A7}" dt="2026-04-22T14:11:38.991" v="2804" actId="478"/>
          <ac:spMkLst>
            <pc:docMk/>
            <pc:sldMk cId="1189620576" sldId="411"/>
            <ac:spMk id="3" creationId="{1AB2073C-6B83-BD51-0559-FEEF1C766D70}"/>
          </ac:spMkLst>
        </pc:spChg>
        <pc:picChg chg="add mod">
          <ac:chgData name="Saeed Samet" userId="cfbf7cda-a3f0-4a18-b58e-e4747a47ab2e" providerId="ADAL" clId="{1DAAA582-D431-51E1-B726-79BB57AE61A7}" dt="2026-04-22T14:11:54.746" v="2807" actId="14100"/>
          <ac:picMkLst>
            <pc:docMk/>
            <pc:sldMk cId="1189620576" sldId="411"/>
            <ac:picMk id="6" creationId="{EE13077D-9760-207F-87A0-532450DB84E9}"/>
          </ac:picMkLst>
        </pc:picChg>
      </pc:sldChg>
      <pc:sldChg chg="modSp new mod">
        <pc:chgData name="Saeed Samet" userId="cfbf7cda-a3f0-4a18-b58e-e4747a47ab2e" providerId="ADAL" clId="{1DAAA582-D431-51E1-B726-79BB57AE61A7}" dt="2026-04-22T19:05:22.364" v="2911" actId="27636"/>
        <pc:sldMkLst>
          <pc:docMk/>
          <pc:sldMk cId="3876336205" sldId="412"/>
        </pc:sldMkLst>
        <pc:spChg chg="mod">
          <ac:chgData name="Saeed Samet" userId="cfbf7cda-a3f0-4a18-b58e-e4747a47ab2e" providerId="ADAL" clId="{1DAAA582-D431-51E1-B726-79BB57AE61A7}" dt="2026-04-22T19:00:48.440" v="2816" actId="20577"/>
          <ac:spMkLst>
            <pc:docMk/>
            <pc:sldMk cId="3876336205" sldId="412"/>
            <ac:spMk id="2" creationId="{484F1749-7FCF-31EF-02F4-0C10E1A62F1F}"/>
          </ac:spMkLst>
        </pc:spChg>
        <pc:spChg chg="mod">
          <ac:chgData name="Saeed Samet" userId="cfbf7cda-a3f0-4a18-b58e-e4747a47ab2e" providerId="ADAL" clId="{1DAAA582-D431-51E1-B726-79BB57AE61A7}" dt="2026-04-22T19:05:22.364" v="2911" actId="27636"/>
          <ac:spMkLst>
            <pc:docMk/>
            <pc:sldMk cId="3876336205" sldId="412"/>
            <ac:spMk id="3" creationId="{78E6DC1D-2229-2D63-FCB8-130520C1BE4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 dirty="0">
                <a:latin typeface="+mn-lt"/>
                <a:cs typeface="Times New Roman" panose="02020603050405020304" pitchFamily="18" charset="0"/>
              </a:rPr>
            </a:b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2800" b="1" dirty="0">
                <a:cs typeface="Times New Roman" panose="02020603050405020304" pitchFamily="18" charset="0"/>
              </a:rPr>
              <a:t>Lecture 0</a:t>
            </a:r>
            <a:br>
              <a:rPr lang="en-US" sz="2800" b="1" dirty="0">
                <a:cs typeface="Times New Roman" panose="02020603050405020304" pitchFamily="18" charset="0"/>
              </a:rPr>
            </a:br>
            <a:br>
              <a:rPr lang="en-US" sz="28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Overview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Dr. </a:t>
            </a:r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Saeed Samet</a:t>
            </a:r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1749-7FCF-31EF-02F4-0C10E1A62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6DC1D-2229-2D63-FCB8-130520C1B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sz="3600" dirty="0"/>
              <a:t>Object-Oriented Programming (Java Focused)</a:t>
            </a:r>
          </a:p>
          <a:p>
            <a:pPr>
              <a:buFont typeface="Wingdings" pitchFamily="2" charset="2"/>
              <a:buChar char="Ø"/>
            </a:pPr>
            <a:endParaRPr lang="en-US" sz="3600" dirty="0"/>
          </a:p>
          <a:p>
            <a:pPr>
              <a:buFont typeface="Wingdings" pitchFamily="2" charset="2"/>
              <a:buChar char="Ø"/>
            </a:pPr>
            <a:r>
              <a:rPr lang="en-US" sz="3600" dirty="0"/>
              <a:t>UML</a:t>
            </a:r>
          </a:p>
          <a:p>
            <a:pPr>
              <a:buFont typeface="Wingdings" pitchFamily="2" charset="2"/>
              <a:buChar char="Ø"/>
            </a:pPr>
            <a:endParaRPr lang="en-US" sz="3600" dirty="0"/>
          </a:p>
          <a:p>
            <a:pPr>
              <a:buFont typeface="Wingdings" pitchFamily="2" charset="2"/>
              <a:buChar char="Ø"/>
            </a:pPr>
            <a:r>
              <a:rPr lang="en-US" sz="3600" dirty="0"/>
              <a:t>Object-Oriented Design Patterns</a:t>
            </a:r>
          </a:p>
          <a:p>
            <a:pPr>
              <a:buFont typeface="Wingdings" pitchFamily="2" charset="2"/>
              <a:buChar char="Ø"/>
            </a:pPr>
            <a:endParaRPr lang="en-US" sz="3600" dirty="0"/>
          </a:p>
          <a:p>
            <a:pPr>
              <a:buFont typeface="Wingdings" pitchFamily="2" charset="2"/>
              <a:buChar char="Ø"/>
            </a:pPr>
            <a:r>
              <a:rPr lang="en-US" sz="3600" dirty="0"/>
              <a:t>GRASP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AD712-24A3-7AF3-FF3F-9C278599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3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E6C3D-A612-9F24-6B91-E02CDFC5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A5E03-AE70-6278-542F-4BF32630C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40" y="603760"/>
            <a:ext cx="8475720" cy="565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4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55FA-0328-BF99-CC02-2507013B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D12CF-2CED-C2EA-C62C-56C6F6D6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F0543-E048-BC85-A9FE-E94846ED5FF4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What is Object-Oriented Programming (OOP)?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ADBF3-AADE-0150-7E64-C37B37A0B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92500" lnSpcReduction="10000"/>
          </a:bodyPr>
          <a:lstStyle/>
          <a:p>
            <a:r>
              <a:rPr lang="en-CA" b="1" dirty="0"/>
              <a:t>Definition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A programming paradigm that models software as a collection of </a:t>
            </a:r>
            <a:r>
              <a:rPr lang="en-CA" b="1" dirty="0"/>
              <a:t>objects</a:t>
            </a:r>
            <a:r>
              <a:rPr lang="en-CA" dirty="0"/>
              <a:t> that encapsulate state (data) and behavior (methods).</a:t>
            </a:r>
          </a:p>
          <a:p>
            <a:r>
              <a:rPr lang="en-CA" b="1" dirty="0"/>
              <a:t>Core idea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Organize programs around </a:t>
            </a:r>
            <a:r>
              <a:rPr lang="en-CA" b="1" dirty="0"/>
              <a:t>objects interacting with each other</a:t>
            </a:r>
            <a:r>
              <a:rPr lang="en-CA" dirty="0"/>
              <a:t>, rather than procedures operating on data.</a:t>
            </a:r>
          </a:p>
          <a:p>
            <a:r>
              <a:rPr lang="en-CA" b="1" dirty="0"/>
              <a:t>In Java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Everything revolves around </a:t>
            </a:r>
            <a:r>
              <a:rPr lang="en-CA" b="1" dirty="0"/>
              <a:t>classes and objects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Strongly </a:t>
            </a:r>
            <a:r>
              <a:rPr lang="en-CA" b="1" dirty="0"/>
              <a:t>typed, class-based</a:t>
            </a:r>
            <a:r>
              <a:rPr lang="en-CA" dirty="0"/>
              <a:t> language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Supports encapsulation, inheritance, and polymorphism natively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9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F5296-DD60-2399-83C2-E84103DDD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4515A-4B0F-D651-CBC4-8301BF58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4FD253-CCDD-CA30-9099-EBDEEDCDE688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Classes and Objects (Java Perspective)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75031D-B8CF-EE12-6BF6-9AA77E16A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CA" b="1" dirty="0"/>
              <a:t>Class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Blueprint for creating objects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Defines </a:t>
            </a:r>
            <a:r>
              <a:rPr lang="en-CA" b="1" dirty="0"/>
              <a:t>fields (attributes)</a:t>
            </a:r>
            <a:r>
              <a:rPr lang="en-CA" dirty="0"/>
              <a:t> and </a:t>
            </a:r>
            <a:r>
              <a:rPr lang="en-CA" b="1" dirty="0"/>
              <a:t>methods (behavior)</a:t>
            </a:r>
            <a:endParaRPr lang="en-CA" dirty="0"/>
          </a:p>
          <a:p>
            <a:r>
              <a:rPr lang="en-CA" b="1" dirty="0"/>
              <a:t>Object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Instance of a class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Has its own </a:t>
            </a:r>
            <a:r>
              <a:rPr lang="en-CA" b="1" dirty="0"/>
              <a:t>state</a:t>
            </a:r>
            <a:r>
              <a:rPr lang="en-CA" dirty="0"/>
              <a:t> and </a:t>
            </a:r>
            <a:r>
              <a:rPr lang="en-CA" b="1" dirty="0"/>
              <a:t>behavior</a:t>
            </a:r>
            <a:endParaRPr lang="en-CA" dirty="0"/>
          </a:p>
          <a:p>
            <a:r>
              <a:rPr lang="en-CA" b="1" dirty="0"/>
              <a:t>Example (Java)</a:t>
            </a: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50A46-2F97-72FD-DD92-5145B25BF47B}"/>
              </a:ext>
            </a:extLst>
          </p:cNvPr>
          <p:cNvSpPr txBox="1"/>
          <p:nvPr/>
        </p:nvSpPr>
        <p:spPr>
          <a:xfrm>
            <a:off x="3733800" y="4597817"/>
            <a:ext cx="44196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class Car {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String model;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void drive() {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CA" sz="12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System.out.println</a:t>
            </a: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("Driving...");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}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Car c = new Car();  // object creation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CA" sz="12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c.drive</a:t>
            </a:r>
            <a:r>
              <a:rPr lang="en-CA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();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7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C827D-4A9E-2FF2-8B41-6D073B5F5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6CB9B-6AD0-9036-32FE-6A9A9308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13718-985B-A4C4-82B7-C11CA6DC14C9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Encapsulation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6E0EB1-E6B6-C58B-B38E-43EDB812C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CA" sz="2800" b="1" dirty="0"/>
              <a:t>Concept</a:t>
            </a:r>
          </a:p>
          <a:p>
            <a:pPr lvl="1">
              <a:buFont typeface="Wingdings" pitchFamily="2" charset="2"/>
              <a:buChar char="Ø"/>
            </a:pPr>
            <a:r>
              <a:rPr lang="en-CA" sz="2400" dirty="0"/>
              <a:t>Bundling data and methods together, and </a:t>
            </a:r>
            <a:r>
              <a:rPr lang="en-CA" sz="2400" b="1" dirty="0"/>
              <a:t>restricting direct access</a:t>
            </a:r>
            <a:r>
              <a:rPr lang="en-CA" sz="2400" dirty="0"/>
              <a:t> to some components.</a:t>
            </a:r>
          </a:p>
          <a:p>
            <a:r>
              <a:rPr lang="en-CA" sz="2800" b="1" dirty="0"/>
              <a:t>Why it matters</a:t>
            </a:r>
          </a:p>
          <a:p>
            <a:pPr lvl="1">
              <a:buFont typeface="Wingdings" pitchFamily="2" charset="2"/>
              <a:buChar char="Ø"/>
            </a:pPr>
            <a:r>
              <a:rPr lang="en-CA" sz="2400" dirty="0"/>
              <a:t>Protects object integrity</a:t>
            </a:r>
          </a:p>
          <a:p>
            <a:pPr lvl="1">
              <a:buFont typeface="Wingdings" pitchFamily="2" charset="2"/>
              <a:buChar char="Ø"/>
            </a:pPr>
            <a:r>
              <a:rPr lang="en-CA" sz="2400" dirty="0"/>
              <a:t>Enables controlled access via methods</a:t>
            </a:r>
          </a:p>
          <a:p>
            <a:r>
              <a:rPr lang="en-CA" sz="2800" b="1" dirty="0"/>
              <a:t>Java mechanisms</a:t>
            </a:r>
          </a:p>
          <a:p>
            <a:pPr lvl="1">
              <a:buFont typeface="Wingdings" pitchFamily="2" charset="2"/>
              <a:buChar char="Ø"/>
            </a:pPr>
            <a:r>
              <a:rPr lang="en-CA" sz="2400" dirty="0"/>
              <a:t>Access modifiers: private, protected, public</a:t>
            </a:r>
          </a:p>
          <a:p>
            <a:pPr lvl="1">
              <a:buFont typeface="Wingdings" pitchFamily="2" charset="2"/>
              <a:buChar char="Ø"/>
            </a:pPr>
            <a:r>
              <a:rPr lang="en-CA" sz="2400" dirty="0"/>
              <a:t>Getters and setters</a:t>
            </a:r>
          </a:p>
          <a:p>
            <a:r>
              <a:rPr lang="en-CA" sz="2800" b="1" dirty="0"/>
              <a:t>Example</a:t>
            </a:r>
            <a:endParaRPr lang="en-CA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8E17B-F469-440E-1A43-1E2DF51E8914}"/>
              </a:ext>
            </a:extLst>
          </p:cNvPr>
          <p:cNvSpPr txBox="1"/>
          <p:nvPr/>
        </p:nvSpPr>
        <p:spPr>
          <a:xfrm>
            <a:off x="3581400" y="4969252"/>
            <a:ext cx="441960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 sz="12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r>
              <a:rPr lang="en-CA" dirty="0"/>
              <a:t>class Account {</a:t>
            </a:r>
          </a:p>
          <a:p>
            <a:endParaRPr lang="en-CA" dirty="0"/>
          </a:p>
          <a:p>
            <a:r>
              <a:rPr lang="en-CA" dirty="0"/>
              <a:t>    private double balance;</a:t>
            </a:r>
          </a:p>
          <a:p>
            <a:endParaRPr lang="en-CA" dirty="0"/>
          </a:p>
          <a:p>
            <a:r>
              <a:rPr lang="en-CA" dirty="0"/>
              <a:t>    public void deposit(double amount) {</a:t>
            </a:r>
          </a:p>
          <a:p>
            <a:r>
              <a:rPr lang="en-CA" dirty="0"/>
              <a:t>        balance += amount;</a:t>
            </a:r>
          </a:p>
          <a:p>
            <a:r>
              <a:rPr lang="en-CA" dirty="0"/>
              <a:t>    }</a:t>
            </a:r>
          </a:p>
          <a:p>
            <a:r>
              <a:rPr lang="en-CA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8022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6B773-0846-8D85-0EEA-FA41B92A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1149F-91CC-4376-559F-88139892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C57E2-AFBB-BD20-9891-F804D40F29E9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Inheritance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8B62A5-1031-EFB9-C930-DBF7EDFA4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CA" b="1" dirty="0"/>
              <a:t>Concept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Creating new classes based on existing ones to </a:t>
            </a:r>
            <a:r>
              <a:rPr lang="en-CA" b="1" dirty="0"/>
              <a:t>reuse and extend behavior</a:t>
            </a:r>
            <a:r>
              <a:rPr lang="en-CA" dirty="0"/>
              <a:t>.</a:t>
            </a:r>
          </a:p>
          <a:p>
            <a:r>
              <a:rPr lang="en-CA" b="1" dirty="0"/>
              <a:t>Why it matters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Promotes code reuse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Establishes </a:t>
            </a:r>
            <a:r>
              <a:rPr lang="en-CA" b="1" dirty="0"/>
              <a:t>“is-a” relationships</a:t>
            </a:r>
            <a:endParaRPr lang="en-CA" dirty="0"/>
          </a:p>
          <a:p>
            <a:r>
              <a:rPr lang="en-CA" b="1" dirty="0"/>
              <a:t>Java keyword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extends</a:t>
            </a:r>
          </a:p>
          <a:p>
            <a:r>
              <a:rPr lang="en-CA" b="1" dirty="0"/>
              <a:t>Example</a:t>
            </a:r>
            <a:r>
              <a:rPr lang="en-CA" sz="28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9C1E3-957C-114F-C0B0-0BA507CFE182}"/>
              </a:ext>
            </a:extLst>
          </p:cNvPr>
          <p:cNvSpPr txBox="1"/>
          <p:nvPr/>
        </p:nvSpPr>
        <p:spPr>
          <a:xfrm>
            <a:off x="3581400" y="4969252"/>
            <a:ext cx="4419600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 sz="12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r>
              <a:rPr lang="en-CA" sz="1400" dirty="0"/>
              <a:t>class Vehicle {</a:t>
            </a:r>
          </a:p>
          <a:p>
            <a:r>
              <a:rPr lang="en-CA" sz="1400" dirty="0"/>
              <a:t>    void move() { }</a:t>
            </a:r>
          </a:p>
          <a:p>
            <a:r>
              <a:rPr lang="en-CA" sz="1400" dirty="0"/>
              <a:t>}</a:t>
            </a:r>
          </a:p>
          <a:p>
            <a:r>
              <a:rPr lang="en-CA" sz="1400" dirty="0"/>
              <a:t> </a:t>
            </a:r>
          </a:p>
          <a:p>
            <a:r>
              <a:rPr lang="en-CA" sz="1400" dirty="0"/>
              <a:t>class Car extends Vehicle {</a:t>
            </a:r>
          </a:p>
          <a:p>
            <a:r>
              <a:rPr lang="en-CA" sz="1400" dirty="0"/>
              <a:t>    void honk() { }</a:t>
            </a:r>
          </a:p>
        </p:txBody>
      </p:sp>
    </p:spTree>
    <p:extLst>
      <p:ext uri="{BB962C8B-B14F-4D97-AF65-F5344CB8AC3E}">
        <p14:creationId xmlns:p14="http://schemas.microsoft.com/office/powerpoint/2010/main" val="347340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550D7-3C3A-8AA8-291E-1BDFB8C7C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C1149-42A6-D48F-FCD0-929E2A9C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913C3A-F6A8-B695-2899-F930AAFF135A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Polymorphism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1BBB2-5024-8230-893D-FC4981535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CA" b="1" dirty="0"/>
              <a:t>Concept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Objects can take </a:t>
            </a:r>
            <a:r>
              <a:rPr lang="en-CA" b="1" dirty="0"/>
              <a:t>many forms</a:t>
            </a:r>
            <a:r>
              <a:rPr lang="en-CA" dirty="0"/>
              <a:t>, allowing the same interface to be used for different implementations.</a:t>
            </a:r>
          </a:p>
          <a:p>
            <a:r>
              <a:rPr lang="en-CA" b="1" dirty="0"/>
              <a:t>Types in Java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b="1" dirty="0"/>
              <a:t>Compile-time</a:t>
            </a:r>
            <a:r>
              <a:rPr lang="en-CA" dirty="0"/>
              <a:t>: method overloading</a:t>
            </a:r>
          </a:p>
          <a:p>
            <a:pPr lvl="1">
              <a:buFont typeface="Wingdings" pitchFamily="2" charset="2"/>
              <a:buChar char="Ø"/>
            </a:pPr>
            <a:r>
              <a:rPr lang="en-CA" b="1" dirty="0"/>
              <a:t>Run-time</a:t>
            </a:r>
            <a:r>
              <a:rPr lang="en-CA" dirty="0"/>
              <a:t>: method overriding (dynamic dispatch)</a:t>
            </a:r>
          </a:p>
          <a:p>
            <a:r>
              <a:rPr lang="en-CA" b="1" dirty="0"/>
              <a:t>Example</a:t>
            </a:r>
            <a:r>
              <a:rPr lang="en-CA" dirty="0"/>
              <a:t> </a:t>
            </a:r>
            <a:endParaRPr lang="en-CA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F306E-5774-8ADD-CA09-720B524CD4DF}"/>
              </a:ext>
            </a:extLst>
          </p:cNvPr>
          <p:cNvSpPr txBox="1"/>
          <p:nvPr/>
        </p:nvSpPr>
        <p:spPr>
          <a:xfrm>
            <a:off x="2667000" y="5029200"/>
            <a:ext cx="548640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 sz="12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r>
              <a:rPr lang="en-CA" sz="1400" dirty="0"/>
              <a:t>Vehicle v = new Car();</a:t>
            </a:r>
          </a:p>
          <a:p>
            <a:r>
              <a:rPr lang="en-CA" sz="1400" dirty="0" err="1"/>
              <a:t>v.move</a:t>
            </a:r>
            <a:r>
              <a:rPr lang="en-CA" sz="1400" dirty="0"/>
              <a:t>();  // calls Car’s version if overridden </a:t>
            </a:r>
          </a:p>
        </p:txBody>
      </p:sp>
    </p:spTree>
    <p:extLst>
      <p:ext uri="{BB962C8B-B14F-4D97-AF65-F5344CB8AC3E}">
        <p14:creationId xmlns:p14="http://schemas.microsoft.com/office/powerpoint/2010/main" val="3623273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042A0-1E94-8250-5333-FFE82622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2D4AC-2610-C683-210E-51CECC73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519797-B8A4-9741-1C53-E1C02A9E3451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Abstraction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9F112A-CAC5-A90E-C1F2-EA1DAC5A4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CA" b="1" dirty="0"/>
              <a:t>Concept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Hiding implementation details and exposing only </a:t>
            </a:r>
            <a:r>
              <a:rPr lang="en-CA" b="1" dirty="0"/>
              <a:t>essential features</a:t>
            </a:r>
            <a:r>
              <a:rPr lang="en-CA" dirty="0"/>
              <a:t>.</a:t>
            </a:r>
          </a:p>
          <a:p>
            <a:r>
              <a:rPr lang="en-CA" b="1" dirty="0"/>
              <a:t>Why it matters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Reduces complexity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Focuses on </a:t>
            </a:r>
            <a:r>
              <a:rPr lang="en-CA" i="1" dirty="0"/>
              <a:t>what</a:t>
            </a:r>
            <a:r>
              <a:rPr lang="en-CA" dirty="0"/>
              <a:t> an object does, not </a:t>
            </a:r>
            <a:r>
              <a:rPr lang="en-CA" i="1" dirty="0"/>
              <a:t>how</a:t>
            </a:r>
            <a:endParaRPr lang="en-CA" dirty="0"/>
          </a:p>
          <a:p>
            <a:r>
              <a:rPr lang="en-CA" b="1" dirty="0"/>
              <a:t>Java mechanisms</a:t>
            </a:r>
          </a:p>
          <a:p>
            <a:pPr lvl="1">
              <a:buFont typeface="Wingdings" pitchFamily="2" charset="2"/>
              <a:buChar char="Ø"/>
            </a:pPr>
            <a:r>
              <a:rPr lang="en-CA" sz="2400" kern="0" dirty="0">
                <a:solidFill>
                  <a:schemeClr val="dk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abstract</a:t>
            </a:r>
            <a:r>
              <a:rPr lang="en-CA" dirty="0"/>
              <a:t> classes</a:t>
            </a:r>
          </a:p>
          <a:p>
            <a:pPr lvl="1">
              <a:buFont typeface="Wingdings" pitchFamily="2" charset="2"/>
              <a:buChar char="Ø"/>
            </a:pPr>
            <a:r>
              <a:rPr lang="en-CA" sz="2400" kern="0" dirty="0">
                <a:solidFill>
                  <a:schemeClr val="dk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interface</a:t>
            </a:r>
          </a:p>
          <a:p>
            <a:r>
              <a:rPr lang="en-CA" b="1" dirty="0"/>
              <a:t>Example</a:t>
            </a:r>
            <a:r>
              <a:rPr lang="en-CA" dirty="0"/>
              <a:t> </a:t>
            </a:r>
            <a:endParaRPr lang="en-CA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87756-EC6C-5BF0-5B67-7AB7193F30E5}"/>
              </a:ext>
            </a:extLst>
          </p:cNvPr>
          <p:cNvSpPr txBox="1"/>
          <p:nvPr/>
        </p:nvSpPr>
        <p:spPr>
          <a:xfrm>
            <a:off x="3886200" y="5707915"/>
            <a:ext cx="25908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 sz="12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r>
              <a:rPr lang="en-CA" sz="1600" dirty="0"/>
              <a:t>interface Shape {</a:t>
            </a:r>
          </a:p>
          <a:p>
            <a:r>
              <a:rPr lang="en-CA" sz="1600" dirty="0"/>
              <a:t>    double area();</a:t>
            </a:r>
          </a:p>
          <a:p>
            <a:r>
              <a:rPr lang="en-CA" sz="16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696008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0676-E95F-0669-7DF1-7C63044E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AD9D7-1795-7805-0C30-1E653B5D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D2DE7-7B43-5492-1041-C9662C93EEA3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Key OO Principles in Practice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10F796-1F09-B34C-BF41-9C78330F6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pPr lvl="0"/>
            <a:r>
              <a:rPr lang="en-CA" b="1" dirty="0"/>
              <a:t>Modularity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divide system into manageable components</a:t>
            </a:r>
          </a:p>
          <a:p>
            <a:pPr lvl="0"/>
            <a:r>
              <a:rPr lang="en-CA" b="1" dirty="0"/>
              <a:t>Reusability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reuse classes via inheritance/composition</a:t>
            </a:r>
          </a:p>
          <a:p>
            <a:pPr lvl="0"/>
            <a:r>
              <a:rPr lang="en-CA" b="1" dirty="0"/>
              <a:t>Extensibility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add new behavior with minimal changes</a:t>
            </a:r>
          </a:p>
          <a:p>
            <a:pPr lvl="0"/>
            <a:r>
              <a:rPr lang="en-CA" b="1" dirty="0"/>
              <a:t>Maintainability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easier debugging and evolution</a:t>
            </a:r>
          </a:p>
        </p:txBody>
      </p:sp>
    </p:spTree>
    <p:extLst>
      <p:ext uri="{BB962C8B-B14F-4D97-AF65-F5344CB8AC3E}">
        <p14:creationId xmlns:p14="http://schemas.microsoft.com/office/powerpoint/2010/main" val="3497006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2340-C75F-E554-EAC9-93BC36088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A3E2E-C320-19A5-C01C-5F5E85234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BE38F3-5A19-FCB5-326E-1F04F7F35D89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Composition vs Inheritance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BF7D6D-2A35-DC23-E92A-116126933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CA" b="1" dirty="0"/>
              <a:t>Composition (has-a)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Build complex behavior by combining objects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More flexible, preferred in many designs</a:t>
            </a:r>
          </a:p>
          <a:p>
            <a:r>
              <a:rPr lang="en-CA" b="1" dirty="0"/>
              <a:t>Inheritance (is-a)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Reuse via hierarchy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Can lead to tight coupling if overused</a:t>
            </a:r>
          </a:p>
          <a:p>
            <a:r>
              <a:rPr lang="en-CA" dirty="0"/>
              <a:t>Rule of thumb: </a:t>
            </a:r>
            <a:r>
              <a:rPr lang="en-CA" b="1" dirty="0"/>
              <a:t>Favor composition over inheritance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28445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00FD4-1291-4B18-DE1F-8DBF6529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EFC7F-ECFB-26A3-0D38-A4B6022A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F6E13C-C4F5-F85A-166E-7E18465E30AE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Java-Specific OO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72392E-17F1-9321-3D8A-9F80712B7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pPr lvl="0"/>
            <a:r>
              <a:rPr lang="en-CA" sz="3600" b="1" dirty="0"/>
              <a:t>Interfaces with default methods</a:t>
            </a:r>
            <a:r>
              <a:rPr lang="en-CA" sz="3600" dirty="0"/>
              <a:t> (since Java 8)</a:t>
            </a:r>
          </a:p>
          <a:p>
            <a:pPr lvl="0"/>
            <a:r>
              <a:rPr lang="en-CA" sz="3600" b="1" dirty="0"/>
              <a:t>Packages</a:t>
            </a:r>
            <a:r>
              <a:rPr lang="en-CA" sz="3600" dirty="0"/>
              <a:t> for modular organization</a:t>
            </a:r>
          </a:p>
          <a:p>
            <a:pPr lvl="0"/>
            <a:r>
              <a:rPr lang="en-CA" sz="3600" b="1" dirty="0"/>
              <a:t>Garbage collection</a:t>
            </a:r>
            <a:r>
              <a:rPr lang="en-CA" sz="3600" dirty="0"/>
              <a:t> (automatic memory management)</a:t>
            </a:r>
          </a:p>
          <a:p>
            <a:pPr lvl="0"/>
            <a:r>
              <a:rPr lang="en-CA" sz="3600" b="1" dirty="0"/>
              <a:t>Strong typing and compile-time checks</a:t>
            </a:r>
            <a:endParaRPr lang="en-CA" sz="3600" dirty="0"/>
          </a:p>
          <a:p>
            <a:pPr lvl="0"/>
            <a:r>
              <a:rPr lang="en-CA" sz="3600" b="1" dirty="0"/>
              <a:t>Exception handling</a:t>
            </a:r>
            <a:r>
              <a:rPr lang="en-CA" sz="3600" dirty="0"/>
              <a:t> integrated into method design</a:t>
            </a:r>
          </a:p>
        </p:txBody>
      </p:sp>
    </p:spTree>
    <p:extLst>
      <p:ext uri="{BB962C8B-B14F-4D97-AF65-F5344CB8AC3E}">
        <p14:creationId xmlns:p14="http://schemas.microsoft.com/office/powerpoint/2010/main" val="2727396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FA482-1343-4DE7-3A2A-BBF2EE79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FC97B-B9D0-255F-42C8-A2E871CD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5F0878-D4E4-70AE-0930-A22B25FC7F5C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Big Picture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153DE5-7CC9-3AF2-67E3-30813EF12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pPr lvl="0"/>
            <a:r>
              <a:rPr lang="en-CA" dirty="0"/>
              <a:t>OOP helps manage complexity through </a:t>
            </a:r>
            <a:r>
              <a:rPr lang="en-CA" b="1" dirty="0"/>
              <a:t>abstraction and modularity</a:t>
            </a:r>
            <a:endParaRPr lang="en-CA" dirty="0"/>
          </a:p>
          <a:p>
            <a:pPr lvl="0"/>
            <a:r>
              <a:rPr lang="en-CA" dirty="0"/>
              <a:t>Java enforces OO structure, making it ideal for learning OO design</a:t>
            </a:r>
          </a:p>
          <a:p>
            <a:pPr lvl="0"/>
            <a:r>
              <a:rPr lang="en-CA" dirty="0"/>
              <a:t>Mastering OOP is foundational before moving to </a:t>
            </a:r>
            <a:r>
              <a:rPr lang="en-CA" b="1" dirty="0"/>
              <a:t>design patterns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provides the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blocks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design patterns provide the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refinements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CA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021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707D-52FC-AC1E-CA0D-9FD61716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D0B65-FFD5-75DA-7E50-54EDF9CF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6E6FF-464D-8C62-E4B0-252A69681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57200"/>
            <a:ext cx="83439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5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F4CCA-4A99-C575-FCB4-374A51D4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76C1F-E78F-7C16-2ACC-B72BE662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329B9C-B8F7-A09E-BFAC-2BC8F463D805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What is UML?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C4C8E3-C50A-0450-E1E7-572AF328D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92500" lnSpcReduction="20000"/>
          </a:bodyPr>
          <a:lstStyle/>
          <a:p>
            <a:r>
              <a:rPr lang="en-CA" b="1" dirty="0"/>
              <a:t>Unified Modeling Language (UML)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A standardized visual language for </a:t>
            </a:r>
            <a:r>
              <a:rPr lang="en-CA" b="1" dirty="0"/>
              <a:t>modeling, specifying, and documenting</a:t>
            </a:r>
            <a:r>
              <a:rPr lang="en-CA" dirty="0"/>
              <a:t> software systems.</a:t>
            </a:r>
          </a:p>
          <a:p>
            <a:r>
              <a:rPr lang="en-CA" b="1" dirty="0"/>
              <a:t>Purpose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Provide a </a:t>
            </a:r>
            <a:r>
              <a:rPr lang="en-CA" b="1" dirty="0"/>
              <a:t>common notation</a:t>
            </a:r>
            <a:r>
              <a:rPr lang="en-CA" dirty="0"/>
              <a:t> for developers, designers, and stakeholders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Visualize system structure and behavior </a:t>
            </a:r>
            <a:r>
              <a:rPr lang="en-CA" b="1" dirty="0"/>
              <a:t>before and during implementation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Bridge the gap between </a:t>
            </a:r>
            <a:r>
              <a:rPr lang="en-CA" b="1" dirty="0"/>
              <a:t>requirements → design → code</a:t>
            </a:r>
            <a:endParaRPr lang="en-CA" dirty="0"/>
          </a:p>
          <a:p>
            <a:r>
              <a:rPr lang="en-CA" b="1" dirty="0"/>
              <a:t>Key idea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UML is a </a:t>
            </a:r>
            <a:r>
              <a:rPr lang="en-CA" b="1" dirty="0"/>
              <a:t>modeling language</a:t>
            </a:r>
            <a:r>
              <a:rPr lang="en-CA" dirty="0"/>
              <a:t>, not a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666583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989A-F852-1BED-F97F-E07AE4C46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A4A27-7F4D-C6A8-6CA2-00783F3F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69D653-7465-3724-530F-A080222E57E8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Why Use UML?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281FE0-820E-CE8A-27C8-0F99F1871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lnSpcReduction="10000"/>
          </a:bodyPr>
          <a:lstStyle/>
          <a:p>
            <a:r>
              <a:rPr lang="en-CA" b="1" dirty="0"/>
              <a:t>Benefits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Improves </a:t>
            </a:r>
            <a:r>
              <a:rPr lang="en-CA" b="1" dirty="0"/>
              <a:t>communication</a:t>
            </a:r>
            <a:r>
              <a:rPr lang="en-CA" dirty="0"/>
              <a:t> within the team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Helps manage </a:t>
            </a:r>
            <a:r>
              <a:rPr lang="en-CA" b="1" dirty="0"/>
              <a:t>system complexity</a:t>
            </a:r>
            <a:r>
              <a:rPr lang="en-CA" dirty="0"/>
              <a:t> through abstraction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Supports </a:t>
            </a:r>
            <a:r>
              <a:rPr lang="en-CA" b="1" dirty="0"/>
              <a:t>design reasoning</a:t>
            </a:r>
            <a:r>
              <a:rPr lang="en-CA" dirty="0"/>
              <a:t> and early validation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Serves as </a:t>
            </a:r>
            <a:r>
              <a:rPr lang="en-CA" b="1" dirty="0"/>
              <a:t>documentation</a:t>
            </a:r>
            <a:r>
              <a:rPr lang="en-CA" dirty="0"/>
              <a:t> for maintenance and evolution</a:t>
            </a:r>
          </a:p>
          <a:p>
            <a:r>
              <a:rPr lang="en-CA" b="1" dirty="0"/>
              <a:t>When it’s useful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Designing system architecture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Explaining designs in lectures or meetings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Reverse-engineering existing codebases</a:t>
            </a:r>
          </a:p>
        </p:txBody>
      </p:sp>
    </p:spTree>
    <p:extLst>
      <p:ext uri="{BB962C8B-B14F-4D97-AF65-F5344CB8AC3E}">
        <p14:creationId xmlns:p14="http://schemas.microsoft.com/office/powerpoint/2010/main" val="148342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5E226-8610-DBC8-149E-ABD7A407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0828F-1675-A9DE-E9D7-D06DB78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B0253-07E4-6ACC-2B17-F427A63139BE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Main Categories of 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EC20DC-CF4D-A82A-80A5-58F483148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b="1" dirty="0"/>
              <a:t>Structural Diagrams (Static View)</a:t>
            </a:r>
            <a:endParaRPr lang="en-CA" dirty="0"/>
          </a:p>
          <a:p>
            <a:pPr marL="365125" indent="0">
              <a:buNone/>
            </a:pPr>
            <a:r>
              <a:rPr lang="en-CA" dirty="0"/>
              <a:t>Describe the </a:t>
            </a:r>
            <a:r>
              <a:rPr lang="en-CA" b="1" dirty="0"/>
              <a:t>structure</a:t>
            </a:r>
            <a:r>
              <a:rPr lang="en-CA" dirty="0"/>
              <a:t> of the system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Class Diagram (most important in OO design)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Object Diagram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Component Diagram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Deployment Diagram</a:t>
            </a:r>
            <a:br>
              <a:rPr lang="en-CA" dirty="0"/>
            </a:br>
            <a:endParaRPr lang="en-CA" dirty="0"/>
          </a:p>
          <a:p>
            <a:pPr marL="514350" indent="-514350">
              <a:buFont typeface="+mj-lt"/>
              <a:buAutoNum type="arabicPeriod" startAt="2"/>
            </a:pPr>
            <a:r>
              <a:rPr lang="en-CA" b="1" dirty="0"/>
              <a:t>Behavioral Diagrams (Dynamic View)</a:t>
            </a:r>
            <a:endParaRPr lang="en-CA" dirty="0"/>
          </a:p>
          <a:p>
            <a:pPr marL="0" indent="407988">
              <a:buNone/>
            </a:pPr>
            <a:r>
              <a:rPr lang="en-CA" dirty="0"/>
              <a:t>Describe </a:t>
            </a:r>
            <a:r>
              <a:rPr lang="en-CA" b="1" dirty="0"/>
              <a:t>how the system behaves over time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Use Case Diagram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Sequence Diagram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Activity Diagram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State Machine Diagram</a:t>
            </a:r>
          </a:p>
        </p:txBody>
      </p:sp>
    </p:spTree>
    <p:extLst>
      <p:ext uri="{BB962C8B-B14F-4D97-AF65-F5344CB8AC3E}">
        <p14:creationId xmlns:p14="http://schemas.microsoft.com/office/powerpoint/2010/main" val="286560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7D00-D266-3E2E-897D-7F89B982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F6CED-766F-D48E-0FB9-85576675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552810-D52B-1FA6-171A-B21745B642BC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Class Diagram (Core for OO Design)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4122F0-A0FD-6A53-67E3-56F6D9A85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70550"/>
          </a:xfrm>
        </p:spPr>
        <p:txBody>
          <a:bodyPr>
            <a:normAutofit fontScale="85000" lnSpcReduction="10000"/>
          </a:bodyPr>
          <a:lstStyle/>
          <a:p>
            <a:r>
              <a:rPr lang="en-CA" b="1" dirty="0"/>
              <a:t>Represents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Classes, attributes, methods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Relationships between classes</a:t>
            </a:r>
          </a:p>
          <a:p>
            <a:r>
              <a:rPr lang="en-CA" b="1" dirty="0"/>
              <a:t>Key relationships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b="1" dirty="0"/>
              <a:t>Association</a:t>
            </a:r>
            <a:r>
              <a:rPr lang="en-CA" dirty="0"/>
              <a:t> (uses/knows)</a:t>
            </a:r>
          </a:p>
          <a:p>
            <a:pPr lvl="1">
              <a:buFont typeface="Wingdings" pitchFamily="2" charset="2"/>
              <a:buChar char="Ø"/>
            </a:pPr>
            <a:r>
              <a:rPr lang="en-CA" b="1" dirty="0"/>
              <a:t>Aggregation / Composition</a:t>
            </a:r>
            <a:r>
              <a:rPr lang="en-CA" dirty="0"/>
              <a:t> (has-a)</a:t>
            </a:r>
          </a:p>
          <a:p>
            <a:pPr lvl="1">
              <a:buFont typeface="Wingdings" pitchFamily="2" charset="2"/>
              <a:buChar char="Ø"/>
            </a:pPr>
            <a:r>
              <a:rPr lang="en-CA" b="1" dirty="0"/>
              <a:t>Inheritance</a:t>
            </a:r>
            <a:r>
              <a:rPr lang="en-CA" dirty="0"/>
              <a:t> (is-a)</a:t>
            </a:r>
          </a:p>
          <a:p>
            <a:pPr lvl="1">
              <a:buFont typeface="Wingdings" pitchFamily="2" charset="2"/>
              <a:buChar char="Ø"/>
            </a:pPr>
            <a:r>
              <a:rPr lang="en-CA" b="1" dirty="0"/>
              <a:t>Dependency</a:t>
            </a:r>
            <a:r>
              <a:rPr lang="en-CA" dirty="0"/>
              <a:t> (temporary use)</a:t>
            </a:r>
          </a:p>
          <a:p>
            <a:r>
              <a:rPr lang="en-CA" b="1" dirty="0"/>
              <a:t>Example (conceptual)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Car ──has──&gt; Engine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Car ──is-a──&gt; Vehicle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Class diagrams are the </a:t>
            </a:r>
            <a:r>
              <a:rPr lang="en-CA" b="1" dirty="0"/>
              <a:t>backbone of OO design modeling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5625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5F786-78E9-4EE4-3826-E1E0D154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C611E-CC98-FD54-B160-8201D91C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D1A9C9-6ED3-94B7-74C9-6173224C12E4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Sequence Diagram (Interactions)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78DC4C-75C4-8DE8-193D-329CB1501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70550"/>
          </a:xfrm>
        </p:spPr>
        <p:txBody>
          <a:bodyPr>
            <a:normAutofit/>
          </a:bodyPr>
          <a:lstStyle/>
          <a:p>
            <a:r>
              <a:rPr lang="en-CA" b="1" dirty="0"/>
              <a:t>Focus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Object interactions </a:t>
            </a:r>
            <a:r>
              <a:rPr lang="en-CA" b="1" dirty="0"/>
              <a:t>over time</a:t>
            </a:r>
            <a:endParaRPr lang="en-CA" dirty="0"/>
          </a:p>
          <a:p>
            <a:r>
              <a:rPr lang="en-CA" b="1" dirty="0"/>
              <a:t>Key elements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Lifelines (objects)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Messages (method calls)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Time flows </a:t>
            </a:r>
            <a:r>
              <a:rPr lang="en-CA" b="1" dirty="0"/>
              <a:t>top → bottom</a:t>
            </a:r>
            <a:endParaRPr lang="en-CA" dirty="0"/>
          </a:p>
          <a:p>
            <a:r>
              <a:rPr lang="en-CA" b="1" dirty="0"/>
              <a:t>Use case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Understanding </a:t>
            </a:r>
            <a:r>
              <a:rPr lang="en-CA" b="1" dirty="0"/>
              <a:t>runtime behavior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Designing collaborations between objects	</a:t>
            </a:r>
          </a:p>
        </p:txBody>
      </p:sp>
    </p:spTree>
    <p:extLst>
      <p:ext uri="{BB962C8B-B14F-4D97-AF65-F5344CB8AC3E}">
        <p14:creationId xmlns:p14="http://schemas.microsoft.com/office/powerpoint/2010/main" val="344853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3C224-451B-297D-39E2-A4D2CB0F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44441-9FFC-276E-0BE9-ADDBDB45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7F4BF2-E753-46B4-F1CA-24BD81B4A1D1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Use Case Diagram (User Perspective)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A55EBB-F0AA-AE96-22B1-F33B25C22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70550"/>
          </a:xfrm>
        </p:spPr>
        <p:txBody>
          <a:bodyPr>
            <a:normAutofit/>
          </a:bodyPr>
          <a:lstStyle/>
          <a:p>
            <a:r>
              <a:rPr lang="en-CA" b="1" dirty="0"/>
              <a:t>Focus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System functionality from the </a:t>
            </a:r>
            <a:r>
              <a:rPr lang="en-CA" b="1" dirty="0"/>
              <a:t>user’s point of view</a:t>
            </a:r>
            <a:endParaRPr lang="en-CA" dirty="0"/>
          </a:p>
          <a:p>
            <a:r>
              <a:rPr lang="en-CA" b="1" dirty="0"/>
              <a:t>Elements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Actors (users or external systems)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Use cases (functionalities)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Relationships (include, extend)</a:t>
            </a:r>
          </a:p>
          <a:p>
            <a:r>
              <a:rPr lang="en-CA" b="1" dirty="0"/>
              <a:t>Purpose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Capture </a:t>
            </a:r>
            <a:r>
              <a:rPr lang="en-CA" b="1" dirty="0"/>
              <a:t>functional requirements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Define system scope at a high level</a:t>
            </a:r>
          </a:p>
        </p:txBody>
      </p:sp>
    </p:spTree>
    <p:extLst>
      <p:ext uri="{BB962C8B-B14F-4D97-AF65-F5344CB8AC3E}">
        <p14:creationId xmlns:p14="http://schemas.microsoft.com/office/powerpoint/2010/main" val="2284559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D957-305D-A982-68B0-18CEC585C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43DF-7909-687F-644F-46072301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ACD90-C0E5-9E31-B098-E3263A26EB4B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UML and Java (Mapping)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8587C5-3A9A-DA5A-7D3F-68B7804D9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70550"/>
          </a:xfrm>
        </p:spPr>
        <p:txBody>
          <a:bodyPr>
            <a:normAutofit/>
          </a:bodyPr>
          <a:lstStyle/>
          <a:p>
            <a:r>
              <a:rPr lang="en-CA" b="1" dirty="0"/>
              <a:t>Class Diagram → Java Code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Class → class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Attributes → fields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Methods → functions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Inheritance → extends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Interface realization → implements</a:t>
            </a:r>
          </a:p>
          <a:p>
            <a:r>
              <a:rPr lang="en-CA" b="1" dirty="0"/>
              <a:t>Example mapping</a:t>
            </a:r>
            <a:endParaRPr lang="en-CA" dirty="0"/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UML:     Car ──|&gt; Vehicle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Java:    class Car extends Vehicle</a:t>
            </a:r>
          </a:p>
        </p:txBody>
      </p:sp>
    </p:spTree>
    <p:extLst>
      <p:ext uri="{BB962C8B-B14F-4D97-AF65-F5344CB8AC3E}">
        <p14:creationId xmlns:p14="http://schemas.microsoft.com/office/powerpoint/2010/main" val="1566950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CB85-34AE-B4F9-31D0-48BD11B9A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B010F-0075-6073-6C1A-A55648C0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D7D48C-D5B8-3BF9-C7B0-19236E3353AB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Best Practices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FCC2A1-2CAF-F83F-60E8-86692CC58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70550"/>
          </a:xfrm>
        </p:spPr>
        <p:txBody>
          <a:bodyPr>
            <a:normAutofit/>
          </a:bodyPr>
          <a:lstStyle/>
          <a:p>
            <a:pPr lvl="0"/>
            <a:r>
              <a:rPr lang="en-CA" dirty="0"/>
              <a:t>Keep diagrams </a:t>
            </a:r>
            <a:r>
              <a:rPr lang="en-CA" b="1" dirty="0"/>
              <a:t>simple and focused</a:t>
            </a:r>
            <a:endParaRPr lang="en-CA" dirty="0"/>
          </a:p>
          <a:p>
            <a:pPr lvl="0"/>
            <a:r>
              <a:rPr lang="en-CA" dirty="0"/>
              <a:t>Use UML to </a:t>
            </a:r>
            <a:r>
              <a:rPr lang="en-CA" b="1" dirty="0"/>
              <a:t>clarify design</a:t>
            </a:r>
            <a:r>
              <a:rPr lang="en-CA" dirty="0"/>
              <a:t>, not to over-document</a:t>
            </a:r>
          </a:p>
          <a:p>
            <a:pPr lvl="0"/>
            <a:r>
              <a:rPr lang="en-CA" dirty="0"/>
              <a:t>Combine multiple diagrams for different perspectives</a:t>
            </a:r>
          </a:p>
          <a:p>
            <a:pPr lvl="0"/>
            <a:r>
              <a:rPr lang="en-CA" dirty="0"/>
              <a:t>Update diagrams as design evolves</a:t>
            </a:r>
          </a:p>
        </p:txBody>
      </p:sp>
    </p:spTree>
    <p:extLst>
      <p:ext uri="{BB962C8B-B14F-4D97-AF65-F5344CB8AC3E}">
        <p14:creationId xmlns:p14="http://schemas.microsoft.com/office/powerpoint/2010/main" val="930569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00E8C-964D-34B6-CF4E-E5BD2756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C9035-E65F-30C3-54A4-943CCA2C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AA74E8-2730-1D4A-97E5-7685569E766E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Big Picture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577914-2F52-1ABC-0948-7A2B9E038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70550"/>
          </a:xfrm>
        </p:spPr>
        <p:txBody>
          <a:bodyPr>
            <a:normAutofit/>
          </a:bodyPr>
          <a:lstStyle/>
          <a:p>
            <a:pPr lvl="0"/>
            <a:r>
              <a:rPr lang="en-CA" dirty="0"/>
              <a:t>UML helps visualize both </a:t>
            </a:r>
            <a:r>
              <a:rPr lang="en-CA" b="1" dirty="0"/>
              <a:t>structure and behavior</a:t>
            </a:r>
            <a:endParaRPr lang="en-CA" dirty="0"/>
          </a:p>
          <a:p>
            <a:pPr lvl="0"/>
            <a:r>
              <a:rPr lang="en-CA" dirty="0"/>
              <a:t>Essential for </a:t>
            </a:r>
            <a:r>
              <a:rPr lang="en-CA" b="1" dirty="0"/>
              <a:t>OO analysis and design</a:t>
            </a:r>
            <a:endParaRPr lang="en-CA" dirty="0"/>
          </a:p>
          <a:p>
            <a:pPr lvl="0"/>
            <a:r>
              <a:rPr lang="en-CA" dirty="0"/>
              <a:t>Complements code by providing a </a:t>
            </a:r>
            <a:r>
              <a:rPr lang="en-CA" b="1" dirty="0"/>
              <a:t>higher-level view</a:t>
            </a:r>
          </a:p>
          <a:p>
            <a:pPr lvl="0"/>
            <a:endParaRPr lang="en-CA" b="1" dirty="0"/>
          </a:p>
          <a:p>
            <a:pPr marL="0" lvl="0" indent="0" algn="ctr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UML models don’t replace code—they help you write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code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01019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AF56-00C0-5701-99CB-248BD9949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07024-CC26-4CAF-561E-B61BDECC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EDA8D-7A98-7A18-6A72-D1DA5396F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1000"/>
            <a:ext cx="84582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5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FEA68-997B-2613-EEE9-88A5F3C8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47AE5-71AA-F8BC-E150-6098B98E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7A24FA0-5A0D-8CB1-B73E-87E64563F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What are Design Patterns?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Reusable, proven solutions to recurring design problems in object-oriented systems.</a:t>
            </a:r>
          </a:p>
          <a:p>
            <a:pPr lvl="1">
              <a:buFont typeface="Wingdings" pitchFamily="2" charset="2"/>
              <a:buChar char="Ø"/>
            </a:pPr>
            <a:endParaRPr lang="en-US" sz="2800" dirty="0"/>
          </a:p>
          <a:p>
            <a:r>
              <a:rPr lang="en-US" sz="2800" dirty="0"/>
              <a:t>Why they are important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Provide a shared vocabulary (e.g., “Factory”, “Observer”) for communicating design ideas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Promote best practices and reduce reinventing solutions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Improve maintainability and scalability of software systems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Capture expert knowledge and design trade-offs</a:t>
            </a:r>
          </a:p>
          <a:p>
            <a:pPr marL="457200" lvl="1" indent="0">
              <a:buNone/>
            </a:pPr>
            <a:endParaRPr lang="en-US" sz="2800" dirty="0"/>
          </a:p>
          <a:p>
            <a:r>
              <a:rPr lang="en-US" sz="2800" dirty="0"/>
              <a:t>Key idea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Patterns are not code templates—they are design abstractions that guide structure and collaboration.</a:t>
            </a:r>
          </a:p>
          <a:p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1E686-6C5D-CE0A-18EB-87645A2F21F4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Why Design Patterns Matter</a:t>
            </a:r>
          </a:p>
        </p:txBody>
      </p:sp>
    </p:spTree>
    <p:extLst>
      <p:ext uri="{BB962C8B-B14F-4D97-AF65-F5344CB8AC3E}">
        <p14:creationId xmlns:p14="http://schemas.microsoft.com/office/powerpoint/2010/main" val="50990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AC60-5489-3D89-4D41-CEE9311B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6EEFC-E871-5F71-0A7C-DB0BB22F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9132A82-AC69-BD58-9220-A7A3488B9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Common challenges in OO design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Tight coupling between classes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Code duplication and poor reuse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Difficulty adapting to change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Complex object creation or interaction logic</a:t>
            </a:r>
          </a:p>
          <a:p>
            <a:pPr lvl="1">
              <a:buFont typeface="Wingdings" pitchFamily="2" charset="2"/>
              <a:buChar char="Ø"/>
            </a:pPr>
            <a:endParaRPr lang="en-US" sz="2800" dirty="0"/>
          </a:p>
          <a:p>
            <a:r>
              <a:rPr lang="en-US" sz="2800" dirty="0"/>
              <a:t>How patterns help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Encourage loose coupling and high cohesion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Support flexibility and extensibility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Encapsulate what varies in a system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Provide clear separation of concerns</a:t>
            </a:r>
          </a:p>
          <a:p>
            <a:pPr lvl="1">
              <a:buFont typeface="Wingdings" pitchFamily="2" charset="2"/>
              <a:buChar char="Ø"/>
            </a:pPr>
            <a:endParaRPr lang="en-US" sz="2800" dirty="0"/>
          </a:p>
          <a:p>
            <a:r>
              <a:rPr lang="en-US" sz="2800" dirty="0"/>
              <a:t>Example intuition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Instead of hardcoding object creation → use Factory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Instead of polling for changes → use Observer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A413B2-AA82-C2BB-5620-A1AE2049D66C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 for Using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640284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726F-C493-845E-AF7A-A6562E5F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3935A-410E-B26A-3AB3-B8214D71B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54CD755-24BD-66D4-20D4-3D8099656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3220"/>
            <a:ext cx="9144000" cy="60299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Design patterns are typically grouped into three main categories:</a:t>
            </a:r>
          </a:p>
          <a:p>
            <a:r>
              <a:rPr lang="en-US" sz="2800" b="1" dirty="0"/>
              <a:t>Creational</a:t>
            </a:r>
            <a:r>
              <a:rPr lang="en-US" sz="2800" dirty="0"/>
              <a:t> Patterns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Purpose</a:t>
            </a:r>
            <a:r>
              <a:rPr lang="en-US" sz="2400" dirty="0"/>
              <a:t>: Object creation mechanisms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Goal</a:t>
            </a:r>
            <a:r>
              <a:rPr lang="en-US" sz="2400" dirty="0"/>
              <a:t>: Decouple what is created from how it is created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Examples</a:t>
            </a:r>
            <a:r>
              <a:rPr lang="en-US" sz="2400" dirty="0"/>
              <a:t>: Singleton, Factory Method, Abstract Factory, Builder, Prototype</a:t>
            </a:r>
          </a:p>
          <a:p>
            <a:pPr lvl="1">
              <a:buFont typeface="Wingdings" pitchFamily="2" charset="2"/>
              <a:buChar char="Ø"/>
            </a:pPr>
            <a:endParaRPr lang="en-US" sz="2800" dirty="0"/>
          </a:p>
          <a:p>
            <a:r>
              <a:rPr lang="en-US" sz="2800" b="1" dirty="0"/>
              <a:t>Structural</a:t>
            </a:r>
            <a:r>
              <a:rPr lang="en-US" sz="2800" dirty="0"/>
              <a:t> Patterns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Purpose</a:t>
            </a:r>
            <a:r>
              <a:rPr lang="en-US" sz="2400" dirty="0"/>
              <a:t>: Class and object composition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Goal</a:t>
            </a:r>
            <a:r>
              <a:rPr lang="en-US" sz="2400" dirty="0"/>
              <a:t>: Build flexible and efficient structures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Examples</a:t>
            </a:r>
            <a:r>
              <a:rPr lang="en-US" sz="2400" dirty="0"/>
              <a:t>: Adapter, Decorator, Composite, Facade, Proxy</a:t>
            </a:r>
          </a:p>
          <a:p>
            <a:pPr lvl="1">
              <a:buFont typeface="Wingdings" pitchFamily="2" charset="2"/>
              <a:buChar char="Ø"/>
            </a:pPr>
            <a:endParaRPr lang="en-US" sz="2800" dirty="0"/>
          </a:p>
          <a:p>
            <a:r>
              <a:rPr lang="en-US" sz="2800" b="1" dirty="0"/>
              <a:t>Behavioral</a:t>
            </a:r>
            <a:r>
              <a:rPr lang="en-US" sz="2800" dirty="0"/>
              <a:t> Patterns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Purpose</a:t>
            </a:r>
            <a:r>
              <a:rPr lang="en-US" sz="2400" dirty="0"/>
              <a:t>: Object interaction and responsibility distribution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Goal</a:t>
            </a:r>
            <a:r>
              <a:rPr lang="en-US" sz="2400" dirty="0"/>
              <a:t>: Manage communication and behavior among objects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Examples</a:t>
            </a:r>
            <a:r>
              <a:rPr lang="en-US" sz="2400" dirty="0"/>
              <a:t>: Observer, Strategy, Command, State, Iterator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677640-2DA8-DDC5-B6DD-644E7E46099A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Categories of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360821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B074-9C08-9180-EC16-1117CDBE9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07FB7-8448-0836-759A-127E4E3A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83A067-C575-726B-4ABE-33B98233C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23220"/>
            <a:ext cx="8839200" cy="328678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Design patterns help transition</a:t>
            </a:r>
          </a:p>
          <a:p>
            <a:pPr marL="0" indent="0" algn="ctr">
              <a:buNone/>
            </a:pPr>
            <a:r>
              <a:rPr lang="en-US" sz="2800" dirty="0"/>
              <a:t>basic OOP → robust software design</a:t>
            </a:r>
          </a:p>
          <a:p>
            <a:pPr marL="0" indent="0" algn="ctr">
              <a:buNone/>
            </a:pPr>
            <a:endParaRPr lang="en-US" sz="2800" dirty="0"/>
          </a:p>
          <a:p>
            <a:r>
              <a:rPr lang="en-US" sz="2800" dirty="0"/>
              <a:t>They encode design principles (e.g., Open/Closed Principle, Dependency Inversion)</a:t>
            </a:r>
          </a:p>
          <a:p>
            <a:endParaRPr lang="en-US" sz="2800" dirty="0"/>
          </a:p>
          <a:p>
            <a:r>
              <a:rPr lang="en-US" sz="2800" dirty="0"/>
              <a:t>Choosing the right pattern is about understanding trade-offs, not memorization</a:t>
            </a:r>
          </a:p>
          <a:p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F19DE-AE89-067A-939E-69A0A2ACE387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Big Picture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CCE26-5E78-B8F3-3185-1E03CFD0D8A2}"/>
              </a:ext>
            </a:extLst>
          </p:cNvPr>
          <p:cNvSpPr txBox="1"/>
          <p:nvPr/>
        </p:nvSpPr>
        <p:spPr>
          <a:xfrm>
            <a:off x="457200" y="4159844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Good design is not about using many patterns—it is about using the </a:t>
            </a:r>
            <a:r>
              <a:rPr lang="en-CA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right pattern when needed</a:t>
            </a:r>
            <a:r>
              <a:rPr lang="en-CA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CA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82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C039-9BB3-5059-B9F8-25AFF8BB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42CAD-CF74-AC13-873A-CD3C50E4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CFA574-36FD-6451-F103-9B8BF0356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0" y="381000"/>
            <a:ext cx="84582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98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FC67E-B75C-9389-6445-FFBF122BB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74988-DF79-7D5F-313D-EB2C9AD95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73F0C57-237E-6382-9900-F7636E526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sz="3600" b="1" dirty="0"/>
              <a:t>GRASP (General Responsibility Assignment Software Patterns)</a:t>
            </a:r>
            <a:endParaRPr lang="en-CA" sz="3600" dirty="0"/>
          </a:p>
          <a:p>
            <a:pPr marL="457200" lvl="1" indent="0">
              <a:buNone/>
            </a:pPr>
            <a:r>
              <a:rPr lang="en-CA" sz="3200" dirty="0"/>
              <a:t>A set of principles for assigning responsibilities in OO design.</a:t>
            </a:r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Introduced by Craig Larman</a:t>
            </a:r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Focus: </a:t>
            </a:r>
            <a:r>
              <a:rPr lang="en-CA" sz="3200" i="1" dirty="0"/>
              <a:t>who should do what?</a:t>
            </a:r>
            <a:endParaRPr lang="en-CA" sz="3200" dirty="0"/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Goal: maintainable, flexible, and understandable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94287B-ED75-E373-9BFC-994AC52F1629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What is GRASP?</a:t>
            </a:r>
          </a:p>
        </p:txBody>
      </p:sp>
    </p:spTree>
    <p:extLst>
      <p:ext uri="{BB962C8B-B14F-4D97-AF65-F5344CB8AC3E}">
        <p14:creationId xmlns:p14="http://schemas.microsoft.com/office/powerpoint/2010/main" val="411321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ABFF-FED8-35ED-44FE-7800C921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10302-2931-897B-84E2-66F0671A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7C3B3B3-CD74-B64A-F990-903204280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sz="3600" dirty="0"/>
              <a:t>Without clear responsibility assignment:</a:t>
            </a:r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Classes become overloaded (low cohesion)</a:t>
            </a:r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Systems become rigid (high coupling)</a:t>
            </a:r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Changes ripple across code</a:t>
            </a:r>
          </a:p>
          <a:p>
            <a:pPr marL="457200" lvl="1" indent="0">
              <a:buNone/>
            </a:pPr>
            <a:endParaRPr lang="en-CA" sz="3200" dirty="0"/>
          </a:p>
          <a:p>
            <a:r>
              <a:rPr lang="en-CA" sz="3600" b="1" dirty="0"/>
              <a:t>GRASP helps you:</a:t>
            </a:r>
            <a:endParaRPr lang="en-CA" sz="3600" dirty="0"/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Make better design decisions</a:t>
            </a:r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Reduce complexity</a:t>
            </a:r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Improve extensibility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E29411-4637-4D03-D2B4-069D34540F58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Why GRASP?</a:t>
            </a:r>
          </a:p>
        </p:txBody>
      </p:sp>
    </p:spTree>
    <p:extLst>
      <p:ext uri="{BB962C8B-B14F-4D97-AF65-F5344CB8AC3E}">
        <p14:creationId xmlns:p14="http://schemas.microsoft.com/office/powerpoint/2010/main" val="143269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351E3-A728-6370-3CED-33B5096B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18BD4-6E80-A79C-76CB-D0ECC210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8A1A968-1C55-0234-CFAE-D5D0FBD39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CA" sz="3600" dirty="0"/>
              <a:t>Information Expert</a:t>
            </a:r>
          </a:p>
          <a:p>
            <a:pPr lvl="0">
              <a:buFont typeface="Wingdings" pitchFamily="2" charset="2"/>
              <a:buChar char="Ø"/>
            </a:pPr>
            <a:r>
              <a:rPr lang="en-CA" sz="3600" dirty="0"/>
              <a:t>Creator</a:t>
            </a:r>
          </a:p>
          <a:p>
            <a:pPr lvl="0">
              <a:buFont typeface="Wingdings" pitchFamily="2" charset="2"/>
              <a:buChar char="Ø"/>
            </a:pPr>
            <a:r>
              <a:rPr lang="en-CA" sz="3600" dirty="0"/>
              <a:t>Controller</a:t>
            </a:r>
          </a:p>
          <a:p>
            <a:pPr lvl="0">
              <a:buFont typeface="Wingdings" pitchFamily="2" charset="2"/>
              <a:buChar char="Ø"/>
            </a:pPr>
            <a:r>
              <a:rPr lang="en-CA" sz="3600" dirty="0"/>
              <a:t>Low Coupling</a:t>
            </a:r>
          </a:p>
          <a:p>
            <a:pPr lvl="0">
              <a:buFont typeface="Wingdings" pitchFamily="2" charset="2"/>
              <a:buChar char="Ø"/>
            </a:pPr>
            <a:r>
              <a:rPr lang="en-CA" sz="3600" dirty="0"/>
              <a:t>High Cohesion</a:t>
            </a:r>
          </a:p>
          <a:p>
            <a:pPr lvl="0">
              <a:buFont typeface="Wingdings" pitchFamily="2" charset="2"/>
              <a:buChar char="Ø"/>
            </a:pPr>
            <a:r>
              <a:rPr lang="en-CA" sz="3600" dirty="0"/>
              <a:t>Polymorphism</a:t>
            </a:r>
          </a:p>
          <a:p>
            <a:pPr lvl="0">
              <a:buFont typeface="Wingdings" pitchFamily="2" charset="2"/>
              <a:buChar char="Ø"/>
            </a:pPr>
            <a:r>
              <a:rPr lang="en-CA" sz="3600" dirty="0"/>
              <a:t>Indirection</a:t>
            </a:r>
          </a:p>
          <a:p>
            <a:pPr lvl="0">
              <a:buFont typeface="Wingdings" pitchFamily="2" charset="2"/>
              <a:buChar char="Ø"/>
            </a:pPr>
            <a:r>
              <a:rPr lang="en-CA" sz="3600" dirty="0"/>
              <a:t>Pure Fabrication</a:t>
            </a:r>
          </a:p>
          <a:p>
            <a:pPr lvl="0">
              <a:buFont typeface="Wingdings" pitchFamily="2" charset="2"/>
              <a:buChar char="Ø"/>
            </a:pPr>
            <a:r>
              <a:rPr lang="en-CA" sz="3600" dirty="0"/>
              <a:t>Protected Variations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475DD0-B6C0-3BEA-B1FD-00F135F4909D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The 9 GRASP Principles</a:t>
            </a:r>
          </a:p>
        </p:txBody>
      </p:sp>
    </p:spTree>
    <p:extLst>
      <p:ext uri="{BB962C8B-B14F-4D97-AF65-F5344CB8AC3E}">
        <p14:creationId xmlns:p14="http://schemas.microsoft.com/office/powerpoint/2010/main" val="916027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5AA93-64D5-A11B-A86B-6202745BC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CAC2A-BC07-777C-A704-82CDB83A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051CE9F-5D28-08DD-A274-1FB18E38E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33400"/>
            <a:ext cx="8763000" cy="6029980"/>
          </a:xfrm>
        </p:spPr>
        <p:txBody>
          <a:bodyPr>
            <a:normAutofit/>
          </a:bodyPr>
          <a:lstStyle/>
          <a:p>
            <a:r>
              <a:rPr lang="en-CA" sz="3600" dirty="0"/>
              <a:t>Assign responsibility to the class with the data.</a:t>
            </a:r>
          </a:p>
          <a:p>
            <a:pPr marL="0" indent="0">
              <a:buNone/>
            </a:pPr>
            <a:endParaRPr lang="en-CA" sz="3600" dirty="0"/>
          </a:p>
          <a:p>
            <a:pPr marL="0" indent="0">
              <a:buNone/>
            </a:pPr>
            <a:r>
              <a:rPr lang="en-CA" sz="3600" dirty="0"/>
              <a:t>	✔ Order calculates total</a:t>
            </a:r>
            <a:br>
              <a:rPr lang="en-CA" sz="3600" dirty="0"/>
            </a:br>
            <a:endParaRPr lang="en-CA" sz="3600" dirty="0"/>
          </a:p>
          <a:p>
            <a:pPr marL="0" indent="0">
              <a:buNone/>
            </a:pPr>
            <a:r>
              <a:rPr lang="en-CA" sz="3600" dirty="0"/>
              <a:t>	❌ UI or external class does 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A175D-9EFE-6166-DD3F-CA1E9D1FC5E8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Information Expert</a:t>
            </a:r>
          </a:p>
        </p:txBody>
      </p:sp>
    </p:spTree>
    <p:extLst>
      <p:ext uri="{BB962C8B-B14F-4D97-AF65-F5344CB8AC3E}">
        <p14:creationId xmlns:p14="http://schemas.microsoft.com/office/powerpoint/2010/main" val="3079161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33308-EFD8-10A2-F4D6-958CC546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CBCE7-EDAC-B060-88F3-E7D7AA0A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FBCDA9A-FDB6-1FBE-17AE-81CCC0FD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sz="3600" dirty="0"/>
              <a:t>A class creates objects it closely uses.</a:t>
            </a:r>
          </a:p>
          <a:p>
            <a:endParaRPr lang="en-CA" sz="3600" dirty="0"/>
          </a:p>
          <a:p>
            <a:pPr marL="0" indent="0">
              <a:buNone/>
            </a:pPr>
            <a:r>
              <a:rPr lang="en-CA" sz="3600" dirty="0"/>
              <a:t>	✔ Order creates </a:t>
            </a:r>
            <a:r>
              <a:rPr lang="en-CA" sz="3600" dirty="0" err="1"/>
              <a:t>OrderItem</a:t>
            </a:r>
            <a:br>
              <a:rPr lang="en-CA" sz="3600" dirty="0"/>
            </a:br>
            <a:endParaRPr lang="en-CA" sz="3600" dirty="0"/>
          </a:p>
          <a:p>
            <a:pPr marL="0" indent="0">
              <a:buNone/>
            </a:pPr>
            <a:r>
              <a:rPr lang="en-CA" sz="3600" dirty="0"/>
              <a:t>	✔ </a:t>
            </a:r>
            <a:r>
              <a:rPr lang="en-CA" sz="3600" dirty="0" err="1"/>
              <a:t>OrderItem</a:t>
            </a:r>
            <a:r>
              <a:rPr lang="en-CA" sz="3600" dirty="0"/>
              <a:t> references Product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C0A86B-C215-293B-DD38-64B5C33F2FB9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Creator</a:t>
            </a:r>
          </a:p>
        </p:txBody>
      </p:sp>
    </p:spTree>
    <p:extLst>
      <p:ext uri="{BB962C8B-B14F-4D97-AF65-F5344CB8AC3E}">
        <p14:creationId xmlns:p14="http://schemas.microsoft.com/office/powerpoint/2010/main" val="250781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E0AAB-D4E6-3A81-2370-DC3CFBB8F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EC69-9D09-000D-61E1-926EC8AF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0B00260-64A1-203A-A930-9DB4B6B6B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sz="3600" dirty="0"/>
              <a:t>Handle system events outside UI.</a:t>
            </a:r>
          </a:p>
          <a:p>
            <a:pPr marL="0" indent="0">
              <a:buNone/>
            </a:pPr>
            <a:endParaRPr lang="en-CA" sz="3600" dirty="0"/>
          </a:p>
          <a:p>
            <a:pPr marL="0" indent="0">
              <a:buNone/>
            </a:pPr>
            <a:r>
              <a:rPr lang="en-CA" sz="3600" dirty="0"/>
              <a:t>	✔ </a:t>
            </a:r>
            <a:r>
              <a:rPr lang="en-CA" sz="3600" dirty="0" err="1"/>
              <a:t>OrderController.placeOrder</a:t>
            </a:r>
            <a:r>
              <a:rPr lang="en-CA" sz="3600" dirty="0"/>
              <a:t>()</a:t>
            </a:r>
            <a:br>
              <a:rPr lang="en-CA" sz="3600" dirty="0"/>
            </a:br>
            <a:endParaRPr lang="en-CA" sz="3600" dirty="0"/>
          </a:p>
          <a:p>
            <a:pPr marL="0" indent="0">
              <a:buNone/>
            </a:pPr>
            <a:r>
              <a:rPr lang="en-CA" sz="3600" dirty="0"/>
              <a:t>	❌ UI directly managing business logic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D9A5F5-7BAD-18B7-8E23-6AD8654E5239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34691172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2C1D-B094-78F5-01ED-FAD45624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F605-D782-C1DF-7A23-EC5CE814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3627D3-A554-2D48-2028-C35D72835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sz="3600" b="1" dirty="0"/>
              <a:t>Low Coupling</a:t>
            </a:r>
            <a:endParaRPr lang="en-CA" sz="3600" dirty="0"/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Minimize dependencies between classes</a:t>
            </a:r>
          </a:p>
          <a:p>
            <a:r>
              <a:rPr lang="en-CA" sz="3600" b="1" dirty="0"/>
              <a:t>High Cohesion</a:t>
            </a:r>
            <a:endParaRPr lang="en-CA" sz="3600" dirty="0"/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Keep classes focused and simple</a:t>
            </a:r>
          </a:p>
          <a:p>
            <a:pPr marL="0" indent="0">
              <a:buNone/>
            </a:pPr>
            <a:endParaRPr lang="en-CA" sz="3600" dirty="0"/>
          </a:p>
          <a:p>
            <a:pPr marL="0" indent="0">
              <a:buNone/>
            </a:pPr>
            <a:r>
              <a:rPr lang="en-CA" sz="3600" dirty="0"/>
              <a:t>	✔ Small, focused classes</a:t>
            </a:r>
            <a:br>
              <a:rPr lang="en-CA" sz="3600" dirty="0"/>
            </a:br>
            <a:endParaRPr lang="en-CA" sz="3600" dirty="0"/>
          </a:p>
          <a:p>
            <a:pPr marL="0" indent="0">
              <a:buNone/>
            </a:pPr>
            <a:r>
              <a:rPr lang="en-CA" sz="3600" dirty="0"/>
              <a:t>	✔ Easier maintenance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C0E3D-A45A-862D-D792-B4EAEAF09B00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Low Coupling &amp; High Cohesion</a:t>
            </a:r>
          </a:p>
        </p:txBody>
      </p:sp>
    </p:spTree>
    <p:extLst>
      <p:ext uri="{BB962C8B-B14F-4D97-AF65-F5344CB8AC3E}">
        <p14:creationId xmlns:p14="http://schemas.microsoft.com/office/powerpoint/2010/main" val="720334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347D4-F9A2-F001-7643-A287DDF7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56140-4101-C695-744F-2B875AF5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EA3E60F-B3C3-3E8A-D5EA-E8B997AC0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sz="3600" dirty="0"/>
              <a:t>Replace conditionals with dynamic behavior.</a:t>
            </a:r>
          </a:p>
          <a:p>
            <a:pPr marL="0" indent="0">
              <a:buNone/>
            </a:pPr>
            <a:endParaRPr lang="en-CA" sz="3600" dirty="0"/>
          </a:p>
          <a:p>
            <a:pPr marL="0" indent="0">
              <a:buNone/>
            </a:pPr>
            <a:r>
              <a:rPr lang="en-CA" sz="3600" dirty="0"/>
              <a:t>	</a:t>
            </a:r>
            <a:r>
              <a:rPr lang="en-CA" sz="2800" dirty="0"/>
              <a:t>❌ </a:t>
            </a:r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CA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paymentType</a:t>
            </a:r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“</a:t>
            </a:r>
            <a:r>
              <a:rPr lang="en-CA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CreditCard</a:t>
            </a:r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  <a:r>
              <a:rPr lang="en-CA" sz="2800" dirty="0"/>
              <a:t> …</a:t>
            </a:r>
            <a:br>
              <a:rPr lang="en-CA" sz="2800" dirty="0"/>
            </a:br>
            <a:r>
              <a:rPr lang="en-CA" sz="2800" dirty="0"/>
              <a:t>	</a:t>
            </a:r>
          </a:p>
          <a:p>
            <a:pPr marL="0" indent="0">
              <a:buNone/>
            </a:pPr>
            <a:r>
              <a:rPr lang="en-CA" sz="2800" dirty="0"/>
              <a:t>	✔ </a:t>
            </a:r>
            <a:r>
              <a:rPr lang="en-CA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payment.process</a:t>
            </a:r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CA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2827AB-009A-796F-B4FA-80CE77C2DB10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2579599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A2713-6290-37E1-FE25-A6C355E1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A108A-827C-A40F-4E40-880A21CC0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CCD0054-DBD6-6176-0F92-85257AB40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sz="3600" b="1" dirty="0"/>
              <a:t>Indirection</a:t>
            </a:r>
            <a:endParaRPr lang="en-CA" sz="3600" dirty="0"/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Add an intermediate class to reduce dependency</a:t>
            </a:r>
          </a:p>
          <a:p>
            <a:r>
              <a:rPr lang="en-CA" sz="3600" b="1" dirty="0"/>
              <a:t>Pure Fabrication</a:t>
            </a:r>
            <a:endParaRPr lang="en-CA" sz="3600" dirty="0"/>
          </a:p>
          <a:p>
            <a:pPr lvl="1">
              <a:buFont typeface="Wingdings" pitchFamily="2" charset="2"/>
              <a:buChar char="Ø"/>
            </a:pPr>
            <a:r>
              <a:rPr lang="en-CA" sz="3200" dirty="0"/>
              <a:t>Create artificial classes for better design</a:t>
            </a:r>
          </a:p>
          <a:p>
            <a:pPr marL="0" indent="0">
              <a:buNone/>
            </a:pPr>
            <a:endParaRPr lang="en-CA" sz="3600" dirty="0"/>
          </a:p>
          <a:p>
            <a:pPr marL="0" indent="0">
              <a:buNone/>
            </a:pPr>
            <a:r>
              <a:rPr lang="en-CA" sz="3600" dirty="0"/>
              <a:t>	✔ </a:t>
            </a:r>
            <a:r>
              <a:rPr lang="en-CA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PaymentService</a:t>
            </a:r>
            <a:br>
              <a:rPr lang="en-CA" sz="3600" dirty="0"/>
            </a:br>
            <a:r>
              <a:rPr lang="en-CA" sz="3600" dirty="0"/>
              <a:t>	</a:t>
            </a:r>
          </a:p>
          <a:p>
            <a:pPr marL="0" indent="0">
              <a:buNone/>
            </a:pPr>
            <a:r>
              <a:rPr lang="en-CA" sz="3600" dirty="0"/>
              <a:t>	✔ </a:t>
            </a:r>
            <a:r>
              <a:rPr lang="en-CA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PersistenceService</a:t>
            </a:r>
            <a:endParaRPr lang="en-CA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17AD6A-5AB6-C848-D2CC-04FFC6DF658B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Indirection &amp; Pure Fabrication</a:t>
            </a:r>
          </a:p>
        </p:txBody>
      </p:sp>
    </p:spTree>
    <p:extLst>
      <p:ext uri="{BB962C8B-B14F-4D97-AF65-F5344CB8AC3E}">
        <p14:creationId xmlns:p14="http://schemas.microsoft.com/office/powerpoint/2010/main" val="1461804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DD7BF-AACE-45F3-E8F8-BFC3E62A4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42ECA-F18B-8A43-6849-A84F0173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5641A04-877F-C8E2-6361-E7B50F8A0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sz="3600" dirty="0"/>
              <a:t>Encapsulate parts likely to change.</a:t>
            </a:r>
          </a:p>
          <a:p>
            <a:pPr marL="0" indent="0">
              <a:buNone/>
            </a:pPr>
            <a:endParaRPr lang="en-CA" sz="3600" dirty="0"/>
          </a:p>
          <a:p>
            <a:pPr marL="0" indent="0">
              <a:buNone/>
            </a:pPr>
            <a:r>
              <a:rPr lang="en-CA" sz="3600" dirty="0"/>
              <a:t>	✔ Use interfaces / abstractions</a:t>
            </a:r>
            <a:br>
              <a:rPr lang="en-CA" sz="3600" dirty="0"/>
            </a:br>
            <a:endParaRPr lang="en-CA" sz="3600" dirty="0"/>
          </a:p>
          <a:p>
            <a:pPr marL="0" indent="0">
              <a:buNone/>
            </a:pPr>
            <a:r>
              <a:rPr lang="en-CA" sz="3600" dirty="0"/>
              <a:t>	✔ Isolate external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B17588-DD4A-DD55-DED5-5D54A18063C6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Protected Variations</a:t>
            </a:r>
          </a:p>
        </p:txBody>
      </p:sp>
    </p:spTree>
    <p:extLst>
      <p:ext uri="{BB962C8B-B14F-4D97-AF65-F5344CB8AC3E}">
        <p14:creationId xmlns:p14="http://schemas.microsoft.com/office/powerpoint/2010/main" val="641089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4D14B-6182-FA39-83DC-34022014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D41C5-7661-66D5-F1C0-0EAB9311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CF734A-7397-CCD6-0F1E-065797DBC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b="1" dirty="0"/>
              <a:t>Scenario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User places an order with multiple items and selects a payment method.</a:t>
            </a:r>
          </a:p>
          <a:p>
            <a:r>
              <a:rPr lang="en-CA" b="1" dirty="0"/>
              <a:t>Step 1: Controller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OrderController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CA" dirty="0"/>
              <a:t>Receives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placeOrder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/>
              <a:t> request</a:t>
            </a:r>
          </a:p>
          <a:p>
            <a:pPr lvl="2"/>
            <a:r>
              <a:rPr lang="en-CA" dirty="0"/>
              <a:t>Coordinates workflow</a:t>
            </a:r>
          </a:p>
          <a:p>
            <a:r>
              <a:rPr lang="en-CA" b="1" dirty="0"/>
              <a:t>Step 2: Creator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Order</a:t>
            </a:r>
          </a:p>
          <a:p>
            <a:pPr lvl="2"/>
            <a:r>
              <a:rPr lang="en-CA" dirty="0"/>
              <a:t>Creates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OrderItem</a:t>
            </a:r>
            <a:r>
              <a:rPr lang="en-CA" dirty="0"/>
              <a:t> objects</a:t>
            </a:r>
          </a:p>
          <a:p>
            <a:pPr lvl="2"/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Order → creates →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OrderItem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Char char="Ø"/>
            </a:pP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F5908-EB62-F36E-3FF9-75ECBCE3DB55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Running Example: Online Shopping System</a:t>
            </a:r>
          </a:p>
        </p:txBody>
      </p:sp>
    </p:spTree>
    <p:extLst>
      <p:ext uri="{BB962C8B-B14F-4D97-AF65-F5344CB8AC3E}">
        <p14:creationId xmlns:p14="http://schemas.microsoft.com/office/powerpoint/2010/main" val="9198848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8F06-2CEC-25DF-2EF4-537EEAEE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7F4B2-F954-16CE-8C86-B67A0497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B4AC05-C9B8-A0C1-50E0-054A044CF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 fontScale="92500" lnSpcReduction="20000"/>
          </a:bodyPr>
          <a:lstStyle/>
          <a:p>
            <a:r>
              <a:rPr lang="en-CA" b="1" dirty="0"/>
              <a:t>Step 3: Information Expert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</a:p>
          <a:p>
            <a:pPr lvl="2"/>
            <a:r>
              <a:rPr lang="en-CA" dirty="0"/>
              <a:t>Knows its items</a:t>
            </a:r>
          </a:p>
          <a:p>
            <a:pPr lvl="2"/>
            <a:r>
              <a:rPr lang="en-CA" dirty="0"/>
              <a:t>Computes total price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OrderItem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CA" dirty="0"/>
              <a:t>Knows quantity and product</a:t>
            </a:r>
          </a:p>
          <a:p>
            <a:r>
              <a:rPr lang="en-CA" b="1" dirty="0"/>
              <a:t>Step 4: Polymorphism</a:t>
            </a:r>
            <a:endParaRPr lang="en-CA" dirty="0"/>
          </a:p>
          <a:p>
            <a:pPr lvl="1"/>
            <a:r>
              <a:rPr lang="en-CA" dirty="0"/>
              <a:t>Define:</a:t>
            </a:r>
          </a:p>
          <a:p>
            <a:pPr marL="800100" lvl="2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Payment {</a:t>
            </a:r>
          </a:p>
          <a:p>
            <a:pPr marL="800100" lvl="2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process();</a:t>
            </a:r>
          </a:p>
          <a:p>
            <a:pPr marL="800100" lvl="2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CA" dirty="0"/>
              <a:t>Implementations:</a:t>
            </a:r>
          </a:p>
          <a:p>
            <a:pPr marL="800100" lvl="2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CreditCardPayment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PayPalPayment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A" dirty="0"/>
              <a:t>No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  <a:r>
              <a:rPr lang="en-CA" dirty="0"/>
              <a:t> needed.</a:t>
            </a:r>
          </a:p>
          <a:p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05B34A-348B-4162-2F90-56919DF46C01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Running Example: Online Shopping System</a:t>
            </a:r>
          </a:p>
        </p:txBody>
      </p:sp>
    </p:spTree>
    <p:extLst>
      <p:ext uri="{BB962C8B-B14F-4D97-AF65-F5344CB8AC3E}">
        <p14:creationId xmlns:p14="http://schemas.microsoft.com/office/powerpoint/2010/main" val="31952678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738A8-251F-295F-E3AA-AEBD0132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038F4-ED98-72F5-728C-5FEC0A8F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772E005-F196-CD51-3D20-2FFFB5DA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 lnSpcReduction="10000"/>
          </a:bodyPr>
          <a:lstStyle/>
          <a:p>
            <a:r>
              <a:rPr lang="en-CA" b="1" dirty="0"/>
              <a:t>Step 5: Low Coupling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CA" dirty="0"/>
              <a:t> does NOT depend on specific payment types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Depends on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Payment</a:t>
            </a:r>
            <a:r>
              <a:rPr lang="en-CA" dirty="0"/>
              <a:t> interface</a:t>
            </a:r>
          </a:p>
          <a:p>
            <a:r>
              <a:rPr lang="en-CA" b="1" dirty="0"/>
              <a:t>Step 6: High Cohesion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CA" dirty="0"/>
              <a:t> → manages order logic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Payment</a:t>
            </a:r>
            <a:r>
              <a:rPr lang="en-CA" dirty="0"/>
              <a:t> → handles payment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Controller</a:t>
            </a:r>
            <a:r>
              <a:rPr lang="en-CA" dirty="0"/>
              <a:t> → handles flow</a:t>
            </a:r>
          </a:p>
          <a:p>
            <a:pPr marL="0" indent="0">
              <a:buNone/>
            </a:pPr>
            <a:r>
              <a:rPr lang="en-CA" dirty="0"/>
              <a:t>	Each class has one clear role.</a:t>
            </a:r>
          </a:p>
          <a:p>
            <a:r>
              <a:rPr lang="en-CA" b="1" dirty="0"/>
              <a:t>Step 7: Indirection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Introduce:</a:t>
            </a:r>
          </a:p>
          <a:p>
            <a:pPr marL="914400" lvl="2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PaymentService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n-CA" dirty="0"/>
              <a:t>Mediates between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CA" dirty="0"/>
              <a:t> and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Payment</a:t>
            </a:r>
          </a:p>
          <a:p>
            <a:pPr>
              <a:buFont typeface="Wingdings" pitchFamily="2" charset="2"/>
              <a:buChar char="Ø"/>
            </a:pP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526C94-FFBD-E346-06D4-68E5BE090F05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Running Example: Online Shopping System</a:t>
            </a:r>
          </a:p>
        </p:txBody>
      </p:sp>
    </p:spTree>
    <p:extLst>
      <p:ext uri="{BB962C8B-B14F-4D97-AF65-F5344CB8AC3E}">
        <p14:creationId xmlns:p14="http://schemas.microsoft.com/office/powerpoint/2010/main" val="18877915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C240-2E42-5DAC-A4DD-76CC7089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4D292-9F75-4E65-0521-A1CD3416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E1E6A98-67B4-7641-AE87-0773249EB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r>
              <a:rPr lang="en-CA" b="1" dirty="0"/>
              <a:t>Step 8: Pure Fabrication</a:t>
            </a:r>
            <a:endParaRPr lang="en-CA" dirty="0"/>
          </a:p>
          <a:p>
            <a:pPr marL="457200" lvl="1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PersistenceService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CA" dirty="0"/>
              <a:t>Saves orders to database</a:t>
            </a:r>
          </a:p>
          <a:p>
            <a:pPr lvl="2"/>
            <a:r>
              <a:rPr lang="en-CA" dirty="0"/>
              <a:t>Not a domain concept, but improves design</a:t>
            </a:r>
          </a:p>
          <a:p>
            <a:r>
              <a:rPr lang="en-CA" b="1" dirty="0"/>
              <a:t>Step 9: Protected Variations</a:t>
            </a:r>
            <a:endParaRPr lang="en-CA" dirty="0"/>
          </a:p>
          <a:p>
            <a:pPr lvl="1">
              <a:buFont typeface="Wingdings" pitchFamily="2" charset="2"/>
              <a:buChar char="Ø"/>
            </a:pPr>
            <a:r>
              <a:rPr lang="en-CA" dirty="0"/>
              <a:t>Payment methods may change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Database may change</a:t>
            </a:r>
          </a:p>
          <a:p>
            <a:pPr marL="536575" indent="-536575">
              <a:buNone/>
            </a:pPr>
            <a:r>
              <a:rPr lang="en-CA" dirty="0"/>
              <a:t>	Solution:</a:t>
            </a:r>
          </a:p>
          <a:p>
            <a:pPr lvl="2"/>
            <a:r>
              <a:rPr lang="en-CA" dirty="0"/>
              <a:t>Use interfaces (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Payment</a:t>
            </a:r>
            <a:r>
              <a:rPr lang="en-CA" dirty="0"/>
              <a:t>,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Repository</a:t>
            </a:r>
            <a:r>
              <a:rPr lang="en-CA" dirty="0"/>
              <a:t>)</a:t>
            </a:r>
          </a:p>
          <a:p>
            <a:pPr lvl="2"/>
            <a:r>
              <a:rPr lang="en-CA" dirty="0"/>
              <a:t>Isolate changes</a:t>
            </a:r>
          </a:p>
          <a:p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234B8D-7FCA-855D-2F00-300416A286B7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Running Example: Online Shopping System</a:t>
            </a:r>
          </a:p>
        </p:txBody>
      </p:sp>
    </p:spTree>
    <p:extLst>
      <p:ext uri="{BB962C8B-B14F-4D97-AF65-F5344CB8AC3E}">
        <p14:creationId xmlns:p14="http://schemas.microsoft.com/office/powerpoint/2010/main" val="3180921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B1EC8-AED4-1725-F5F1-DF901AAD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13077D-9760-207F-87A0-532450DB8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1000"/>
            <a:ext cx="86868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20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C399A-4CE3-3255-9E7A-E446CB48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36DF4-423F-618D-DD38-2EE4B2FD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CAD01E6-0E67-2C9B-0537-99379897E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6029980"/>
          </a:xfrm>
        </p:spPr>
        <p:txBody>
          <a:bodyPr>
            <a:normAutofit/>
          </a:bodyPr>
          <a:lstStyle/>
          <a:p>
            <a:pPr lvl="0"/>
            <a:r>
              <a:rPr lang="en-CA" dirty="0"/>
              <a:t>Controller manages flow</a:t>
            </a:r>
          </a:p>
          <a:p>
            <a:pPr lvl="0"/>
            <a:r>
              <a:rPr lang="en-CA" dirty="0"/>
              <a:t>Domain objects handle their own data</a:t>
            </a:r>
          </a:p>
          <a:p>
            <a:pPr lvl="0"/>
            <a:r>
              <a:rPr lang="en-CA" dirty="0"/>
              <a:t>Interfaces protect variability</a:t>
            </a:r>
          </a:p>
          <a:p>
            <a:pPr lvl="0"/>
            <a:r>
              <a:rPr lang="en-CA" dirty="0"/>
              <a:t>Services reduce coupling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Key Takeaway</a:t>
            </a:r>
            <a:endParaRPr lang="en-CA" dirty="0"/>
          </a:p>
          <a:p>
            <a:pPr marL="0" indent="0" algn="ctr">
              <a:buNone/>
            </a:pPr>
            <a:r>
              <a:rPr lang="en-CA" dirty="0"/>
              <a:t>GRASP is not about </a:t>
            </a:r>
            <a:r>
              <a:rPr lang="en-CA" b="1" i="1" dirty="0"/>
              <a:t>what to build</a:t>
            </a:r>
            <a:r>
              <a:rPr lang="en-CA" i="1" dirty="0"/>
              <a:t>.</a:t>
            </a:r>
            <a:br>
              <a:rPr lang="en-CA" dirty="0"/>
            </a:br>
            <a:r>
              <a:rPr lang="en-CA" dirty="0"/>
              <a:t>It is about </a:t>
            </a:r>
            <a:r>
              <a:rPr lang="en-CA" b="1" i="1" dirty="0"/>
              <a:t>how to assign responsibilities correctly</a:t>
            </a:r>
            <a:r>
              <a:rPr lang="en-CA" i="1" dirty="0"/>
              <a:t>.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→ Better design decisions lead to better software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38C160-AB6D-D477-9AB8-7BAAF8E52E0B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Final Design Summary</a:t>
            </a:r>
          </a:p>
        </p:txBody>
      </p:sp>
    </p:spTree>
    <p:extLst>
      <p:ext uri="{BB962C8B-B14F-4D97-AF65-F5344CB8AC3E}">
        <p14:creationId xmlns:p14="http://schemas.microsoft.com/office/powerpoint/2010/main" val="3005877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14678</TotalTime>
  <Words>1833</Words>
  <Application>Microsoft Macintosh PowerPoint</Application>
  <PresentationFormat>On-screen Show (4:3)</PresentationFormat>
  <Paragraphs>436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Arial</vt:lpstr>
      <vt:lpstr>Calibri</vt:lpstr>
      <vt:lpstr>Courier New</vt:lpstr>
      <vt:lpstr>Times New Roman</vt:lpstr>
      <vt:lpstr>Wingdings</vt:lpstr>
      <vt:lpstr>Office Theme</vt:lpstr>
      <vt:lpstr>Object-Oriented Software Analysis &amp; Design (COMP-3220)  Lecture 0  Overview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3397</cp:revision>
  <dcterms:created xsi:type="dcterms:W3CDTF">2006-08-16T00:00:00Z</dcterms:created>
  <dcterms:modified xsi:type="dcterms:W3CDTF">2026-04-22T19:05:32Z</dcterms:modified>
</cp:coreProperties>
</file>