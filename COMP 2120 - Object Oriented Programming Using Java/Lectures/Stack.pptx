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notesSlides/notesSlide2.xml" ContentType="application/vnd.openxmlformats-officedocument.presentationml.notesSlide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notesSlides/notesSlide3.xml" ContentType="application/vnd.openxmlformats-officedocument.presentationml.notesSlide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notesSlides/notesSlide4.xml" ContentType="application/vnd.openxmlformats-officedocument.presentationml.notesSlide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notesSlides/notesSlide5.xml" ContentType="application/vnd.openxmlformats-officedocument.presentationml.notesSlide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notesSlides/notesSlide6.xml" ContentType="application/vnd.openxmlformats-officedocument.presentationml.notesSlide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notesSlides/notesSlide7.xml" ContentType="application/vnd.openxmlformats-officedocument.presentationml.notesSlide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notesSlides/notesSlide8.xml" ContentType="application/vnd.openxmlformats-officedocument.presentationml.notesSlide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notesSlides/notesSlide9.xml" ContentType="application/vnd.openxmlformats-officedocument.presentationml.notesSlide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notesSlides/notesSlide10.xml" ContentType="application/vnd.openxmlformats-officedocument.presentationml.notesSlide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notesSlides/notesSlide11.xml" ContentType="application/vnd.openxmlformats-officedocument.presentationml.notesSlide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notesSlides/notesSlide12.xml" ContentType="application/vnd.openxmlformats-officedocument.presentationml.notesSlide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compatMode="1" saveSubsetFonts="1" autoCompressPictures="0">
  <p:sldMasterIdLst>
    <p:sldMasterId id="2147483649" r:id="rId1"/>
  </p:sldMasterIdLst>
  <p:notesMasterIdLst>
    <p:notesMasterId r:id="rId67"/>
  </p:notesMasterIdLst>
  <p:sldIdLst>
    <p:sldId id="502" r:id="rId2"/>
    <p:sldId id="512" r:id="rId3"/>
    <p:sldId id="587" r:id="rId4"/>
    <p:sldId id="513" r:id="rId5"/>
    <p:sldId id="514" r:id="rId6"/>
    <p:sldId id="515" r:id="rId7"/>
    <p:sldId id="516" r:id="rId8"/>
    <p:sldId id="620" r:id="rId9"/>
    <p:sldId id="621" r:id="rId10"/>
    <p:sldId id="622" r:id="rId11"/>
    <p:sldId id="623" r:id="rId12"/>
    <p:sldId id="624" r:id="rId13"/>
    <p:sldId id="625" r:id="rId14"/>
    <p:sldId id="356" r:id="rId15"/>
    <p:sldId id="313" r:id="rId16"/>
    <p:sldId id="314" r:id="rId17"/>
    <p:sldId id="315" r:id="rId18"/>
    <p:sldId id="316" r:id="rId19"/>
    <p:sldId id="353" r:id="rId20"/>
    <p:sldId id="327" r:id="rId21"/>
    <p:sldId id="626" r:id="rId22"/>
    <p:sldId id="354" r:id="rId23"/>
    <p:sldId id="610" r:id="rId24"/>
    <p:sldId id="609" r:id="rId25"/>
    <p:sldId id="611" r:id="rId26"/>
    <p:sldId id="612" r:id="rId27"/>
    <p:sldId id="588" r:id="rId28"/>
    <p:sldId id="517" r:id="rId29"/>
    <p:sldId id="518" r:id="rId30"/>
    <p:sldId id="613" r:id="rId31"/>
    <p:sldId id="520" r:id="rId32"/>
    <p:sldId id="519" r:id="rId33"/>
    <p:sldId id="521" r:id="rId34"/>
    <p:sldId id="522" r:id="rId35"/>
    <p:sldId id="614" r:id="rId36"/>
    <p:sldId id="615" r:id="rId37"/>
    <p:sldId id="523" r:id="rId38"/>
    <p:sldId id="524" r:id="rId39"/>
    <p:sldId id="616" r:id="rId40"/>
    <p:sldId id="525" r:id="rId41"/>
    <p:sldId id="526" r:id="rId42"/>
    <p:sldId id="527" r:id="rId43"/>
    <p:sldId id="528" r:id="rId44"/>
    <p:sldId id="529" r:id="rId45"/>
    <p:sldId id="618" r:id="rId46"/>
    <p:sldId id="619" r:id="rId47"/>
    <p:sldId id="530" r:id="rId48"/>
    <p:sldId id="589" r:id="rId49"/>
    <p:sldId id="531" r:id="rId50"/>
    <p:sldId id="532" r:id="rId51"/>
    <p:sldId id="533" r:id="rId52"/>
    <p:sldId id="534" r:id="rId53"/>
    <p:sldId id="535" r:id="rId54"/>
    <p:sldId id="537" r:id="rId55"/>
    <p:sldId id="590" r:id="rId56"/>
    <p:sldId id="538" r:id="rId57"/>
    <p:sldId id="539" r:id="rId58"/>
    <p:sldId id="540" r:id="rId59"/>
    <p:sldId id="541" r:id="rId60"/>
    <p:sldId id="543" r:id="rId61"/>
    <p:sldId id="545" r:id="rId62"/>
    <p:sldId id="546" r:id="rId63"/>
    <p:sldId id="547" r:id="rId64"/>
    <p:sldId id="549" r:id="rId65"/>
    <p:sldId id="550" r:id="rId66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2400" b="1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6pPr>
    <a:lvl7pPr marL="2743200" algn="l" defTabSz="914400" rtl="0" eaLnBrk="1" latinLnBrk="0" hangingPunct="1">
      <a:defRPr sz="2400" b="1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7pPr>
    <a:lvl8pPr marL="3200400" algn="l" defTabSz="914400" rtl="0" eaLnBrk="1" latinLnBrk="0" hangingPunct="1">
      <a:defRPr sz="2400" b="1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8pPr>
    <a:lvl9pPr marL="3657600" algn="l" defTabSz="914400" rtl="0" eaLnBrk="1" latinLnBrk="0" hangingPunct="1">
      <a:defRPr sz="2400" b="1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683" autoAdjust="0"/>
    <p:restoredTop sz="95884" autoAdjust="0"/>
  </p:normalViewPr>
  <p:slideViewPr>
    <p:cSldViewPr>
      <p:cViewPr varScale="1">
        <p:scale>
          <a:sx n="109" d="100"/>
          <a:sy n="109" d="100"/>
        </p:scale>
        <p:origin x="1792" y="17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50" d="100"/>
        <a:sy n="5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presProps" Target="presProps.xml"/><Relationship Id="rId7" Type="http://schemas.openxmlformats.org/officeDocument/2006/relationships/slide" Target="slides/slide6.xml"/><Relationship Id="rId71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274" name="Rectangle 2">
            <a:extLst>
              <a:ext uri="{FF2B5EF4-FFF2-40B4-BE49-F238E27FC236}">
                <a16:creationId xmlns:a16="http://schemas.microsoft.com/office/drawing/2014/main" id="{9054F655-5EE9-FF25-A4FD-CC629243D817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 b="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66275" name="Rectangle 3">
            <a:extLst>
              <a:ext uri="{FF2B5EF4-FFF2-40B4-BE49-F238E27FC236}">
                <a16:creationId xmlns:a16="http://schemas.microsoft.com/office/drawing/2014/main" id="{23F58C16-6060-28AD-33C7-5F48830EA66F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 b="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3316" name="Rectangle 4">
            <a:extLst>
              <a:ext uri="{FF2B5EF4-FFF2-40B4-BE49-F238E27FC236}">
                <a16:creationId xmlns:a16="http://schemas.microsoft.com/office/drawing/2014/main" id="{FFB31740-EF59-ADA5-718F-FA11A25A73E8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566277" name="Rectangle 5">
            <a:extLst>
              <a:ext uri="{FF2B5EF4-FFF2-40B4-BE49-F238E27FC236}">
                <a16:creationId xmlns:a16="http://schemas.microsoft.com/office/drawing/2014/main" id="{EAB469A3-237A-B415-E831-DCDCA21966B0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noProof="0"/>
              <a:t>Click to edit Master text styles</a:t>
            </a:r>
          </a:p>
          <a:p>
            <a:pPr lvl="1"/>
            <a:r>
              <a:rPr lang="en-US" altLang="en-US" noProof="0"/>
              <a:t>Second level</a:t>
            </a:r>
          </a:p>
          <a:p>
            <a:pPr lvl="2"/>
            <a:r>
              <a:rPr lang="en-US" altLang="en-US" noProof="0"/>
              <a:t>Third level</a:t>
            </a:r>
          </a:p>
          <a:p>
            <a:pPr lvl="3"/>
            <a:r>
              <a:rPr lang="en-US" altLang="en-US" noProof="0"/>
              <a:t>Fourth level</a:t>
            </a:r>
          </a:p>
          <a:p>
            <a:pPr lvl="4"/>
            <a:r>
              <a:rPr lang="en-US" altLang="en-US" noProof="0"/>
              <a:t>Fifth level</a:t>
            </a:r>
          </a:p>
        </p:txBody>
      </p:sp>
      <p:sp>
        <p:nvSpPr>
          <p:cNvPr id="566278" name="Rectangle 6">
            <a:extLst>
              <a:ext uri="{FF2B5EF4-FFF2-40B4-BE49-F238E27FC236}">
                <a16:creationId xmlns:a16="http://schemas.microsoft.com/office/drawing/2014/main" id="{C852D5CA-3BC6-26CF-018F-CBD1B889E08C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 b="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66279" name="Rectangle 7">
            <a:extLst>
              <a:ext uri="{FF2B5EF4-FFF2-40B4-BE49-F238E27FC236}">
                <a16:creationId xmlns:a16="http://schemas.microsoft.com/office/drawing/2014/main" id="{364B6E94-C42E-96C9-0E70-F00FC545516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b="0"/>
            </a:lvl1pPr>
          </a:lstStyle>
          <a:p>
            <a:pPr>
              <a:defRPr/>
            </a:pPr>
            <a:fld id="{12F14F92-A183-1647-95DB-FAFEE039EBD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Slide Image Placeholder 1">
            <a:extLst>
              <a:ext uri="{FF2B5EF4-FFF2-40B4-BE49-F238E27FC236}">
                <a16:creationId xmlns:a16="http://schemas.microsoft.com/office/drawing/2014/main" id="{BD3016B0-572F-DE5F-149D-39BDBE9307E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4" name="Notes Placeholder 2">
            <a:extLst>
              <a:ext uri="{FF2B5EF4-FFF2-40B4-BE49-F238E27FC236}">
                <a16:creationId xmlns:a16="http://schemas.microsoft.com/office/drawing/2014/main" id="{CB68FE01-8048-93A3-729C-67DC5806DAA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  <p:sp>
        <p:nvSpPr>
          <p:cNvPr id="28675" name="Slide Number Placeholder 3">
            <a:extLst>
              <a:ext uri="{FF2B5EF4-FFF2-40B4-BE49-F238E27FC236}">
                <a16:creationId xmlns:a16="http://schemas.microsoft.com/office/drawing/2014/main" id="{5790F216-624C-897D-7CF6-BED0EB145A2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68C900C5-03D5-9348-8224-73C30F1DAE4A}" type="slidenum">
              <a:rPr lang="en-US" altLang="en-US" sz="1200" b="0" smtClean="0"/>
              <a:pPr/>
              <a:t>14</a:t>
            </a:fld>
            <a:endParaRPr lang="en-US" altLang="en-US" sz="1200" b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Slide Image Placeholder 1">
            <a:extLst>
              <a:ext uri="{FF2B5EF4-FFF2-40B4-BE49-F238E27FC236}">
                <a16:creationId xmlns:a16="http://schemas.microsoft.com/office/drawing/2014/main" id="{76FE6D84-4B15-C67B-595C-4ADC1611527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2" name="Notes Placeholder 2">
            <a:extLst>
              <a:ext uri="{FF2B5EF4-FFF2-40B4-BE49-F238E27FC236}">
                <a16:creationId xmlns:a16="http://schemas.microsoft.com/office/drawing/2014/main" id="{A30ECC07-C86A-CAA4-5F86-56ADA9760D9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  <p:sp>
        <p:nvSpPr>
          <p:cNvPr id="30723" name="Slide Number Placeholder 3">
            <a:extLst>
              <a:ext uri="{FF2B5EF4-FFF2-40B4-BE49-F238E27FC236}">
                <a16:creationId xmlns:a16="http://schemas.microsoft.com/office/drawing/2014/main" id="{1EF7DE08-4703-0A32-F584-44D11BDB15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86D06B8E-2BE3-2D47-AB71-BD13D0E7A19B}" type="slidenum">
              <a:rPr lang="en-US" altLang="en-US" sz="1200" b="0" smtClean="0"/>
              <a:pPr/>
              <a:t>15</a:t>
            </a:fld>
            <a:endParaRPr lang="en-US" altLang="en-US" sz="1200" b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Slide Image Placeholder 1">
            <a:extLst>
              <a:ext uri="{FF2B5EF4-FFF2-40B4-BE49-F238E27FC236}">
                <a16:creationId xmlns:a16="http://schemas.microsoft.com/office/drawing/2014/main" id="{3F6A98EA-2CB4-E137-D49C-A6030ACB5B6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0" name="Notes Placeholder 2">
            <a:extLst>
              <a:ext uri="{FF2B5EF4-FFF2-40B4-BE49-F238E27FC236}">
                <a16:creationId xmlns:a16="http://schemas.microsoft.com/office/drawing/2014/main" id="{90172C8F-B1B6-7672-129B-FFD40B74CC0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  <p:sp>
        <p:nvSpPr>
          <p:cNvPr id="32771" name="Slide Number Placeholder 3">
            <a:extLst>
              <a:ext uri="{FF2B5EF4-FFF2-40B4-BE49-F238E27FC236}">
                <a16:creationId xmlns:a16="http://schemas.microsoft.com/office/drawing/2014/main" id="{64CD364D-23D2-C7AB-5CF9-17FF08E1EA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0D9823A9-E4AB-714F-8EF5-338DA968FFB9}" type="slidenum">
              <a:rPr lang="en-US" altLang="en-US" sz="1200" b="0" smtClean="0"/>
              <a:pPr/>
              <a:t>16</a:t>
            </a:fld>
            <a:endParaRPr lang="en-US" altLang="en-US" sz="1200" b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Slide Image Placeholder 1">
            <a:extLst>
              <a:ext uri="{FF2B5EF4-FFF2-40B4-BE49-F238E27FC236}">
                <a16:creationId xmlns:a16="http://schemas.microsoft.com/office/drawing/2014/main" id="{C7E9500E-3F50-F21C-6072-B67EA43D668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18" name="Notes Placeholder 2">
            <a:extLst>
              <a:ext uri="{FF2B5EF4-FFF2-40B4-BE49-F238E27FC236}">
                <a16:creationId xmlns:a16="http://schemas.microsoft.com/office/drawing/2014/main" id="{1447F87E-4964-FE9B-D358-F2402079D8F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  <p:sp>
        <p:nvSpPr>
          <p:cNvPr id="34819" name="Slide Number Placeholder 3">
            <a:extLst>
              <a:ext uri="{FF2B5EF4-FFF2-40B4-BE49-F238E27FC236}">
                <a16:creationId xmlns:a16="http://schemas.microsoft.com/office/drawing/2014/main" id="{67E65866-6747-942E-580B-024036D0032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8FD0FB58-1192-444A-B35B-A52075EAD661}" type="slidenum">
              <a:rPr lang="en-US" altLang="en-US" sz="1200" b="0" smtClean="0"/>
              <a:pPr/>
              <a:t>17</a:t>
            </a:fld>
            <a:endParaRPr lang="en-US" altLang="en-US" sz="1200" b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Slide Image Placeholder 1">
            <a:extLst>
              <a:ext uri="{FF2B5EF4-FFF2-40B4-BE49-F238E27FC236}">
                <a16:creationId xmlns:a16="http://schemas.microsoft.com/office/drawing/2014/main" id="{3F281CDE-1003-5369-E041-FEB409987E7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6" name="Notes Placeholder 2">
            <a:extLst>
              <a:ext uri="{FF2B5EF4-FFF2-40B4-BE49-F238E27FC236}">
                <a16:creationId xmlns:a16="http://schemas.microsoft.com/office/drawing/2014/main" id="{AC7AE4B8-26AA-B65B-7D3B-146F7A99CA3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  <p:sp>
        <p:nvSpPr>
          <p:cNvPr id="36867" name="Slide Number Placeholder 3">
            <a:extLst>
              <a:ext uri="{FF2B5EF4-FFF2-40B4-BE49-F238E27FC236}">
                <a16:creationId xmlns:a16="http://schemas.microsoft.com/office/drawing/2014/main" id="{482ECBC4-0AB1-31F5-6F9F-D0D31CA15F7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955BB3B9-BA47-C847-841B-41F08E9C22B5}" type="slidenum">
              <a:rPr lang="en-US" altLang="en-US" sz="1200" b="0" smtClean="0"/>
              <a:pPr/>
              <a:t>18</a:t>
            </a:fld>
            <a:endParaRPr lang="en-US" altLang="en-US" sz="1200" b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Slide Image Placeholder 1">
            <a:extLst>
              <a:ext uri="{FF2B5EF4-FFF2-40B4-BE49-F238E27FC236}">
                <a16:creationId xmlns:a16="http://schemas.microsoft.com/office/drawing/2014/main" id="{ABE1E5EB-C1E5-AE37-7996-70C99175B06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914" name="Notes Placeholder 2">
            <a:extLst>
              <a:ext uri="{FF2B5EF4-FFF2-40B4-BE49-F238E27FC236}">
                <a16:creationId xmlns:a16="http://schemas.microsoft.com/office/drawing/2014/main" id="{5583CB84-E739-AFB3-F870-D7D1611D547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  <p:sp>
        <p:nvSpPr>
          <p:cNvPr id="38915" name="Slide Number Placeholder 3">
            <a:extLst>
              <a:ext uri="{FF2B5EF4-FFF2-40B4-BE49-F238E27FC236}">
                <a16:creationId xmlns:a16="http://schemas.microsoft.com/office/drawing/2014/main" id="{1AEF5438-88F8-E456-D1D0-08E174450E0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9546C1A0-E45C-BD4C-BF8F-108DC7479CC6}" type="slidenum">
              <a:rPr lang="en-US" altLang="en-US" sz="1200" b="0" smtClean="0"/>
              <a:pPr/>
              <a:t>19</a:t>
            </a:fld>
            <a:endParaRPr lang="en-US" altLang="en-US" sz="1200" b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Slide Image Placeholder 1">
            <a:extLst>
              <a:ext uri="{FF2B5EF4-FFF2-40B4-BE49-F238E27FC236}">
                <a16:creationId xmlns:a16="http://schemas.microsoft.com/office/drawing/2014/main" id="{989A96A9-9A7E-20D0-C835-3791FA2D428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2" name="Notes Placeholder 2">
            <a:extLst>
              <a:ext uri="{FF2B5EF4-FFF2-40B4-BE49-F238E27FC236}">
                <a16:creationId xmlns:a16="http://schemas.microsoft.com/office/drawing/2014/main" id="{F2F334E0-C1A6-10B9-265E-20AE291AFD0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  <p:sp>
        <p:nvSpPr>
          <p:cNvPr id="40963" name="Slide Number Placeholder 3">
            <a:extLst>
              <a:ext uri="{FF2B5EF4-FFF2-40B4-BE49-F238E27FC236}">
                <a16:creationId xmlns:a16="http://schemas.microsoft.com/office/drawing/2014/main" id="{51C892F8-8D39-4C2D-FE47-0934A767AAA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0FEFD959-9E5E-F649-81D3-F941F6C11C7E}" type="slidenum">
              <a:rPr lang="en-US" altLang="en-US" sz="1200" b="0" smtClean="0"/>
              <a:pPr/>
              <a:t>20</a:t>
            </a:fld>
            <a:endParaRPr lang="en-US" altLang="en-US" sz="1200" b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Slide Image Placeholder 1">
            <a:extLst>
              <a:ext uri="{FF2B5EF4-FFF2-40B4-BE49-F238E27FC236}">
                <a16:creationId xmlns:a16="http://schemas.microsoft.com/office/drawing/2014/main" id="{D483ECEA-2EF5-9EDF-B571-799523ADBCB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010" name="Notes Placeholder 2">
            <a:extLst>
              <a:ext uri="{FF2B5EF4-FFF2-40B4-BE49-F238E27FC236}">
                <a16:creationId xmlns:a16="http://schemas.microsoft.com/office/drawing/2014/main" id="{84EA3959-6F4D-2B68-77C5-5CBC9AC0D05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  <p:sp>
        <p:nvSpPr>
          <p:cNvPr id="43011" name="Slide Number Placeholder 3">
            <a:extLst>
              <a:ext uri="{FF2B5EF4-FFF2-40B4-BE49-F238E27FC236}">
                <a16:creationId xmlns:a16="http://schemas.microsoft.com/office/drawing/2014/main" id="{AD524E67-D762-5454-05CE-D0B85CEC66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895F77EA-9B27-A343-AB39-F0531066D6A0}" type="slidenum">
              <a:rPr lang="en-US" altLang="en-US" sz="1200" b="0" smtClean="0"/>
              <a:pPr/>
              <a:t>21</a:t>
            </a:fld>
            <a:endParaRPr lang="en-US" altLang="en-US" sz="1200" b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Slide Image Placeholder 1">
            <a:extLst>
              <a:ext uri="{FF2B5EF4-FFF2-40B4-BE49-F238E27FC236}">
                <a16:creationId xmlns:a16="http://schemas.microsoft.com/office/drawing/2014/main" id="{AD2D2A20-4F0A-3AB1-FC89-A208CE5028B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058" name="Notes Placeholder 2">
            <a:extLst>
              <a:ext uri="{FF2B5EF4-FFF2-40B4-BE49-F238E27FC236}">
                <a16:creationId xmlns:a16="http://schemas.microsoft.com/office/drawing/2014/main" id="{A7F2C0E8-519D-321B-53CE-A58F3ED635D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  <p:sp>
        <p:nvSpPr>
          <p:cNvPr id="45059" name="Slide Number Placeholder 3">
            <a:extLst>
              <a:ext uri="{FF2B5EF4-FFF2-40B4-BE49-F238E27FC236}">
                <a16:creationId xmlns:a16="http://schemas.microsoft.com/office/drawing/2014/main" id="{86AAC8CA-A00D-628A-6B36-0F8C1E0C61F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33360D5A-3AFA-3542-B461-ABBC8D1A0BFB}" type="slidenum">
              <a:rPr lang="en-US" altLang="en-US" sz="1200" b="0" smtClean="0"/>
              <a:pPr/>
              <a:t>22</a:t>
            </a:fld>
            <a:endParaRPr lang="en-US" altLang="en-US" sz="1200" b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5" name="Slide Image Placeholder 1">
            <a:extLst>
              <a:ext uri="{FF2B5EF4-FFF2-40B4-BE49-F238E27FC236}">
                <a16:creationId xmlns:a16="http://schemas.microsoft.com/office/drawing/2014/main" id="{459AF39D-C922-5DF7-DEA6-D47804FE629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106" name="Notes Placeholder 2">
            <a:extLst>
              <a:ext uri="{FF2B5EF4-FFF2-40B4-BE49-F238E27FC236}">
                <a16:creationId xmlns:a16="http://schemas.microsoft.com/office/drawing/2014/main" id="{63094D79-D42B-AB2F-C515-062F2251DE2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  <p:sp>
        <p:nvSpPr>
          <p:cNvPr id="47107" name="Slide Number Placeholder 3">
            <a:extLst>
              <a:ext uri="{FF2B5EF4-FFF2-40B4-BE49-F238E27FC236}">
                <a16:creationId xmlns:a16="http://schemas.microsoft.com/office/drawing/2014/main" id="{A2AC0989-7E5A-87A0-2348-6A4D67FBA3A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02F1FABD-2111-AD45-8962-3AC7AA847752}" type="slidenum">
              <a:rPr lang="en-US" altLang="en-US" sz="1200" b="0" smtClean="0"/>
              <a:pPr/>
              <a:t>23</a:t>
            </a:fld>
            <a:endParaRPr lang="en-US" altLang="en-US" sz="1200" b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3" name="Slide Image Placeholder 1">
            <a:extLst>
              <a:ext uri="{FF2B5EF4-FFF2-40B4-BE49-F238E27FC236}">
                <a16:creationId xmlns:a16="http://schemas.microsoft.com/office/drawing/2014/main" id="{1F26C494-2DE2-8A7B-4619-22AD39348D5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154" name="Notes Placeholder 2">
            <a:extLst>
              <a:ext uri="{FF2B5EF4-FFF2-40B4-BE49-F238E27FC236}">
                <a16:creationId xmlns:a16="http://schemas.microsoft.com/office/drawing/2014/main" id="{352AFD44-57C2-C502-C459-8240495533B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  <p:sp>
        <p:nvSpPr>
          <p:cNvPr id="49155" name="Slide Number Placeholder 3">
            <a:extLst>
              <a:ext uri="{FF2B5EF4-FFF2-40B4-BE49-F238E27FC236}">
                <a16:creationId xmlns:a16="http://schemas.microsoft.com/office/drawing/2014/main" id="{82DA81DE-FE21-7CA1-F59B-629BBD0B48C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9295EB2C-FF95-E942-908A-FF14AEA67703}" type="slidenum">
              <a:rPr lang="en-US" altLang="en-US" sz="1200" b="0" smtClean="0"/>
              <a:pPr/>
              <a:t>24</a:t>
            </a:fld>
            <a:endParaRPr lang="en-US" altLang="en-US" sz="1200" b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1" name="Slide Image Placeholder 1">
            <a:extLst>
              <a:ext uri="{FF2B5EF4-FFF2-40B4-BE49-F238E27FC236}">
                <a16:creationId xmlns:a16="http://schemas.microsoft.com/office/drawing/2014/main" id="{4E804FF5-FFA9-E06F-E48D-6D82A922D6F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02" name="Notes Placeholder 2">
            <a:extLst>
              <a:ext uri="{FF2B5EF4-FFF2-40B4-BE49-F238E27FC236}">
                <a16:creationId xmlns:a16="http://schemas.microsoft.com/office/drawing/2014/main" id="{20570D94-1A0C-AF48-E717-E4F1BEF928A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  <p:sp>
        <p:nvSpPr>
          <p:cNvPr id="51203" name="Slide Number Placeholder 3">
            <a:extLst>
              <a:ext uri="{FF2B5EF4-FFF2-40B4-BE49-F238E27FC236}">
                <a16:creationId xmlns:a16="http://schemas.microsoft.com/office/drawing/2014/main" id="{41340487-C4E6-B894-65E5-33ED82640E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5BD3A641-0DFB-9049-A01E-BFEDE7EE24E1}" type="slidenum">
              <a:rPr lang="en-US" altLang="en-US" sz="1200" b="0" smtClean="0"/>
              <a:pPr/>
              <a:t>25</a:t>
            </a:fld>
            <a:endParaRPr lang="en-US" altLang="en-US" sz="1200" b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49" name="Slide Image Placeholder 1">
            <a:extLst>
              <a:ext uri="{FF2B5EF4-FFF2-40B4-BE49-F238E27FC236}">
                <a16:creationId xmlns:a16="http://schemas.microsoft.com/office/drawing/2014/main" id="{0C686D83-2AEC-ED7D-B9D6-D37B5FE7E81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250" name="Notes Placeholder 2">
            <a:extLst>
              <a:ext uri="{FF2B5EF4-FFF2-40B4-BE49-F238E27FC236}">
                <a16:creationId xmlns:a16="http://schemas.microsoft.com/office/drawing/2014/main" id="{D25535D1-45C1-1AA9-604F-DDB3B917445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  <p:sp>
        <p:nvSpPr>
          <p:cNvPr id="53251" name="Slide Number Placeholder 3">
            <a:extLst>
              <a:ext uri="{FF2B5EF4-FFF2-40B4-BE49-F238E27FC236}">
                <a16:creationId xmlns:a16="http://schemas.microsoft.com/office/drawing/2014/main" id="{57FD8652-3690-F562-A378-759683631B7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E53E8DA5-FC3B-EF41-9539-E3FB63266B0F}" type="slidenum">
              <a:rPr lang="en-US" altLang="en-US" sz="1200" b="0" smtClean="0"/>
              <a:pPr/>
              <a:t>26</a:t>
            </a:fld>
            <a:endParaRPr lang="en-US" altLang="en-US" sz="1200" b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7CE549AE-A3DA-A540-9FFA-CA0A0185229A}"/>
              </a:ext>
            </a:extLst>
          </p:cNvPr>
          <p:cNvGrpSpPr>
            <a:grpSpLocks/>
          </p:cNvGrpSpPr>
          <p:nvPr/>
        </p:nvGrpSpPr>
        <p:grpSpPr bwMode="auto"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3" name="Group 3">
              <a:extLst>
                <a:ext uri="{FF2B5EF4-FFF2-40B4-BE49-F238E27FC236}">
                  <a16:creationId xmlns:a16="http://schemas.microsoft.com/office/drawing/2014/main" id="{3657FA37-2B0D-4D07-5AF9-3FD8D8AE42D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3" y="1604"/>
              <a:ext cx="448" cy="299"/>
              <a:chOff x="720" y="336"/>
              <a:chExt cx="624" cy="432"/>
            </a:xfrm>
          </p:grpSpPr>
          <p:sp>
            <p:nvSpPr>
              <p:cNvPr id="10" name="Rectangle 4">
                <a:extLst>
                  <a:ext uri="{FF2B5EF4-FFF2-40B4-BE49-F238E27FC236}">
                    <a16:creationId xmlns:a16="http://schemas.microsoft.com/office/drawing/2014/main" id="{941B063A-17BF-982F-F8E0-7E4950601F9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defRPr/>
                </a:pPr>
                <a:endParaRPr lang="en-US" altLang="en-US"/>
              </a:p>
            </p:txBody>
          </p:sp>
          <p:sp>
            <p:nvSpPr>
              <p:cNvPr id="11" name="Rectangle 5">
                <a:extLst>
                  <a:ext uri="{FF2B5EF4-FFF2-40B4-BE49-F238E27FC236}">
                    <a16:creationId xmlns:a16="http://schemas.microsoft.com/office/drawing/2014/main" id="{6C161FDB-C781-B1D7-CA32-7FFF90A912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defRPr/>
                </a:pPr>
                <a:endParaRPr lang="en-US" altLang="en-US"/>
              </a:p>
            </p:txBody>
          </p:sp>
        </p:grpSp>
        <p:grpSp>
          <p:nvGrpSpPr>
            <p:cNvPr id="4" name="Group 6">
              <a:extLst>
                <a:ext uri="{FF2B5EF4-FFF2-40B4-BE49-F238E27FC236}">
                  <a16:creationId xmlns:a16="http://schemas.microsoft.com/office/drawing/2014/main" id="{BF10309D-A3C8-07C1-FD39-10C247ED6DB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1" y="1870"/>
              <a:ext cx="465" cy="299"/>
              <a:chOff x="912" y="2640"/>
              <a:chExt cx="672" cy="432"/>
            </a:xfrm>
          </p:grpSpPr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CFDEF2AC-218A-5D5F-47CD-7FE350EA12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defRPr/>
                </a:pPr>
                <a:endParaRPr lang="en-US" altLang="en-US"/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F8201114-917C-2EAB-8F16-4DFFDE847F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49" y="2640"/>
                <a:ext cx="335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defRPr/>
                </a:pPr>
                <a:endParaRPr lang="en-US" altLang="en-US"/>
              </a:p>
            </p:txBody>
          </p:sp>
        </p:grpSp>
        <p:sp>
          <p:nvSpPr>
            <p:cNvPr id="5" name="Rectangle 9">
              <a:extLst>
                <a:ext uri="{FF2B5EF4-FFF2-40B4-BE49-F238E27FC236}">
                  <a16:creationId xmlns:a16="http://schemas.microsoft.com/office/drawing/2014/main" id="{4DBE9B55-5B7D-51F7-65AB-C48B5DC430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ffectLst/>
          </p:spPr>
          <p:txBody>
            <a:bodyPr wrap="none" anchor="ctr"/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  <p:sp>
          <p:nvSpPr>
            <p:cNvPr id="6" name="Rectangle 10">
              <a:extLst>
                <a:ext uri="{FF2B5EF4-FFF2-40B4-BE49-F238E27FC236}">
                  <a16:creationId xmlns:a16="http://schemas.microsoft.com/office/drawing/2014/main" id="{3850825F-891B-8D4B-BCD3-7F5BB0B50E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</p:spPr>
          <p:txBody>
            <a:bodyPr wrap="none" anchor="ctr"/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  <p:sp>
          <p:nvSpPr>
            <p:cNvPr id="7" name="Rectangle 11">
              <a:extLst>
                <a:ext uri="{FF2B5EF4-FFF2-40B4-BE49-F238E27FC236}">
                  <a16:creationId xmlns:a16="http://schemas.microsoft.com/office/drawing/2014/main" id="{0E66752E-BED8-CB52-FA0E-3D6B315CEEE5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</p:spPr>
          <p:txBody>
            <a:bodyPr wrap="none" anchor="ctr"/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</p:grpSp>
      <p:sp>
        <p:nvSpPr>
          <p:cNvPr id="12" name="Text Box 17">
            <a:extLst>
              <a:ext uri="{FF2B5EF4-FFF2-40B4-BE49-F238E27FC236}">
                <a16:creationId xmlns:a16="http://schemas.microsoft.com/office/drawing/2014/main" id="{2E4AA040-D9CB-1C83-B019-2400C562A3A0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0" y="6553200"/>
            <a:ext cx="2209800" cy="304800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en-US" altLang="en-US" sz="1400" b="0">
                <a:latin typeface="McGrawHill-Italic" pitchFamily="2" charset="0"/>
              </a:rPr>
              <a:t>McGraw-Hill</a:t>
            </a:r>
            <a:endParaRPr lang="en-US" altLang="en-US" b="0"/>
          </a:p>
        </p:txBody>
      </p:sp>
      <p:sp>
        <p:nvSpPr>
          <p:cNvPr id="13" name="Text Box 18">
            <a:extLst>
              <a:ext uri="{FF2B5EF4-FFF2-40B4-BE49-F238E27FC236}">
                <a16:creationId xmlns:a16="http://schemas.microsoft.com/office/drawing/2014/main" id="{F0F7F7A4-7598-9FCA-8984-189826B57F7A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572000" y="6553200"/>
            <a:ext cx="4572000" cy="304800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50000"/>
              </a:spcBef>
              <a:buFontTx/>
              <a:buChar char="©"/>
              <a:defRPr/>
            </a:pPr>
            <a:r>
              <a:rPr lang="en-US" altLang="en-US" sz="1400" b="0">
                <a:latin typeface="McGrawHill-Italic" pitchFamily="2" charset="0"/>
              </a:rPr>
              <a:t>The McGraw-Hill Companies, Inc., 2000</a:t>
            </a:r>
            <a:endParaRPr lang="en-US" altLang="en-US" b="0"/>
          </a:p>
        </p:txBody>
      </p:sp>
      <p:sp>
        <p:nvSpPr>
          <p:cNvPr id="210956" name="Rectangle 12"/>
          <p:cNvSpPr>
            <a:spLocks noGrp="1" noChangeArrowheads="1"/>
          </p:cNvSpPr>
          <p:nvPr>
            <p:ph type="ctrTitle"/>
          </p:nvPr>
        </p:nvSpPr>
        <p:spPr bwMode="auto">
          <a:xfrm>
            <a:off x="990600" y="1676400"/>
            <a:ext cx="7772400" cy="1462088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 lvl="0"/>
            <a:r>
              <a:rPr lang="en-US" altLang="en-US" noProof="0"/>
              <a:t>Click to edit Master title style</a:t>
            </a:r>
          </a:p>
        </p:txBody>
      </p:sp>
      <p:sp>
        <p:nvSpPr>
          <p:cNvPr id="210957" name="Rectangle 13"/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371600" y="3886200"/>
            <a:ext cx="6400800" cy="17526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pPr lvl="0"/>
            <a:r>
              <a:rPr lang="en-US" altLang="en-US" noProof="0"/>
              <a:t>Click to edit Master subtitle style</a:t>
            </a:r>
          </a:p>
        </p:txBody>
      </p:sp>
      <p:sp>
        <p:nvSpPr>
          <p:cNvPr id="14" name="Rectangle 14">
            <a:extLst>
              <a:ext uri="{FF2B5EF4-FFF2-40B4-BE49-F238E27FC236}">
                <a16:creationId xmlns:a16="http://schemas.microsoft.com/office/drawing/2014/main" id="{0D6274AD-63ED-EA71-F401-6CF523EBE13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990600" y="6248400"/>
            <a:ext cx="19050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400" b="0">
                <a:solidFill>
                  <a:schemeClr val="bg2"/>
                </a:solidFill>
                <a:latin typeface="+mn-lt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5" name="Rectangle 15">
            <a:extLst>
              <a:ext uri="{FF2B5EF4-FFF2-40B4-BE49-F238E27FC236}">
                <a16:creationId xmlns:a16="http://schemas.microsoft.com/office/drawing/2014/main" id="{7CECDB6A-7FD0-4700-E3A2-80681DB571D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429000" y="6248400"/>
            <a:ext cx="2895600" cy="457200"/>
          </a:xfrm>
        </p:spPr>
        <p:txBody>
          <a:bodyPr/>
          <a:lstStyle>
            <a:lvl1pPr algn="ctr">
              <a:defRPr sz="1400" b="0">
                <a:solidFill>
                  <a:schemeClr val="bg2"/>
                </a:solidFill>
              </a:defRPr>
            </a:lvl1pPr>
          </a:lstStyle>
          <a:p>
            <a:pPr>
              <a:defRPr/>
            </a:pPr>
            <a:r>
              <a:rPr lang="en-US" altLang="en-US"/>
              <a:t>Data Structures: A Pseudocode Approach with C</a:t>
            </a:r>
          </a:p>
        </p:txBody>
      </p:sp>
      <p:sp>
        <p:nvSpPr>
          <p:cNvPr id="16" name="Rectangle 16">
            <a:extLst>
              <a:ext uri="{FF2B5EF4-FFF2-40B4-BE49-F238E27FC236}">
                <a16:creationId xmlns:a16="http://schemas.microsoft.com/office/drawing/2014/main" id="{07B6FAE0-93DB-713F-2FC6-AF3B65862E5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6858000" y="6248400"/>
            <a:ext cx="1905000" cy="457200"/>
          </a:xfrm>
        </p:spPr>
        <p:txBody>
          <a:bodyPr/>
          <a:lstStyle>
            <a:lvl1pPr>
              <a:defRPr sz="1400" b="0">
                <a:solidFill>
                  <a:schemeClr val="bg2"/>
                </a:solidFill>
              </a:defRPr>
            </a:lvl1pPr>
          </a:lstStyle>
          <a:p>
            <a:pPr>
              <a:defRPr/>
            </a:pPr>
            <a:fld id="{16072DE4-243F-E642-9509-3CCE3865DC0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299420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2">
            <a:extLst>
              <a:ext uri="{FF2B5EF4-FFF2-40B4-BE49-F238E27FC236}">
                <a16:creationId xmlns:a16="http://schemas.microsoft.com/office/drawing/2014/main" id="{38FE5F51-9C54-09BC-24C0-6019CE975919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Data Structures: A Pseudocode Approach with C</a:t>
            </a:r>
          </a:p>
        </p:txBody>
      </p:sp>
      <p:sp>
        <p:nvSpPr>
          <p:cNvPr id="5" name="Rectangle 13">
            <a:extLst>
              <a:ext uri="{FF2B5EF4-FFF2-40B4-BE49-F238E27FC236}">
                <a16:creationId xmlns:a16="http://schemas.microsoft.com/office/drawing/2014/main" id="{ABB23F57-B246-9544-5962-20C289F3ECC3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FBDACE3-D9B0-F143-89FD-0389BCC009E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784506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12">
            <a:extLst>
              <a:ext uri="{FF2B5EF4-FFF2-40B4-BE49-F238E27FC236}">
                <a16:creationId xmlns:a16="http://schemas.microsoft.com/office/drawing/2014/main" id="{0428E625-9E86-2879-B203-F15A7C7ECDB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Data Structures: A Pseudocode Approach with C</a:t>
            </a:r>
          </a:p>
        </p:txBody>
      </p:sp>
      <p:sp>
        <p:nvSpPr>
          <p:cNvPr id="5" name="Rectangle 13">
            <a:extLst>
              <a:ext uri="{FF2B5EF4-FFF2-40B4-BE49-F238E27FC236}">
                <a16:creationId xmlns:a16="http://schemas.microsoft.com/office/drawing/2014/main" id="{39FC4B51-6C2B-D8E7-A43D-F8FD18466C04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A512885-2812-F04C-A9EF-F7D474A74B1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63684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671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825625"/>
            <a:ext cx="38671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ED80DD31-ED23-9474-DE11-19234600651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Data Structures: A Pseudocode Approach with C</a:t>
            </a:r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B2C7C34D-4BCF-8F5E-213C-3A7C0D4CB3D4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8B71157-C389-BF4C-A82F-93B40F9350D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656356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12">
            <a:extLst>
              <a:ext uri="{FF2B5EF4-FFF2-40B4-BE49-F238E27FC236}">
                <a16:creationId xmlns:a16="http://schemas.microsoft.com/office/drawing/2014/main" id="{745B6A2B-F393-C76E-08F1-F6E36C2B59B8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Data Structures: A Pseudocode Approach with C</a:t>
            </a:r>
          </a:p>
        </p:txBody>
      </p:sp>
      <p:sp>
        <p:nvSpPr>
          <p:cNvPr id="8" name="Rectangle 13">
            <a:extLst>
              <a:ext uri="{FF2B5EF4-FFF2-40B4-BE49-F238E27FC236}">
                <a16:creationId xmlns:a16="http://schemas.microsoft.com/office/drawing/2014/main" id="{81DE36B0-9670-9B32-2C96-1BAC9251948A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0BED79A-ED0B-0A4E-A5EA-C6BD0784C86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444177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12">
            <a:extLst>
              <a:ext uri="{FF2B5EF4-FFF2-40B4-BE49-F238E27FC236}">
                <a16:creationId xmlns:a16="http://schemas.microsoft.com/office/drawing/2014/main" id="{90DDA719-8EC3-4D43-3284-59811299FFC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Data Structures: A Pseudocode Approach with C</a:t>
            </a:r>
          </a:p>
        </p:txBody>
      </p:sp>
      <p:sp>
        <p:nvSpPr>
          <p:cNvPr id="4" name="Rectangle 13">
            <a:extLst>
              <a:ext uri="{FF2B5EF4-FFF2-40B4-BE49-F238E27FC236}">
                <a16:creationId xmlns:a16="http://schemas.microsoft.com/office/drawing/2014/main" id="{2785F9A8-B26F-B009-87D5-FF168C643F06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8E25CFB-74EA-6C4E-80A3-C4A26284D8F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915548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2">
            <a:extLst>
              <a:ext uri="{FF2B5EF4-FFF2-40B4-BE49-F238E27FC236}">
                <a16:creationId xmlns:a16="http://schemas.microsoft.com/office/drawing/2014/main" id="{EF1F37EA-C314-CF0F-BAF6-705F0A6A67B7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Data Structures: A Pseudocode Approach with C</a:t>
            </a:r>
          </a:p>
        </p:txBody>
      </p:sp>
      <p:sp>
        <p:nvSpPr>
          <p:cNvPr id="3" name="Rectangle 13">
            <a:extLst>
              <a:ext uri="{FF2B5EF4-FFF2-40B4-BE49-F238E27FC236}">
                <a16:creationId xmlns:a16="http://schemas.microsoft.com/office/drawing/2014/main" id="{6DDB7A29-0482-CE1B-98AB-6A6701C9FC16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072E1F3-4C50-764B-A9C4-A7E7C8787AA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942830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DDFDE37A-CAC8-1673-0046-D89BAB0D7E2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Data Structures: A Pseudocode Approach with C</a:t>
            </a:r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450F8847-6AC4-4CE4-2F92-30D24689FDCE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87C420F-F85A-0546-91EA-E9CF7B90287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327654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7AC37742-BC44-0580-A97B-8A11C30F0937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Data Structures: A Pseudocode Approach with C</a:t>
            </a:r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B1851548-800A-60A2-CD0F-CA6D73555F3E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DC2D9FA-9546-5C47-BFFA-E8597A8A232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140090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2">
            <a:extLst>
              <a:ext uri="{FF2B5EF4-FFF2-40B4-BE49-F238E27FC236}">
                <a16:creationId xmlns:a16="http://schemas.microsoft.com/office/drawing/2014/main" id="{FD66F27C-857C-4955-395C-8BF6C475B8D7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Data Structures: A Pseudocode Approach with C</a:t>
            </a:r>
          </a:p>
        </p:txBody>
      </p:sp>
      <p:sp>
        <p:nvSpPr>
          <p:cNvPr id="5" name="Rectangle 13">
            <a:extLst>
              <a:ext uri="{FF2B5EF4-FFF2-40B4-BE49-F238E27FC236}">
                <a16:creationId xmlns:a16="http://schemas.microsoft.com/office/drawing/2014/main" id="{C5EB304B-BA52-F590-2F2B-F0ABC8C615BA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2589C17-0142-8743-81E0-A68931DEBC9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921579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762625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2">
            <a:extLst>
              <a:ext uri="{FF2B5EF4-FFF2-40B4-BE49-F238E27FC236}">
                <a16:creationId xmlns:a16="http://schemas.microsoft.com/office/drawing/2014/main" id="{657EBC3C-B51C-61D0-27EF-38C7C7DBBBCA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Data Structures: A Pseudocode Approach with C</a:t>
            </a:r>
          </a:p>
        </p:txBody>
      </p:sp>
      <p:sp>
        <p:nvSpPr>
          <p:cNvPr id="5" name="Rectangle 13">
            <a:extLst>
              <a:ext uri="{FF2B5EF4-FFF2-40B4-BE49-F238E27FC236}">
                <a16:creationId xmlns:a16="http://schemas.microsoft.com/office/drawing/2014/main" id="{D91B6E04-5FCE-4FCA-BCE1-8C0B7FDE0D13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8F7146B-12E3-2F45-A5A6-E76FB3777EE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210660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932" name="Rectangle 12">
            <a:extLst>
              <a:ext uri="{FF2B5EF4-FFF2-40B4-BE49-F238E27FC236}">
                <a16:creationId xmlns:a16="http://schemas.microsoft.com/office/drawing/2014/main" id="{D866B17E-A9DB-139B-F86C-6DF93BCB02B9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152400" y="6243638"/>
            <a:ext cx="4876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000">
                <a:latin typeface="+mn-lt"/>
              </a:defRPr>
            </a:lvl1pPr>
          </a:lstStyle>
          <a:p>
            <a:pPr>
              <a:defRPr/>
            </a:pPr>
            <a:r>
              <a:rPr lang="en-US" altLang="en-US"/>
              <a:t>Data Structures: A Pseudocode Approach with C</a:t>
            </a:r>
          </a:p>
        </p:txBody>
      </p:sp>
      <p:sp>
        <p:nvSpPr>
          <p:cNvPr id="209933" name="Rectangle 13">
            <a:extLst>
              <a:ext uri="{FF2B5EF4-FFF2-40B4-BE49-F238E27FC236}">
                <a16:creationId xmlns:a16="http://schemas.microsoft.com/office/drawing/2014/main" id="{56A0579E-72A4-E324-8255-747ED93B51F6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000">
                <a:latin typeface="+mn-lt"/>
              </a:defRPr>
            </a:lvl1pPr>
          </a:lstStyle>
          <a:p>
            <a:pPr>
              <a:defRPr/>
            </a:pPr>
            <a:fld id="{B2AF2262-E521-E14A-A202-25190034441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1028" name="Text Box 15">
            <a:extLst>
              <a:ext uri="{FF2B5EF4-FFF2-40B4-BE49-F238E27FC236}">
                <a16:creationId xmlns:a16="http://schemas.microsoft.com/office/drawing/2014/main" id="{8A244683-12DF-8271-3913-6D750F14E092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572000" y="6553200"/>
            <a:ext cx="4572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50000"/>
              </a:spcBef>
              <a:buFontTx/>
              <a:buChar char="©"/>
              <a:defRPr/>
            </a:pPr>
            <a:endParaRPr lang="en-US" altLang="en-US" b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2" charset="2"/>
        <a:buChar char="n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itchFamily="2" charset="2"/>
        <a:buChar char="n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itchFamily="2" charset="2"/>
        <a:buChar char="n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itchFamily="2" charset="2"/>
        <a:buChar char="n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.xml"/><Relationship Id="rId3" Type="http://schemas.openxmlformats.org/officeDocument/2006/relationships/tags" Target="../tags/tag4.xml"/><Relationship Id="rId7" Type="http://schemas.openxmlformats.org/officeDocument/2006/relationships/slideLayout" Target="../slideLayouts/slideLayout2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tags" Target="../tags/tag7.xml"/><Relationship Id="rId5" Type="http://schemas.openxmlformats.org/officeDocument/2006/relationships/tags" Target="../tags/tag6.xml"/><Relationship Id="rId4" Type="http://schemas.openxmlformats.org/officeDocument/2006/relationships/tags" Target="../tags/tag5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3.xml"/><Relationship Id="rId3" Type="http://schemas.openxmlformats.org/officeDocument/2006/relationships/tags" Target="../tags/tag10.xml"/><Relationship Id="rId7" Type="http://schemas.openxmlformats.org/officeDocument/2006/relationships/slideLayout" Target="../slideLayouts/slideLayout2.xml"/><Relationship Id="rId2" Type="http://schemas.openxmlformats.org/officeDocument/2006/relationships/tags" Target="../tags/tag9.xml"/><Relationship Id="rId1" Type="http://schemas.openxmlformats.org/officeDocument/2006/relationships/tags" Target="../tags/tag8.xml"/><Relationship Id="rId6" Type="http://schemas.openxmlformats.org/officeDocument/2006/relationships/tags" Target="../tags/tag13.xml"/><Relationship Id="rId5" Type="http://schemas.openxmlformats.org/officeDocument/2006/relationships/tags" Target="../tags/tag12.xml"/><Relationship Id="rId4" Type="http://schemas.openxmlformats.org/officeDocument/2006/relationships/tags" Target="../tags/tag11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4.xml"/><Relationship Id="rId3" Type="http://schemas.openxmlformats.org/officeDocument/2006/relationships/tags" Target="../tags/tag16.xml"/><Relationship Id="rId7" Type="http://schemas.openxmlformats.org/officeDocument/2006/relationships/slideLayout" Target="../slideLayouts/slideLayout2.xml"/><Relationship Id="rId2" Type="http://schemas.openxmlformats.org/officeDocument/2006/relationships/tags" Target="../tags/tag15.xml"/><Relationship Id="rId1" Type="http://schemas.openxmlformats.org/officeDocument/2006/relationships/tags" Target="../tags/tag14.xml"/><Relationship Id="rId6" Type="http://schemas.openxmlformats.org/officeDocument/2006/relationships/tags" Target="../tags/tag19.xml"/><Relationship Id="rId5" Type="http://schemas.openxmlformats.org/officeDocument/2006/relationships/tags" Target="../tags/tag18.xml"/><Relationship Id="rId4" Type="http://schemas.openxmlformats.org/officeDocument/2006/relationships/tags" Target="../tags/tag17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5.xml"/><Relationship Id="rId3" Type="http://schemas.openxmlformats.org/officeDocument/2006/relationships/tags" Target="../tags/tag22.xml"/><Relationship Id="rId7" Type="http://schemas.openxmlformats.org/officeDocument/2006/relationships/slideLayout" Target="../slideLayouts/slideLayout2.xml"/><Relationship Id="rId2" Type="http://schemas.openxmlformats.org/officeDocument/2006/relationships/tags" Target="../tags/tag21.xml"/><Relationship Id="rId1" Type="http://schemas.openxmlformats.org/officeDocument/2006/relationships/tags" Target="../tags/tag20.xml"/><Relationship Id="rId6" Type="http://schemas.openxmlformats.org/officeDocument/2006/relationships/tags" Target="../tags/tag25.xml"/><Relationship Id="rId5" Type="http://schemas.openxmlformats.org/officeDocument/2006/relationships/tags" Target="../tags/tag24.xml"/><Relationship Id="rId4" Type="http://schemas.openxmlformats.org/officeDocument/2006/relationships/tags" Target="../tags/tag23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tags" Target="../tags/tag33.xml"/><Relationship Id="rId13" Type="http://schemas.openxmlformats.org/officeDocument/2006/relationships/notesSlide" Target="../notesSlides/notesSlide6.xml"/><Relationship Id="rId3" Type="http://schemas.openxmlformats.org/officeDocument/2006/relationships/tags" Target="../tags/tag28.xml"/><Relationship Id="rId7" Type="http://schemas.openxmlformats.org/officeDocument/2006/relationships/tags" Target="../tags/tag32.xml"/><Relationship Id="rId12" Type="http://schemas.openxmlformats.org/officeDocument/2006/relationships/slideLayout" Target="../slideLayouts/slideLayout2.xml"/><Relationship Id="rId2" Type="http://schemas.openxmlformats.org/officeDocument/2006/relationships/tags" Target="../tags/tag27.xml"/><Relationship Id="rId1" Type="http://schemas.openxmlformats.org/officeDocument/2006/relationships/tags" Target="../tags/tag26.xml"/><Relationship Id="rId6" Type="http://schemas.openxmlformats.org/officeDocument/2006/relationships/tags" Target="../tags/tag31.xml"/><Relationship Id="rId11" Type="http://schemas.openxmlformats.org/officeDocument/2006/relationships/tags" Target="../tags/tag36.xml"/><Relationship Id="rId5" Type="http://schemas.openxmlformats.org/officeDocument/2006/relationships/tags" Target="../tags/tag30.xml"/><Relationship Id="rId10" Type="http://schemas.openxmlformats.org/officeDocument/2006/relationships/tags" Target="../tags/tag35.xml"/><Relationship Id="rId4" Type="http://schemas.openxmlformats.org/officeDocument/2006/relationships/tags" Target="../tags/tag29.xml"/><Relationship Id="rId9" Type="http://schemas.openxmlformats.org/officeDocument/2006/relationships/tags" Target="../tags/tag34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tags" Target="../tags/tag44.xml"/><Relationship Id="rId13" Type="http://schemas.openxmlformats.org/officeDocument/2006/relationships/notesSlide" Target="../notesSlides/notesSlide7.xml"/><Relationship Id="rId3" Type="http://schemas.openxmlformats.org/officeDocument/2006/relationships/tags" Target="../tags/tag39.xml"/><Relationship Id="rId7" Type="http://schemas.openxmlformats.org/officeDocument/2006/relationships/tags" Target="../tags/tag43.xml"/><Relationship Id="rId12" Type="http://schemas.openxmlformats.org/officeDocument/2006/relationships/slideLayout" Target="../slideLayouts/slideLayout2.xml"/><Relationship Id="rId2" Type="http://schemas.openxmlformats.org/officeDocument/2006/relationships/tags" Target="../tags/tag38.xml"/><Relationship Id="rId1" Type="http://schemas.openxmlformats.org/officeDocument/2006/relationships/tags" Target="../tags/tag37.xml"/><Relationship Id="rId6" Type="http://schemas.openxmlformats.org/officeDocument/2006/relationships/tags" Target="../tags/tag42.xml"/><Relationship Id="rId11" Type="http://schemas.openxmlformats.org/officeDocument/2006/relationships/tags" Target="../tags/tag47.xml"/><Relationship Id="rId5" Type="http://schemas.openxmlformats.org/officeDocument/2006/relationships/tags" Target="../tags/tag41.xml"/><Relationship Id="rId10" Type="http://schemas.openxmlformats.org/officeDocument/2006/relationships/tags" Target="../tags/tag46.xml"/><Relationship Id="rId4" Type="http://schemas.openxmlformats.org/officeDocument/2006/relationships/tags" Target="../tags/tag40.xml"/><Relationship Id="rId9" Type="http://schemas.openxmlformats.org/officeDocument/2006/relationships/tags" Target="../tags/tag45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tags" Target="../tags/tag55.xml"/><Relationship Id="rId13" Type="http://schemas.openxmlformats.org/officeDocument/2006/relationships/tags" Target="../tags/tag60.xml"/><Relationship Id="rId18" Type="http://schemas.openxmlformats.org/officeDocument/2006/relationships/notesSlide" Target="../notesSlides/notesSlide8.xml"/><Relationship Id="rId3" Type="http://schemas.openxmlformats.org/officeDocument/2006/relationships/tags" Target="../tags/tag50.xml"/><Relationship Id="rId7" Type="http://schemas.openxmlformats.org/officeDocument/2006/relationships/tags" Target="../tags/tag54.xml"/><Relationship Id="rId12" Type="http://schemas.openxmlformats.org/officeDocument/2006/relationships/tags" Target="../tags/tag59.xml"/><Relationship Id="rId17" Type="http://schemas.openxmlformats.org/officeDocument/2006/relationships/slideLayout" Target="../slideLayouts/slideLayout2.xml"/><Relationship Id="rId2" Type="http://schemas.openxmlformats.org/officeDocument/2006/relationships/tags" Target="../tags/tag49.xml"/><Relationship Id="rId16" Type="http://schemas.openxmlformats.org/officeDocument/2006/relationships/tags" Target="../tags/tag63.xml"/><Relationship Id="rId1" Type="http://schemas.openxmlformats.org/officeDocument/2006/relationships/tags" Target="../tags/tag48.xml"/><Relationship Id="rId6" Type="http://schemas.openxmlformats.org/officeDocument/2006/relationships/tags" Target="../tags/tag53.xml"/><Relationship Id="rId11" Type="http://schemas.openxmlformats.org/officeDocument/2006/relationships/tags" Target="../tags/tag58.xml"/><Relationship Id="rId5" Type="http://schemas.openxmlformats.org/officeDocument/2006/relationships/tags" Target="../tags/tag52.xml"/><Relationship Id="rId15" Type="http://schemas.openxmlformats.org/officeDocument/2006/relationships/tags" Target="../tags/tag62.xml"/><Relationship Id="rId10" Type="http://schemas.openxmlformats.org/officeDocument/2006/relationships/tags" Target="../tags/tag57.xml"/><Relationship Id="rId4" Type="http://schemas.openxmlformats.org/officeDocument/2006/relationships/tags" Target="../tags/tag51.xml"/><Relationship Id="rId9" Type="http://schemas.openxmlformats.org/officeDocument/2006/relationships/tags" Target="../tags/tag56.xml"/><Relationship Id="rId14" Type="http://schemas.openxmlformats.org/officeDocument/2006/relationships/tags" Target="../tags/tag61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tags" Target="../tags/tag71.xml"/><Relationship Id="rId13" Type="http://schemas.openxmlformats.org/officeDocument/2006/relationships/tags" Target="../tags/tag76.xml"/><Relationship Id="rId18" Type="http://schemas.openxmlformats.org/officeDocument/2006/relationships/tags" Target="../tags/tag81.xml"/><Relationship Id="rId3" Type="http://schemas.openxmlformats.org/officeDocument/2006/relationships/tags" Target="../tags/tag66.xml"/><Relationship Id="rId21" Type="http://schemas.openxmlformats.org/officeDocument/2006/relationships/tags" Target="../tags/tag84.xml"/><Relationship Id="rId7" Type="http://schemas.openxmlformats.org/officeDocument/2006/relationships/tags" Target="../tags/tag70.xml"/><Relationship Id="rId12" Type="http://schemas.openxmlformats.org/officeDocument/2006/relationships/tags" Target="../tags/tag75.xml"/><Relationship Id="rId17" Type="http://schemas.openxmlformats.org/officeDocument/2006/relationships/tags" Target="../tags/tag80.xml"/><Relationship Id="rId2" Type="http://schemas.openxmlformats.org/officeDocument/2006/relationships/tags" Target="../tags/tag65.xml"/><Relationship Id="rId16" Type="http://schemas.openxmlformats.org/officeDocument/2006/relationships/tags" Target="../tags/tag79.xml"/><Relationship Id="rId20" Type="http://schemas.openxmlformats.org/officeDocument/2006/relationships/tags" Target="../tags/tag83.xml"/><Relationship Id="rId1" Type="http://schemas.openxmlformats.org/officeDocument/2006/relationships/tags" Target="../tags/tag64.xml"/><Relationship Id="rId6" Type="http://schemas.openxmlformats.org/officeDocument/2006/relationships/tags" Target="../tags/tag69.xml"/><Relationship Id="rId11" Type="http://schemas.openxmlformats.org/officeDocument/2006/relationships/tags" Target="../tags/tag74.xml"/><Relationship Id="rId5" Type="http://schemas.openxmlformats.org/officeDocument/2006/relationships/tags" Target="../tags/tag68.xml"/><Relationship Id="rId15" Type="http://schemas.openxmlformats.org/officeDocument/2006/relationships/tags" Target="../tags/tag78.xml"/><Relationship Id="rId23" Type="http://schemas.openxmlformats.org/officeDocument/2006/relationships/notesSlide" Target="../notesSlides/notesSlide9.xml"/><Relationship Id="rId10" Type="http://schemas.openxmlformats.org/officeDocument/2006/relationships/tags" Target="../tags/tag73.xml"/><Relationship Id="rId19" Type="http://schemas.openxmlformats.org/officeDocument/2006/relationships/tags" Target="../tags/tag82.xml"/><Relationship Id="rId4" Type="http://schemas.openxmlformats.org/officeDocument/2006/relationships/tags" Target="../tags/tag67.xml"/><Relationship Id="rId9" Type="http://schemas.openxmlformats.org/officeDocument/2006/relationships/tags" Target="../tags/tag72.xml"/><Relationship Id="rId14" Type="http://schemas.openxmlformats.org/officeDocument/2006/relationships/tags" Target="../tags/tag77.xml"/><Relationship Id="rId22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0.xml"/><Relationship Id="rId3" Type="http://schemas.openxmlformats.org/officeDocument/2006/relationships/tags" Target="../tags/tag87.xml"/><Relationship Id="rId7" Type="http://schemas.openxmlformats.org/officeDocument/2006/relationships/slideLayout" Target="../slideLayouts/slideLayout2.xml"/><Relationship Id="rId2" Type="http://schemas.openxmlformats.org/officeDocument/2006/relationships/tags" Target="../tags/tag86.xml"/><Relationship Id="rId1" Type="http://schemas.openxmlformats.org/officeDocument/2006/relationships/tags" Target="../tags/tag85.xml"/><Relationship Id="rId6" Type="http://schemas.openxmlformats.org/officeDocument/2006/relationships/tags" Target="../tags/tag90.xml"/><Relationship Id="rId5" Type="http://schemas.openxmlformats.org/officeDocument/2006/relationships/tags" Target="../tags/tag89.xml"/><Relationship Id="rId4" Type="http://schemas.openxmlformats.org/officeDocument/2006/relationships/tags" Target="../tags/tag88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tags" Target="../tags/tag98.xml"/><Relationship Id="rId13" Type="http://schemas.openxmlformats.org/officeDocument/2006/relationships/notesSlide" Target="../notesSlides/notesSlide11.xml"/><Relationship Id="rId3" Type="http://schemas.openxmlformats.org/officeDocument/2006/relationships/tags" Target="../tags/tag93.xml"/><Relationship Id="rId7" Type="http://schemas.openxmlformats.org/officeDocument/2006/relationships/tags" Target="../tags/tag97.xml"/><Relationship Id="rId12" Type="http://schemas.openxmlformats.org/officeDocument/2006/relationships/slideLayout" Target="../slideLayouts/slideLayout2.xml"/><Relationship Id="rId2" Type="http://schemas.openxmlformats.org/officeDocument/2006/relationships/tags" Target="../tags/tag92.xml"/><Relationship Id="rId1" Type="http://schemas.openxmlformats.org/officeDocument/2006/relationships/tags" Target="../tags/tag91.xml"/><Relationship Id="rId6" Type="http://schemas.openxmlformats.org/officeDocument/2006/relationships/tags" Target="../tags/tag96.xml"/><Relationship Id="rId11" Type="http://schemas.openxmlformats.org/officeDocument/2006/relationships/tags" Target="../tags/tag101.xml"/><Relationship Id="rId5" Type="http://schemas.openxmlformats.org/officeDocument/2006/relationships/tags" Target="../tags/tag95.xml"/><Relationship Id="rId10" Type="http://schemas.openxmlformats.org/officeDocument/2006/relationships/tags" Target="../tags/tag100.xml"/><Relationship Id="rId4" Type="http://schemas.openxmlformats.org/officeDocument/2006/relationships/tags" Target="../tags/tag94.xml"/><Relationship Id="rId9" Type="http://schemas.openxmlformats.org/officeDocument/2006/relationships/tags" Target="../tags/tag99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tags" Target="../tags/tag109.xml"/><Relationship Id="rId13" Type="http://schemas.openxmlformats.org/officeDocument/2006/relationships/notesSlide" Target="../notesSlides/notesSlide12.xml"/><Relationship Id="rId3" Type="http://schemas.openxmlformats.org/officeDocument/2006/relationships/tags" Target="../tags/tag104.xml"/><Relationship Id="rId7" Type="http://schemas.openxmlformats.org/officeDocument/2006/relationships/tags" Target="../tags/tag108.xml"/><Relationship Id="rId12" Type="http://schemas.openxmlformats.org/officeDocument/2006/relationships/slideLayout" Target="../slideLayouts/slideLayout2.xml"/><Relationship Id="rId2" Type="http://schemas.openxmlformats.org/officeDocument/2006/relationships/tags" Target="../tags/tag103.xml"/><Relationship Id="rId1" Type="http://schemas.openxmlformats.org/officeDocument/2006/relationships/tags" Target="../tags/tag102.xml"/><Relationship Id="rId6" Type="http://schemas.openxmlformats.org/officeDocument/2006/relationships/tags" Target="../tags/tag107.xml"/><Relationship Id="rId11" Type="http://schemas.openxmlformats.org/officeDocument/2006/relationships/tags" Target="../tags/tag112.xml"/><Relationship Id="rId5" Type="http://schemas.openxmlformats.org/officeDocument/2006/relationships/tags" Target="../tags/tag106.xml"/><Relationship Id="rId10" Type="http://schemas.openxmlformats.org/officeDocument/2006/relationships/tags" Target="../tags/tag111.xml"/><Relationship Id="rId4" Type="http://schemas.openxmlformats.org/officeDocument/2006/relationships/tags" Target="../tags/tag105.xml"/><Relationship Id="rId9" Type="http://schemas.openxmlformats.org/officeDocument/2006/relationships/tags" Target="../tags/tag110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3.xml"/><Relationship Id="rId3" Type="http://schemas.openxmlformats.org/officeDocument/2006/relationships/tags" Target="../tags/tag115.xml"/><Relationship Id="rId7" Type="http://schemas.openxmlformats.org/officeDocument/2006/relationships/slideLayout" Target="../slideLayouts/slideLayout2.xml"/><Relationship Id="rId2" Type="http://schemas.openxmlformats.org/officeDocument/2006/relationships/tags" Target="../tags/tag114.xml"/><Relationship Id="rId1" Type="http://schemas.openxmlformats.org/officeDocument/2006/relationships/tags" Target="../tags/tag113.xml"/><Relationship Id="rId6" Type="http://schemas.openxmlformats.org/officeDocument/2006/relationships/tags" Target="../tags/tag118.xml"/><Relationship Id="rId5" Type="http://schemas.openxmlformats.org/officeDocument/2006/relationships/tags" Target="../tags/tag117.xml"/><Relationship Id="rId4" Type="http://schemas.openxmlformats.org/officeDocument/2006/relationships/tags" Target="../tags/tag11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Footer Placeholder 1">
            <a:extLst>
              <a:ext uri="{FF2B5EF4-FFF2-40B4-BE49-F238E27FC236}">
                <a16:creationId xmlns:a16="http://schemas.microsoft.com/office/drawing/2014/main" id="{F2EEDE12-A0A0-93F0-BA74-6D8E208B5EB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Data Structures: A Pseudocode Approach with C</a:t>
            </a:r>
          </a:p>
        </p:txBody>
      </p:sp>
      <p:sp>
        <p:nvSpPr>
          <p:cNvPr id="22" name="Slide Number Placeholder 2">
            <a:extLst>
              <a:ext uri="{FF2B5EF4-FFF2-40B4-BE49-F238E27FC236}">
                <a16:creationId xmlns:a16="http://schemas.microsoft.com/office/drawing/2014/main" id="{1661F839-BA4B-91E2-8668-3018F941746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CBD3F6C0-C0BF-D948-8E7E-B8C0D2A08381}" type="slidenum">
              <a:rPr lang="en-US" altLang="en-US"/>
              <a:pPr>
                <a:defRPr/>
              </a:pPr>
              <a:t>1</a:t>
            </a:fld>
            <a:endParaRPr lang="en-US" altLang="en-US"/>
          </a:p>
        </p:txBody>
      </p:sp>
      <p:sp>
        <p:nvSpPr>
          <p:cNvPr id="14340" name="Line 2">
            <a:extLst>
              <a:ext uri="{FF2B5EF4-FFF2-40B4-BE49-F238E27FC236}">
                <a16:creationId xmlns:a16="http://schemas.microsoft.com/office/drawing/2014/main" id="{A1F0912D-66C6-1272-E9BC-13A7BA75781E}"/>
              </a:ext>
            </a:extLst>
          </p:cNvPr>
          <p:cNvSpPr>
            <a:spLocks noChangeShapeType="1"/>
          </p:cNvSpPr>
          <p:nvPr/>
        </p:nvSpPr>
        <p:spPr bwMode="auto">
          <a:xfrm>
            <a:off x="228600" y="3517900"/>
            <a:ext cx="8610600" cy="0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341" name="Line 3">
            <a:extLst>
              <a:ext uri="{FF2B5EF4-FFF2-40B4-BE49-F238E27FC236}">
                <a16:creationId xmlns:a16="http://schemas.microsoft.com/office/drawing/2014/main" id="{0FA7076E-2581-6CE3-67CA-0CA18BBDD004}"/>
              </a:ext>
            </a:extLst>
          </p:cNvPr>
          <p:cNvSpPr>
            <a:spLocks noChangeShapeType="1"/>
          </p:cNvSpPr>
          <p:nvPr/>
        </p:nvSpPr>
        <p:spPr bwMode="auto">
          <a:xfrm>
            <a:off x="266700" y="304800"/>
            <a:ext cx="8610600" cy="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342" name="Rectangle 5">
            <a:extLst>
              <a:ext uri="{FF2B5EF4-FFF2-40B4-BE49-F238E27FC236}">
                <a16:creationId xmlns:a16="http://schemas.microsoft.com/office/drawing/2014/main" id="{9C837D93-69AD-23FA-9EF4-C405E764E6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3138" y="457200"/>
            <a:ext cx="44450" cy="847725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14343" name="Rectangle 6">
            <a:extLst>
              <a:ext uri="{FF2B5EF4-FFF2-40B4-BE49-F238E27FC236}">
                <a16:creationId xmlns:a16="http://schemas.microsoft.com/office/drawing/2014/main" id="{FD4D75F8-E3A8-EBCA-BBBF-1C2F983B8F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3125" y="457200"/>
            <a:ext cx="44450" cy="746125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14344" name="Rectangle 7">
            <a:extLst>
              <a:ext uri="{FF2B5EF4-FFF2-40B4-BE49-F238E27FC236}">
                <a16:creationId xmlns:a16="http://schemas.microsoft.com/office/drawing/2014/main" id="{CD3C8FAA-F1BB-847E-4EEC-C1196B527F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1525" y="457200"/>
            <a:ext cx="44450" cy="636588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14345" name="Rectangle 8">
            <a:extLst>
              <a:ext uri="{FF2B5EF4-FFF2-40B4-BE49-F238E27FC236}">
                <a16:creationId xmlns:a16="http://schemas.microsoft.com/office/drawing/2014/main" id="{5B58DEB1-EDF7-7E80-3F6A-74CBA13A62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9925" y="457200"/>
            <a:ext cx="44450" cy="530225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14346" name="Rectangle 9">
            <a:extLst>
              <a:ext uri="{FF2B5EF4-FFF2-40B4-BE49-F238E27FC236}">
                <a16:creationId xmlns:a16="http://schemas.microsoft.com/office/drawing/2014/main" id="{ACFFABB7-8B3E-BBA1-8914-3C74B9571F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9913" y="457200"/>
            <a:ext cx="44450" cy="427038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14347" name="Rectangle 10">
            <a:extLst>
              <a:ext uri="{FF2B5EF4-FFF2-40B4-BE49-F238E27FC236}">
                <a16:creationId xmlns:a16="http://schemas.microsoft.com/office/drawing/2014/main" id="{6B22B5C3-F553-661A-D55E-47872F9714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457200"/>
            <a:ext cx="44450" cy="312738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14348" name="Rectangle 11">
            <a:extLst>
              <a:ext uri="{FF2B5EF4-FFF2-40B4-BE49-F238E27FC236}">
                <a16:creationId xmlns:a16="http://schemas.microsoft.com/office/drawing/2014/main" id="{0698EA2B-0259-2428-20E8-6FEAE9E615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6713" y="457200"/>
            <a:ext cx="46037" cy="215900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14349" name="Rectangle 12">
            <a:extLst>
              <a:ext uri="{FF2B5EF4-FFF2-40B4-BE49-F238E27FC236}">
                <a16:creationId xmlns:a16="http://schemas.microsoft.com/office/drawing/2014/main" id="{077A57F8-3E6B-EB98-F435-D65A207F18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6700" y="457200"/>
            <a:ext cx="44450" cy="107950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14350" name="Rectangle 13">
            <a:extLst>
              <a:ext uri="{FF2B5EF4-FFF2-40B4-BE49-F238E27FC236}">
                <a16:creationId xmlns:a16="http://schemas.microsoft.com/office/drawing/2014/main" id="{5B5D4283-6384-6554-38E7-7F9369D324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4738" y="457200"/>
            <a:ext cx="41275" cy="95091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14351" name="Rectangle 14">
            <a:extLst>
              <a:ext uri="{FF2B5EF4-FFF2-40B4-BE49-F238E27FC236}">
                <a16:creationId xmlns:a16="http://schemas.microsoft.com/office/drawing/2014/main" id="{292FABAD-E9FB-D3FF-D7DE-36DC6B1A79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3163" y="457200"/>
            <a:ext cx="41275" cy="10588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14352" name="Rectangle 15">
            <a:extLst>
              <a:ext uri="{FF2B5EF4-FFF2-40B4-BE49-F238E27FC236}">
                <a16:creationId xmlns:a16="http://schemas.microsoft.com/office/drawing/2014/main" id="{33D12BF1-984B-A015-11FB-268894FDEB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70000" y="457200"/>
            <a:ext cx="42863" cy="1160463"/>
          </a:xfrm>
          <a:prstGeom prst="rect">
            <a:avLst/>
          </a:prstGeom>
          <a:solidFill>
            <a:schemeClr val="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14353" name="Rectangle 16">
            <a:extLst>
              <a:ext uri="{FF2B5EF4-FFF2-40B4-BE49-F238E27FC236}">
                <a16:creationId xmlns:a16="http://schemas.microsoft.com/office/drawing/2014/main" id="{52207F5E-1501-CE46-420E-5E3109B245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0013" y="457200"/>
            <a:ext cx="44450" cy="1270000"/>
          </a:xfrm>
          <a:prstGeom prst="rect">
            <a:avLst/>
          </a:prstGeom>
          <a:solidFill>
            <a:schemeClr val="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14354" name="Rectangle 17">
            <a:extLst>
              <a:ext uri="{FF2B5EF4-FFF2-40B4-BE49-F238E27FC236}">
                <a16:creationId xmlns:a16="http://schemas.microsoft.com/office/drawing/2014/main" id="{EDC4E872-891A-6977-879C-8F99656882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70025" y="457200"/>
            <a:ext cx="42863" cy="1371600"/>
          </a:xfrm>
          <a:prstGeom prst="rect">
            <a:avLst/>
          </a:prstGeom>
          <a:solidFill>
            <a:schemeClr val="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392210" name="Text Box 18">
            <a:extLst>
              <a:ext uri="{FF2B5EF4-FFF2-40B4-BE49-F238E27FC236}">
                <a16:creationId xmlns:a16="http://schemas.microsoft.com/office/drawing/2014/main" id="{E980AAA7-0907-9D03-B21A-7F7941E9AE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2600" y="631825"/>
            <a:ext cx="2625725" cy="701675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en-US" sz="4000">
                <a:effectLst>
                  <a:outerShdw blurRad="38100" dist="38100" dir="2700000" algn="tl">
                    <a:srgbClr val="C0C0C0"/>
                  </a:outerShdw>
                </a:effectLst>
              </a:rPr>
              <a:t>Chapter   3</a:t>
            </a:r>
            <a:endParaRPr lang="en-US" altLang="en-US" sz="4000" i="1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14356" name="Rectangle 20">
            <a:extLst>
              <a:ext uri="{FF2B5EF4-FFF2-40B4-BE49-F238E27FC236}">
                <a16:creationId xmlns:a16="http://schemas.microsoft.com/office/drawing/2014/main" id="{11862AB7-CD8E-1D23-28F9-9BC17140EE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2755900"/>
            <a:ext cx="7696200" cy="10683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3600">
                <a:solidFill>
                  <a:schemeClr val="hlink"/>
                </a:solidFill>
              </a:rPr>
              <a:t>Objectives </a:t>
            </a:r>
            <a:br>
              <a:rPr lang="en-US" altLang="en-US" sz="2800">
                <a:solidFill>
                  <a:schemeClr val="hlink"/>
                </a:solidFill>
              </a:rPr>
            </a:br>
            <a:endParaRPr lang="en-US" altLang="en-US" sz="2800"/>
          </a:p>
        </p:txBody>
      </p:sp>
      <p:sp>
        <p:nvSpPr>
          <p:cNvPr id="14357" name="Rectangle 21">
            <a:extLst>
              <a:ext uri="{FF2B5EF4-FFF2-40B4-BE49-F238E27FC236}">
                <a16:creationId xmlns:a16="http://schemas.microsoft.com/office/drawing/2014/main" id="{CCE3F418-3583-93C2-1BA8-61016B3478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3670300"/>
            <a:ext cx="8763000" cy="23447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i="1">
                <a:solidFill>
                  <a:schemeClr val="hlink"/>
                </a:solidFill>
              </a:rPr>
              <a:t>Upon completion you will be able to</a:t>
            </a:r>
            <a:br>
              <a:rPr lang="en-US" altLang="en-US" i="1">
                <a:solidFill>
                  <a:schemeClr val="hlink"/>
                </a:solidFill>
              </a:rPr>
            </a:br>
            <a:endParaRPr lang="en-US" altLang="en-US">
              <a:solidFill>
                <a:schemeClr val="hlink"/>
              </a:solidFill>
            </a:endParaRPr>
          </a:p>
          <a:p>
            <a:pPr>
              <a:buFontTx/>
              <a:buChar char="•"/>
            </a:pPr>
            <a:r>
              <a:rPr lang="en-US" altLang="en-US"/>
              <a:t> Explain the design, use, and operation of a stack</a:t>
            </a:r>
          </a:p>
          <a:p>
            <a:pPr>
              <a:buFontTx/>
              <a:buChar char="•"/>
            </a:pPr>
            <a:r>
              <a:rPr lang="en-US" altLang="en-US"/>
              <a:t> Implement a stack using a linked list structure</a:t>
            </a:r>
          </a:p>
          <a:p>
            <a:pPr>
              <a:buFontTx/>
              <a:buChar char="•"/>
            </a:pPr>
            <a:r>
              <a:rPr lang="en-US" altLang="en-US"/>
              <a:t> Understand the operation of the stack ADT</a:t>
            </a:r>
          </a:p>
          <a:p>
            <a:endParaRPr lang="en-US" altLang="en-US" sz="2800"/>
          </a:p>
        </p:txBody>
      </p:sp>
      <p:sp>
        <p:nvSpPr>
          <p:cNvPr id="392214" name="Text Box 22">
            <a:extLst>
              <a:ext uri="{FF2B5EF4-FFF2-40B4-BE49-F238E27FC236}">
                <a16:creationId xmlns:a16="http://schemas.microsoft.com/office/drawing/2014/main" id="{B50769EA-B237-435F-33D9-AA07B7B111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01938" y="1371600"/>
            <a:ext cx="1809750" cy="823913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en-US" sz="4800" i="1">
                <a:effectLst>
                  <a:outerShdw blurRad="38100" dist="38100" dir="2700000" algn="tl">
                    <a:srgbClr val="C0C0C0"/>
                  </a:outerShdw>
                </a:effectLst>
              </a:rPr>
              <a:t>Stacks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1">
            <a:extLst>
              <a:ext uri="{FF2B5EF4-FFF2-40B4-BE49-F238E27FC236}">
                <a16:creationId xmlns:a16="http://schemas.microsoft.com/office/drawing/2014/main" id="{4C5F4CDA-D05B-D75F-DE78-04BE433A8FD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Data Structures: A Pseudocode Approach with C</a:t>
            </a:r>
          </a:p>
        </p:txBody>
      </p:sp>
      <p:sp>
        <p:nvSpPr>
          <p:cNvPr id="4" name="Slide Number Placeholder 2">
            <a:extLst>
              <a:ext uri="{FF2B5EF4-FFF2-40B4-BE49-F238E27FC236}">
                <a16:creationId xmlns:a16="http://schemas.microsoft.com/office/drawing/2014/main" id="{A4719A8D-FC10-7F20-AA6D-CAF75F1E7DE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CA5829CE-E513-A749-8503-0236776D85D8}" type="slidenum">
              <a:rPr lang="en-US" altLang="en-US"/>
              <a:pPr>
                <a:defRPr/>
              </a:pPr>
              <a:t>2</a:t>
            </a:fld>
            <a:endParaRPr lang="en-US" altLang="en-US"/>
          </a:p>
        </p:txBody>
      </p:sp>
      <p:pic>
        <p:nvPicPr>
          <p:cNvPr id="15363" name="Picture 18">
            <a:extLst>
              <a:ext uri="{FF2B5EF4-FFF2-40B4-BE49-F238E27FC236}">
                <a16:creationId xmlns:a16="http://schemas.microsoft.com/office/drawing/2014/main" id="{9544712B-FA2D-A18C-9B52-4850FC12AE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2362200"/>
            <a:ext cx="8062913" cy="2625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1">
            <a:extLst>
              <a:ext uri="{FF2B5EF4-FFF2-40B4-BE49-F238E27FC236}">
                <a16:creationId xmlns:a16="http://schemas.microsoft.com/office/drawing/2014/main" id="{0D0D4265-E564-EEE4-2C68-068A44C5C85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Data Structures: A Pseudocode Approach with C</a:t>
            </a:r>
          </a:p>
        </p:txBody>
      </p:sp>
      <p:sp>
        <p:nvSpPr>
          <p:cNvPr id="8" name="Slide Number Placeholder 2">
            <a:extLst>
              <a:ext uri="{FF2B5EF4-FFF2-40B4-BE49-F238E27FC236}">
                <a16:creationId xmlns:a16="http://schemas.microsoft.com/office/drawing/2014/main" id="{2C178906-6608-041F-70E0-C51DFB1985D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8CD35052-61AE-7840-97B0-D44E75BE6987}" type="slidenum">
              <a:rPr lang="en-US" altLang="en-US"/>
              <a:pPr>
                <a:defRPr/>
              </a:pPr>
              <a:t>3</a:t>
            </a:fld>
            <a:endParaRPr lang="en-US" altLang="en-US"/>
          </a:p>
        </p:txBody>
      </p:sp>
      <p:sp>
        <p:nvSpPr>
          <p:cNvPr id="16387" name="Text Box 3">
            <a:extLst>
              <a:ext uri="{FF2B5EF4-FFF2-40B4-BE49-F238E27FC236}">
                <a16:creationId xmlns:a16="http://schemas.microsoft.com/office/drawing/2014/main" id="{4EFA5BAA-8592-9049-A3D1-59ADD35921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354013"/>
            <a:ext cx="633095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3600">
                <a:latin typeface="Arial" panose="020B0604020202020204" pitchFamily="34" charset="0"/>
              </a:rPr>
              <a:t>3-1   Basic Stack Operations</a:t>
            </a:r>
          </a:p>
        </p:txBody>
      </p:sp>
      <p:sp>
        <p:nvSpPr>
          <p:cNvPr id="16388" name="Text Box 5">
            <a:extLst>
              <a:ext uri="{FF2B5EF4-FFF2-40B4-BE49-F238E27FC236}">
                <a16:creationId xmlns:a16="http://schemas.microsoft.com/office/drawing/2014/main" id="{DE89DCFF-23B1-E698-9E30-B5C1A63014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9600" y="6400800"/>
            <a:ext cx="1841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 sz="1800"/>
          </a:p>
        </p:txBody>
      </p:sp>
      <p:sp>
        <p:nvSpPr>
          <p:cNvPr id="16389" name="Rectangle 9">
            <a:extLst>
              <a:ext uri="{FF2B5EF4-FFF2-40B4-BE49-F238E27FC236}">
                <a16:creationId xmlns:a16="http://schemas.microsoft.com/office/drawing/2014/main" id="{7880CF95-0511-18B5-D7F2-6C568B1EC1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-5257800"/>
            <a:ext cx="7391400" cy="1768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500"/>
              <a:t>3.1 Basic Stack Operations</a:t>
            </a:r>
          </a:p>
          <a:p>
            <a:r>
              <a:rPr lang="en-US" altLang="en-US" sz="500"/>
              <a:t>The stack concept is introduced and three basic stack operations are discussed.</a:t>
            </a:r>
          </a:p>
          <a:p>
            <a:endParaRPr lang="en-US" altLang="en-US" sz="500"/>
          </a:p>
          <a:p>
            <a:endParaRPr lang="en-US" altLang="en-US" sz="500"/>
          </a:p>
          <a:p>
            <a:r>
              <a:rPr lang="en-US" altLang="en-US" sz="500"/>
              <a:t>3.2 Stack Linked List Implementation</a:t>
            </a:r>
          </a:p>
          <a:p>
            <a:r>
              <a:rPr lang="en-US" altLang="en-US" sz="500"/>
              <a:t>In this section we present a linked-list design for a stack. After developing the data structures, we write pseudocode algorithms for the stack ADT.</a:t>
            </a:r>
          </a:p>
          <a:p>
            <a:endParaRPr lang="en-US" altLang="en-US" sz="500"/>
          </a:p>
          <a:p>
            <a:endParaRPr lang="en-US" altLang="en-US" sz="500"/>
          </a:p>
          <a:p>
            <a:r>
              <a:rPr lang="en-US" altLang="en-US" sz="500"/>
              <a:t>3.3 C Language Implementations</a:t>
            </a:r>
          </a:p>
          <a:p>
            <a:r>
              <a:rPr lang="en-US" altLang="en-US" sz="500"/>
              <a:t>This section presents a simple non-ADT implementation of a stack. We develop a simple program that inserts random characters into the stack and then prints them.</a:t>
            </a:r>
          </a:p>
          <a:p>
            <a:endParaRPr lang="en-US" altLang="en-US" sz="500"/>
          </a:p>
          <a:p>
            <a:endParaRPr lang="en-US" altLang="en-US" sz="500"/>
          </a:p>
          <a:p>
            <a:r>
              <a:rPr lang="en-US" altLang="en-US" sz="500"/>
              <a:t>3.4 Stack ADT</a:t>
            </a:r>
          </a:p>
          <a:p>
            <a:r>
              <a:rPr lang="en-US" altLang="en-US" sz="500"/>
              <a:t>We begin the discussion of the stack ADT with a discussion of the stack structure and its application interface. We then develop the required functions. </a:t>
            </a:r>
          </a:p>
          <a:p>
            <a:endParaRPr lang="en-US" altLang="en-US" sz="500"/>
          </a:p>
          <a:p>
            <a:endParaRPr lang="en-US" altLang="en-US" sz="500"/>
          </a:p>
          <a:p>
            <a:r>
              <a:rPr lang="en-US" altLang="en-US" sz="500"/>
              <a:t>3.5 Stack Applications</a:t>
            </a:r>
          </a:p>
          <a:p>
            <a:r>
              <a:rPr lang="en-US" altLang="en-US" sz="500"/>
              <a:t>Three basic application problems-parsing, postponement, and backtracking-are discussed and sample programs developed. In addition, several other stack applications are presented, including the classic Eight Queens problem. </a:t>
            </a:r>
          </a:p>
          <a:p>
            <a:endParaRPr lang="en-US" altLang="en-US" sz="500"/>
          </a:p>
          <a:p>
            <a:endParaRPr lang="en-US" altLang="en-US" sz="500"/>
          </a:p>
          <a:p>
            <a:r>
              <a:rPr lang="en-US" altLang="en-US" sz="500"/>
              <a:t>3.6 How Recursion Works</a:t>
            </a:r>
          </a:p>
          <a:p>
            <a:r>
              <a:rPr lang="en-US" altLang="en-US" sz="500"/>
              <a:t>This section discusses the concept of the stack frame and the use of stacks in writing recursive software</a:t>
            </a:r>
          </a:p>
        </p:txBody>
      </p:sp>
      <p:sp>
        <p:nvSpPr>
          <p:cNvPr id="568330" name="Rectangle 10">
            <a:extLst>
              <a:ext uri="{FF2B5EF4-FFF2-40B4-BE49-F238E27FC236}">
                <a16:creationId xmlns:a16="http://schemas.microsoft.com/office/drawing/2014/main" id="{27B49F80-38EB-9DB9-F876-AD3A008FBB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495425"/>
            <a:ext cx="8305800" cy="946150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lang="en-US" altLang="en-US" sz="2800" i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The stack concept is introduced, and three basic stack operations are discussed.</a:t>
            </a:r>
          </a:p>
        </p:txBody>
      </p:sp>
      <p:sp>
        <p:nvSpPr>
          <p:cNvPr id="16391" name="Rectangle 11">
            <a:extLst>
              <a:ext uri="{FF2B5EF4-FFF2-40B4-BE49-F238E27FC236}">
                <a16:creationId xmlns:a16="http://schemas.microsoft.com/office/drawing/2014/main" id="{3AC0D62E-47FA-D2F1-761C-2E343C3270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2971800"/>
            <a:ext cx="4572000" cy="1373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buFontTx/>
              <a:buChar char="•"/>
            </a:pPr>
            <a:r>
              <a:rPr lang="fr-FR" altLang="en-US" sz="2800">
                <a:solidFill>
                  <a:schemeClr val="folHlink"/>
                </a:solidFill>
              </a:rPr>
              <a:t> Push</a:t>
            </a:r>
          </a:p>
          <a:p>
            <a:pPr>
              <a:buFontTx/>
              <a:buChar char="•"/>
            </a:pPr>
            <a:r>
              <a:rPr lang="fr-FR" altLang="en-US" sz="2800">
                <a:solidFill>
                  <a:schemeClr val="folHlink"/>
                </a:solidFill>
              </a:rPr>
              <a:t> Pop</a:t>
            </a:r>
          </a:p>
          <a:p>
            <a:pPr>
              <a:buFontTx/>
              <a:buChar char="•"/>
            </a:pPr>
            <a:r>
              <a:rPr lang="fr-FR" altLang="en-US" sz="2800">
                <a:solidFill>
                  <a:schemeClr val="folHlink"/>
                </a:solidFill>
              </a:rPr>
              <a:t> Stack Top</a:t>
            </a:r>
            <a:endParaRPr lang="en-US" altLang="en-US" sz="2800">
              <a:solidFill>
                <a:schemeClr val="folHlink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1">
            <a:extLst>
              <a:ext uri="{FF2B5EF4-FFF2-40B4-BE49-F238E27FC236}">
                <a16:creationId xmlns:a16="http://schemas.microsoft.com/office/drawing/2014/main" id="{32E9E6B0-2D06-FD39-43E8-D15C20F6F08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Data Structures: A Pseudocode Approach with C</a:t>
            </a:r>
          </a:p>
        </p:txBody>
      </p:sp>
      <p:sp>
        <p:nvSpPr>
          <p:cNvPr id="4" name="Slide Number Placeholder 2">
            <a:extLst>
              <a:ext uri="{FF2B5EF4-FFF2-40B4-BE49-F238E27FC236}">
                <a16:creationId xmlns:a16="http://schemas.microsoft.com/office/drawing/2014/main" id="{6385CD05-C8BF-8961-951C-AA39912C209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B4F73E9F-3D1E-3842-A484-4A15EE863716}" type="slidenum">
              <a:rPr lang="en-US" altLang="en-US"/>
              <a:pPr>
                <a:defRPr/>
              </a:pPr>
              <a:t>4</a:t>
            </a:fld>
            <a:endParaRPr lang="en-US" altLang="en-US"/>
          </a:p>
        </p:txBody>
      </p:sp>
      <p:pic>
        <p:nvPicPr>
          <p:cNvPr id="17411" name="Picture 13">
            <a:extLst>
              <a:ext uri="{FF2B5EF4-FFF2-40B4-BE49-F238E27FC236}">
                <a16:creationId xmlns:a16="http://schemas.microsoft.com/office/drawing/2014/main" id="{2C486A74-6F62-9622-0056-A7CD28573D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1524000"/>
            <a:ext cx="8367713" cy="3481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1">
            <a:extLst>
              <a:ext uri="{FF2B5EF4-FFF2-40B4-BE49-F238E27FC236}">
                <a16:creationId xmlns:a16="http://schemas.microsoft.com/office/drawing/2014/main" id="{E6275FB3-A847-13B4-85B5-5A0C06DB0B0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Data Structures: A Pseudocode Approach with C</a:t>
            </a:r>
          </a:p>
        </p:txBody>
      </p:sp>
      <p:sp>
        <p:nvSpPr>
          <p:cNvPr id="4" name="Slide Number Placeholder 2">
            <a:extLst>
              <a:ext uri="{FF2B5EF4-FFF2-40B4-BE49-F238E27FC236}">
                <a16:creationId xmlns:a16="http://schemas.microsoft.com/office/drawing/2014/main" id="{559E3A3A-D8E4-7F23-590D-95C5C4D5DD0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0CD7222-A9D7-E44E-AAF3-96F917C52858}" type="slidenum">
              <a:rPr lang="en-US" altLang="en-US"/>
              <a:pPr>
                <a:defRPr/>
              </a:pPr>
              <a:t>5</a:t>
            </a:fld>
            <a:endParaRPr lang="en-US" altLang="en-US"/>
          </a:p>
        </p:txBody>
      </p:sp>
      <p:pic>
        <p:nvPicPr>
          <p:cNvPr id="18435" name="Picture 12">
            <a:extLst>
              <a:ext uri="{FF2B5EF4-FFF2-40B4-BE49-F238E27FC236}">
                <a16:creationId xmlns:a16="http://schemas.microsoft.com/office/drawing/2014/main" id="{EBACC822-78DE-B60D-E606-9AFD378EFE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1752600"/>
            <a:ext cx="8458200" cy="3322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1">
            <a:extLst>
              <a:ext uri="{FF2B5EF4-FFF2-40B4-BE49-F238E27FC236}">
                <a16:creationId xmlns:a16="http://schemas.microsoft.com/office/drawing/2014/main" id="{FB52F469-CEF2-BE6D-0F34-EDD8F3C0883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Data Structures: A Pseudocode Approach with C</a:t>
            </a:r>
          </a:p>
        </p:txBody>
      </p:sp>
      <p:sp>
        <p:nvSpPr>
          <p:cNvPr id="4" name="Slide Number Placeholder 2">
            <a:extLst>
              <a:ext uri="{FF2B5EF4-FFF2-40B4-BE49-F238E27FC236}">
                <a16:creationId xmlns:a16="http://schemas.microsoft.com/office/drawing/2014/main" id="{9D1ED8B8-5F01-08FF-F524-CFA22E9B262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C5796522-92B7-7447-AE03-E3212309FD67}" type="slidenum">
              <a:rPr lang="en-US" altLang="en-US"/>
              <a:pPr>
                <a:defRPr/>
              </a:pPr>
              <a:t>6</a:t>
            </a:fld>
            <a:endParaRPr lang="en-US" altLang="en-US"/>
          </a:p>
        </p:txBody>
      </p:sp>
      <p:pic>
        <p:nvPicPr>
          <p:cNvPr id="19459" name="Picture 12">
            <a:extLst>
              <a:ext uri="{FF2B5EF4-FFF2-40B4-BE49-F238E27FC236}">
                <a16:creationId xmlns:a16="http://schemas.microsoft.com/office/drawing/2014/main" id="{1A8B3F62-279A-3B0D-17A7-5064261C21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1828800"/>
            <a:ext cx="8610600" cy="3252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1">
            <a:extLst>
              <a:ext uri="{FF2B5EF4-FFF2-40B4-BE49-F238E27FC236}">
                <a16:creationId xmlns:a16="http://schemas.microsoft.com/office/drawing/2014/main" id="{F3F3245B-4421-9184-37C6-55220049BE9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Data Structures: A Pseudocode Approach with C</a:t>
            </a:r>
          </a:p>
        </p:txBody>
      </p:sp>
      <p:sp>
        <p:nvSpPr>
          <p:cNvPr id="4" name="Slide Number Placeholder 2">
            <a:extLst>
              <a:ext uri="{FF2B5EF4-FFF2-40B4-BE49-F238E27FC236}">
                <a16:creationId xmlns:a16="http://schemas.microsoft.com/office/drawing/2014/main" id="{E2F0AC82-F9D6-3C1B-3A31-FB1FAEFB21B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A0CB4A91-3820-EF4E-80CE-F338418D088C}" type="slidenum">
              <a:rPr lang="en-US" altLang="en-US"/>
              <a:pPr>
                <a:defRPr/>
              </a:pPr>
              <a:t>7</a:t>
            </a:fld>
            <a:endParaRPr lang="en-US" altLang="en-US"/>
          </a:p>
        </p:txBody>
      </p:sp>
      <p:pic>
        <p:nvPicPr>
          <p:cNvPr id="20483" name="Picture 12">
            <a:extLst>
              <a:ext uri="{FF2B5EF4-FFF2-40B4-BE49-F238E27FC236}">
                <a16:creationId xmlns:a16="http://schemas.microsoft.com/office/drawing/2014/main" id="{DE423E96-C1E0-4730-5A3B-C5FCBA2C41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3748" b="86261"/>
          <a:stretch>
            <a:fillRect/>
          </a:stretch>
        </p:blipFill>
        <p:spPr bwMode="auto">
          <a:xfrm>
            <a:off x="1066800" y="0"/>
            <a:ext cx="670560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1">
            <a:extLst>
              <a:ext uri="{FF2B5EF4-FFF2-40B4-BE49-F238E27FC236}">
                <a16:creationId xmlns:a16="http://schemas.microsoft.com/office/drawing/2014/main" id="{3C8099EB-50A6-95B2-7F2B-90B027A7531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Data Structures: A Pseudocode Approach with C</a:t>
            </a:r>
          </a:p>
        </p:txBody>
      </p:sp>
      <p:sp>
        <p:nvSpPr>
          <p:cNvPr id="4" name="Slide Number Placeholder 2">
            <a:extLst>
              <a:ext uri="{FF2B5EF4-FFF2-40B4-BE49-F238E27FC236}">
                <a16:creationId xmlns:a16="http://schemas.microsoft.com/office/drawing/2014/main" id="{E9388DD7-A10F-99A5-A60C-F2893B44F2F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0669F1FF-A008-FD41-8805-0FCEC5772BEB}" type="slidenum">
              <a:rPr lang="en-US" altLang="en-US"/>
              <a:pPr>
                <a:defRPr/>
              </a:pPr>
              <a:t>8</a:t>
            </a:fld>
            <a:endParaRPr lang="en-US" altLang="en-US"/>
          </a:p>
        </p:txBody>
      </p:sp>
      <p:pic>
        <p:nvPicPr>
          <p:cNvPr id="21507" name="Picture 12">
            <a:extLst>
              <a:ext uri="{FF2B5EF4-FFF2-40B4-BE49-F238E27FC236}">
                <a16:creationId xmlns:a16="http://schemas.microsoft.com/office/drawing/2014/main" id="{C355F9E9-7B06-D3D4-FBCA-3626BADA9D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3748" b="73772"/>
          <a:stretch>
            <a:fillRect/>
          </a:stretch>
        </p:blipFill>
        <p:spPr bwMode="auto">
          <a:xfrm>
            <a:off x="1066800" y="0"/>
            <a:ext cx="6705600" cy="182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1">
            <a:extLst>
              <a:ext uri="{FF2B5EF4-FFF2-40B4-BE49-F238E27FC236}">
                <a16:creationId xmlns:a16="http://schemas.microsoft.com/office/drawing/2014/main" id="{CD0CFD8E-30F5-DA72-AC4D-AF9F140CB40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Data Structures: A Pseudocode Approach with C</a:t>
            </a:r>
          </a:p>
        </p:txBody>
      </p:sp>
      <p:sp>
        <p:nvSpPr>
          <p:cNvPr id="4" name="Slide Number Placeholder 2">
            <a:extLst>
              <a:ext uri="{FF2B5EF4-FFF2-40B4-BE49-F238E27FC236}">
                <a16:creationId xmlns:a16="http://schemas.microsoft.com/office/drawing/2014/main" id="{2F8DC4DD-F809-5DA4-3771-6D44178E812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171010D-EC4E-214F-9031-72A4DE130FBE}" type="slidenum">
              <a:rPr lang="en-US" altLang="en-US"/>
              <a:pPr>
                <a:defRPr/>
              </a:pPr>
              <a:t>9</a:t>
            </a:fld>
            <a:endParaRPr lang="en-US" altLang="en-US"/>
          </a:p>
        </p:txBody>
      </p:sp>
      <p:pic>
        <p:nvPicPr>
          <p:cNvPr id="22531" name="Picture 12">
            <a:extLst>
              <a:ext uri="{FF2B5EF4-FFF2-40B4-BE49-F238E27FC236}">
                <a16:creationId xmlns:a16="http://schemas.microsoft.com/office/drawing/2014/main" id="{2EE31C8B-6491-E456-6DD8-811588F6CD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3746" b="60030"/>
          <a:stretch>
            <a:fillRect/>
          </a:stretch>
        </p:blipFill>
        <p:spPr bwMode="auto">
          <a:xfrm>
            <a:off x="1066800" y="0"/>
            <a:ext cx="6705600" cy="2667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1">
            <a:extLst>
              <a:ext uri="{FF2B5EF4-FFF2-40B4-BE49-F238E27FC236}">
                <a16:creationId xmlns:a16="http://schemas.microsoft.com/office/drawing/2014/main" id="{FB0B73EF-7E3F-D4E4-CE8E-14BC58C83DC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Data Structures: A Pseudocode Approach with C</a:t>
            </a:r>
          </a:p>
        </p:txBody>
      </p:sp>
      <p:sp>
        <p:nvSpPr>
          <p:cNvPr id="4" name="Slide Number Placeholder 2">
            <a:extLst>
              <a:ext uri="{FF2B5EF4-FFF2-40B4-BE49-F238E27FC236}">
                <a16:creationId xmlns:a16="http://schemas.microsoft.com/office/drawing/2014/main" id="{8CD33167-9482-B442-BD70-D69384050A3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A431A4C6-113E-D549-95B2-E95FFC961B52}" type="slidenum">
              <a:rPr lang="en-US" altLang="en-US"/>
              <a:pPr>
                <a:defRPr/>
              </a:pPr>
              <a:t>10</a:t>
            </a:fld>
            <a:endParaRPr lang="en-US" altLang="en-US"/>
          </a:p>
        </p:txBody>
      </p:sp>
      <p:pic>
        <p:nvPicPr>
          <p:cNvPr id="23555" name="Picture 12">
            <a:extLst>
              <a:ext uri="{FF2B5EF4-FFF2-40B4-BE49-F238E27FC236}">
                <a16:creationId xmlns:a16="http://schemas.microsoft.com/office/drawing/2014/main" id="{D7476B71-FE1D-0372-66D1-E66205F7D2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3745" b="46291"/>
          <a:stretch>
            <a:fillRect/>
          </a:stretch>
        </p:blipFill>
        <p:spPr bwMode="auto">
          <a:xfrm>
            <a:off x="1066800" y="0"/>
            <a:ext cx="6705600" cy="3505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1">
            <a:extLst>
              <a:ext uri="{FF2B5EF4-FFF2-40B4-BE49-F238E27FC236}">
                <a16:creationId xmlns:a16="http://schemas.microsoft.com/office/drawing/2014/main" id="{2BC800E6-1219-7FD4-9BC4-41B63082D60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Data Structures: A Pseudocode Approach with C</a:t>
            </a:r>
          </a:p>
        </p:txBody>
      </p:sp>
      <p:sp>
        <p:nvSpPr>
          <p:cNvPr id="4" name="Slide Number Placeholder 2">
            <a:extLst>
              <a:ext uri="{FF2B5EF4-FFF2-40B4-BE49-F238E27FC236}">
                <a16:creationId xmlns:a16="http://schemas.microsoft.com/office/drawing/2014/main" id="{C80D4CE1-38F3-C4CC-D670-CAC62B72038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8CE174D4-E9B5-3444-B1D7-7AF351C4DA0F}" type="slidenum">
              <a:rPr lang="en-US" altLang="en-US"/>
              <a:pPr>
                <a:defRPr/>
              </a:pPr>
              <a:t>11</a:t>
            </a:fld>
            <a:endParaRPr lang="en-US" altLang="en-US"/>
          </a:p>
        </p:txBody>
      </p:sp>
      <p:pic>
        <p:nvPicPr>
          <p:cNvPr id="24579" name="Picture 12">
            <a:extLst>
              <a:ext uri="{FF2B5EF4-FFF2-40B4-BE49-F238E27FC236}">
                <a16:creationId xmlns:a16="http://schemas.microsoft.com/office/drawing/2014/main" id="{7DFE2CFC-E718-C872-22A5-57711B14CC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3748" b="32553"/>
          <a:stretch>
            <a:fillRect/>
          </a:stretch>
        </p:blipFill>
        <p:spPr bwMode="auto">
          <a:xfrm>
            <a:off x="1066800" y="0"/>
            <a:ext cx="6705600" cy="434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1">
            <a:extLst>
              <a:ext uri="{FF2B5EF4-FFF2-40B4-BE49-F238E27FC236}">
                <a16:creationId xmlns:a16="http://schemas.microsoft.com/office/drawing/2014/main" id="{2437AA90-A408-5539-2DAE-6E9E5EE1276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Data Structures: A Pseudocode Approach with C</a:t>
            </a:r>
          </a:p>
        </p:txBody>
      </p:sp>
      <p:sp>
        <p:nvSpPr>
          <p:cNvPr id="4" name="Slide Number Placeholder 2">
            <a:extLst>
              <a:ext uri="{FF2B5EF4-FFF2-40B4-BE49-F238E27FC236}">
                <a16:creationId xmlns:a16="http://schemas.microsoft.com/office/drawing/2014/main" id="{F55A7BBE-CA8A-1F49-F7E9-CD699EE1DC6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066C6326-F206-C54E-B9DE-5AB084D87AC8}" type="slidenum">
              <a:rPr lang="en-US" altLang="en-US"/>
              <a:pPr>
                <a:defRPr/>
              </a:pPr>
              <a:t>12</a:t>
            </a:fld>
            <a:endParaRPr lang="en-US" altLang="en-US"/>
          </a:p>
        </p:txBody>
      </p:sp>
      <p:pic>
        <p:nvPicPr>
          <p:cNvPr id="25603" name="Picture 12">
            <a:extLst>
              <a:ext uri="{FF2B5EF4-FFF2-40B4-BE49-F238E27FC236}">
                <a16:creationId xmlns:a16="http://schemas.microsoft.com/office/drawing/2014/main" id="{6D09E44B-78BA-03B1-0E8D-71694A99B4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3746" b="18814"/>
          <a:stretch>
            <a:fillRect/>
          </a:stretch>
        </p:blipFill>
        <p:spPr bwMode="auto">
          <a:xfrm>
            <a:off x="1066800" y="0"/>
            <a:ext cx="6705600" cy="518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1">
            <a:extLst>
              <a:ext uri="{FF2B5EF4-FFF2-40B4-BE49-F238E27FC236}">
                <a16:creationId xmlns:a16="http://schemas.microsoft.com/office/drawing/2014/main" id="{DD783707-A560-D9EC-671A-ED1A0CB17A0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Data Structures: A Pseudocode Approach with C</a:t>
            </a:r>
          </a:p>
        </p:txBody>
      </p:sp>
      <p:sp>
        <p:nvSpPr>
          <p:cNvPr id="4" name="Slide Number Placeholder 2">
            <a:extLst>
              <a:ext uri="{FF2B5EF4-FFF2-40B4-BE49-F238E27FC236}">
                <a16:creationId xmlns:a16="http://schemas.microsoft.com/office/drawing/2014/main" id="{CC7B8A98-2743-92CA-3CC0-B7E6DA05406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9B258D2E-BE60-3F4F-93F5-C987FBC8C0DC}" type="slidenum">
              <a:rPr lang="en-US" altLang="en-US"/>
              <a:pPr>
                <a:defRPr/>
              </a:pPr>
              <a:t>13</a:t>
            </a:fld>
            <a:endParaRPr lang="en-US" altLang="en-US"/>
          </a:p>
        </p:txBody>
      </p:sp>
      <p:pic>
        <p:nvPicPr>
          <p:cNvPr id="26627" name="Picture 12">
            <a:extLst>
              <a:ext uri="{FF2B5EF4-FFF2-40B4-BE49-F238E27FC236}">
                <a16:creationId xmlns:a16="http://schemas.microsoft.com/office/drawing/2014/main" id="{E7499C9B-0F9A-8534-119F-C065952969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3746" b="3825"/>
          <a:stretch>
            <a:fillRect/>
          </a:stretch>
        </p:blipFill>
        <p:spPr bwMode="auto">
          <a:xfrm>
            <a:off x="1066800" y="0"/>
            <a:ext cx="6705600" cy="609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Title 1">
            <a:extLst>
              <a:ext uri="{FF2B5EF4-FFF2-40B4-BE49-F238E27FC236}">
                <a16:creationId xmlns:a16="http://schemas.microsoft.com/office/drawing/2014/main" id="{A1437630-F24F-5082-7EE1-4E4B68F101E7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0" y="268288"/>
            <a:ext cx="9144000" cy="1325562"/>
          </a:xfrm>
          <a:solidFill>
            <a:srgbClr val="002060">
              <a:alpha val="90195"/>
            </a:srgbClr>
          </a:solidFill>
          <a:ln>
            <a:solidFill>
              <a:srgbClr val="00206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 eaLnBrk="1" hangingPunct="1"/>
            <a:r>
              <a:rPr lang="en-US" altLang="en-US" sz="4000" b="1">
                <a:solidFill>
                  <a:schemeClr val="bg1"/>
                </a:solidFill>
              </a:rPr>
              <a:t>Stack can be implemented as an array</a:t>
            </a:r>
          </a:p>
        </p:txBody>
      </p:sp>
      <p:sp>
        <p:nvSpPr>
          <p:cNvPr id="27650" name="AutoShape 2" descr="Image result for zju logo">
            <a:extLst>
              <a:ext uri="{FF2B5EF4-FFF2-40B4-BE49-F238E27FC236}">
                <a16:creationId xmlns:a16="http://schemas.microsoft.com/office/drawing/2014/main" id="{67B74E7A-EE74-3138-A3F0-ADB3D2A54F6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27651" name="AutoShape 4" descr="Image result for zju logo">
            <a:extLst>
              <a:ext uri="{FF2B5EF4-FFF2-40B4-BE49-F238E27FC236}">
                <a16:creationId xmlns:a16="http://schemas.microsoft.com/office/drawing/2014/main" id="{E05B83D1-E071-00DF-3FC0-555004CA836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07975" y="7938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/>
          </a:p>
        </p:txBody>
      </p:sp>
    </p:spTree>
    <p:custDataLst>
      <p:tags r:id="rId1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Title 1">
            <a:extLst>
              <a:ext uri="{FF2B5EF4-FFF2-40B4-BE49-F238E27FC236}">
                <a16:creationId xmlns:a16="http://schemas.microsoft.com/office/drawing/2014/main" id="{D21C8FAB-EC22-8014-8267-AE8A29248074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0" y="268288"/>
            <a:ext cx="9144000" cy="1325562"/>
          </a:xfrm>
          <a:solidFill>
            <a:srgbClr val="002060">
              <a:alpha val="90195"/>
            </a:srgbClr>
          </a:solidFill>
          <a:ln>
            <a:solidFill>
              <a:srgbClr val="00206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 eaLnBrk="1" hangingPunct="1"/>
            <a:r>
              <a:rPr lang="en-US" altLang="en-US" sz="4000" b="1">
                <a:solidFill>
                  <a:schemeClr val="bg1"/>
                </a:solidFill>
              </a:rPr>
              <a:t>Stack as an array</a:t>
            </a:r>
          </a:p>
        </p:txBody>
      </p:sp>
      <p:sp>
        <p:nvSpPr>
          <p:cNvPr id="29698" name="AutoShape 2" descr="Image result for zju logo">
            <a:extLst>
              <a:ext uri="{FF2B5EF4-FFF2-40B4-BE49-F238E27FC236}">
                <a16:creationId xmlns:a16="http://schemas.microsoft.com/office/drawing/2014/main" id="{60C48329-BADC-B5FF-A0D2-68A22AA2A68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29699" name="AutoShape 4" descr="Image result for zju logo">
            <a:extLst>
              <a:ext uri="{FF2B5EF4-FFF2-40B4-BE49-F238E27FC236}">
                <a16:creationId xmlns:a16="http://schemas.microsoft.com/office/drawing/2014/main" id="{A76E00C6-7209-2675-11FB-6D45EF61AB7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07975" y="7938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29700" name="Text Box 6">
            <a:extLst>
              <a:ext uri="{FF2B5EF4-FFF2-40B4-BE49-F238E27FC236}">
                <a16:creationId xmlns:a16="http://schemas.microsoft.com/office/drawing/2014/main" id="{2D232D3A-2621-65F9-2170-C3BBDD1637B9}"/>
              </a:ext>
            </a:extLst>
          </p:cNvPr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3686175" y="5099050"/>
            <a:ext cx="1295400" cy="439738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200">
                <a:latin typeface="Courier New" panose="02070309020205020404" pitchFamily="49" charset="0"/>
              </a:rPr>
              <a:t>null</a:t>
            </a:r>
            <a:endParaRPr lang="en-US" altLang="en-US"/>
          </a:p>
        </p:txBody>
      </p:sp>
      <p:sp>
        <p:nvSpPr>
          <p:cNvPr id="29701" name="Text Box 8">
            <a:extLst>
              <a:ext uri="{FF2B5EF4-FFF2-40B4-BE49-F238E27FC236}">
                <a16:creationId xmlns:a16="http://schemas.microsoft.com/office/drawing/2014/main" id="{E13B1400-3FFE-BE97-11FF-9DF141BB3EFB}"/>
              </a:ext>
            </a:extLst>
          </p:cNvPr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2390775" y="5099050"/>
            <a:ext cx="1295400" cy="439738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200">
                <a:latin typeface="Courier New" panose="02070309020205020404" pitchFamily="49" charset="0"/>
              </a:rPr>
              <a:t>null</a:t>
            </a:r>
            <a:endParaRPr lang="en-US" altLang="en-US"/>
          </a:p>
        </p:txBody>
      </p:sp>
      <p:sp>
        <p:nvSpPr>
          <p:cNvPr id="29702" name="Text Box 9">
            <a:extLst>
              <a:ext uri="{FF2B5EF4-FFF2-40B4-BE49-F238E27FC236}">
                <a16:creationId xmlns:a16="http://schemas.microsoft.com/office/drawing/2014/main" id="{68BF4AEF-422E-17D5-8F2A-70E7B38AB7B8}"/>
              </a:ext>
            </a:extLst>
          </p:cNvPr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1095375" y="5099050"/>
            <a:ext cx="1295400" cy="439738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200">
                <a:latin typeface="Courier New" panose="02070309020205020404" pitchFamily="49" charset="0"/>
              </a:rPr>
              <a:t>null</a:t>
            </a:r>
            <a:endParaRPr lang="en-US" altLang="en-US"/>
          </a:p>
        </p:txBody>
      </p:sp>
      <p:sp>
        <p:nvSpPr>
          <p:cNvPr id="29703" name="Text Box 10">
            <a:extLst>
              <a:ext uri="{FF2B5EF4-FFF2-40B4-BE49-F238E27FC236}">
                <a16:creationId xmlns:a16="http://schemas.microsoft.com/office/drawing/2014/main" id="{BBF3969C-B80E-9043-FB0E-367649068BBC}"/>
              </a:ext>
            </a:extLst>
          </p:cNvPr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4981575" y="5099050"/>
            <a:ext cx="1295400" cy="439738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200">
                <a:latin typeface="Courier New" panose="02070309020205020404" pitchFamily="49" charset="0"/>
              </a:rPr>
              <a:t>null</a:t>
            </a:r>
            <a:endParaRPr lang="en-US" altLang="en-US"/>
          </a:p>
        </p:txBody>
      </p:sp>
      <p:sp>
        <p:nvSpPr>
          <p:cNvPr id="29704" name="Text Box 10">
            <a:extLst>
              <a:ext uri="{FF2B5EF4-FFF2-40B4-BE49-F238E27FC236}">
                <a16:creationId xmlns:a16="http://schemas.microsoft.com/office/drawing/2014/main" id="{F0C2CF2E-C903-7975-ABC4-113D54CDCFA2}"/>
              </a:ext>
            </a:extLst>
          </p:cNvPr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6276975" y="5099050"/>
            <a:ext cx="1295400" cy="439738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200">
                <a:latin typeface="Courier New" panose="02070309020205020404" pitchFamily="49" charset="0"/>
              </a:rPr>
              <a:t>null</a:t>
            </a:r>
            <a:endParaRPr lang="en-US" altLang="en-US"/>
          </a:p>
        </p:txBody>
      </p:sp>
      <p:sp>
        <p:nvSpPr>
          <p:cNvPr id="29705" name="Rectangle 19">
            <a:extLst>
              <a:ext uri="{FF2B5EF4-FFF2-40B4-BE49-F238E27FC236}">
                <a16:creationId xmlns:a16="http://schemas.microsoft.com/office/drawing/2014/main" id="{BCDC0A69-BC42-6355-DCA4-0AD170BA75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65338" y="2054225"/>
            <a:ext cx="5013325" cy="1938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3000">
                <a:solidFill>
                  <a:srgbClr val="7F0055"/>
                </a:solidFill>
              </a:rPr>
              <a:t>public</a:t>
            </a:r>
            <a:r>
              <a:rPr lang="en-US" altLang="en-US" sz="3000"/>
              <a:t> arrayStack(int size) {</a:t>
            </a:r>
          </a:p>
          <a:p>
            <a:r>
              <a:rPr lang="en-US" altLang="en-US" sz="3000"/>
              <a:t>    </a:t>
            </a:r>
            <a:r>
              <a:rPr lang="en-US" altLang="en-US" sz="3000">
                <a:solidFill>
                  <a:srgbClr val="0000C0"/>
                </a:solidFill>
              </a:rPr>
              <a:t>data</a:t>
            </a:r>
            <a:r>
              <a:rPr lang="en-US" altLang="en-US" sz="3000"/>
              <a:t> = new Object[size];  </a:t>
            </a:r>
          </a:p>
          <a:p>
            <a:r>
              <a:rPr lang="en-US" altLang="en-US" sz="3000"/>
              <a:t>    </a:t>
            </a:r>
            <a:r>
              <a:rPr lang="en-US" altLang="en-US" sz="3000">
                <a:solidFill>
                  <a:srgbClr val="0000C0"/>
                </a:solidFill>
              </a:rPr>
              <a:t>top</a:t>
            </a:r>
            <a:r>
              <a:rPr lang="en-US" altLang="en-US" sz="3000"/>
              <a:t> = -1;  </a:t>
            </a:r>
          </a:p>
          <a:p>
            <a:r>
              <a:rPr lang="en-US" altLang="en-US" sz="3000"/>
              <a:t>  }</a:t>
            </a:r>
          </a:p>
        </p:txBody>
      </p:sp>
      <p:sp>
        <p:nvSpPr>
          <p:cNvPr id="29706" name="TextBox 21">
            <a:extLst>
              <a:ext uri="{FF2B5EF4-FFF2-40B4-BE49-F238E27FC236}">
                <a16:creationId xmlns:a16="http://schemas.microsoft.com/office/drawing/2014/main" id="{9189B565-D231-1841-E6F8-4FE4D62FE8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70013" y="4687888"/>
            <a:ext cx="1295400" cy="401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2000"/>
              <a:t>[0]</a:t>
            </a:r>
          </a:p>
        </p:txBody>
      </p:sp>
      <p:sp>
        <p:nvSpPr>
          <p:cNvPr id="29707" name="TextBox 22">
            <a:extLst>
              <a:ext uri="{FF2B5EF4-FFF2-40B4-BE49-F238E27FC236}">
                <a16:creationId xmlns:a16="http://schemas.microsoft.com/office/drawing/2014/main" id="{DB3FE0AB-477A-A6F2-8865-DDA01FB187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65413" y="4679950"/>
            <a:ext cx="12954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2000"/>
              <a:t>[1]</a:t>
            </a:r>
          </a:p>
        </p:txBody>
      </p:sp>
      <p:sp>
        <p:nvSpPr>
          <p:cNvPr id="29708" name="TextBox 23">
            <a:extLst>
              <a:ext uri="{FF2B5EF4-FFF2-40B4-BE49-F238E27FC236}">
                <a16:creationId xmlns:a16="http://schemas.microsoft.com/office/drawing/2014/main" id="{1CEAEA9C-9737-87C2-DDC8-D90111893C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24300" y="4697413"/>
            <a:ext cx="12954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2000"/>
              <a:t>[2]</a:t>
            </a:r>
          </a:p>
        </p:txBody>
      </p:sp>
      <p:sp>
        <p:nvSpPr>
          <p:cNvPr id="29709" name="TextBox 24">
            <a:extLst>
              <a:ext uri="{FF2B5EF4-FFF2-40B4-BE49-F238E27FC236}">
                <a16:creationId xmlns:a16="http://schemas.microsoft.com/office/drawing/2014/main" id="{93245CFD-9AAE-6CA1-E0B1-5E348316B8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37163" y="4686300"/>
            <a:ext cx="12954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2000"/>
              <a:t>[3]</a:t>
            </a:r>
          </a:p>
        </p:txBody>
      </p:sp>
      <p:sp>
        <p:nvSpPr>
          <p:cNvPr id="29710" name="TextBox 25">
            <a:extLst>
              <a:ext uri="{FF2B5EF4-FFF2-40B4-BE49-F238E27FC236}">
                <a16:creationId xmlns:a16="http://schemas.microsoft.com/office/drawing/2014/main" id="{276B96A0-3EB2-0A3B-3D38-ED9809BE10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15100" y="4699000"/>
            <a:ext cx="12954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2000"/>
              <a:t>[4]</a:t>
            </a:r>
          </a:p>
        </p:txBody>
      </p:sp>
      <p:sp>
        <p:nvSpPr>
          <p:cNvPr id="29711" name="Rectangle 15">
            <a:extLst>
              <a:ext uri="{FF2B5EF4-FFF2-40B4-BE49-F238E27FC236}">
                <a16:creationId xmlns:a16="http://schemas.microsoft.com/office/drawing/2014/main" id="{C7A6ABF1-F8BA-DFE2-7790-B545F11D9A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5500" y="5802313"/>
            <a:ext cx="8058150" cy="554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 sz="3000"/>
              <a:t>top = index of the first element in the array </a:t>
            </a:r>
          </a:p>
        </p:txBody>
      </p:sp>
    </p:spTree>
    <p:custDataLst>
      <p:tags r:id="rId1"/>
    </p:custData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Title 1">
            <a:extLst>
              <a:ext uri="{FF2B5EF4-FFF2-40B4-BE49-F238E27FC236}">
                <a16:creationId xmlns:a16="http://schemas.microsoft.com/office/drawing/2014/main" id="{2B8510E6-E7F9-C28D-B4CF-0A61649C468A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0" y="268288"/>
            <a:ext cx="9144000" cy="1325562"/>
          </a:xfrm>
          <a:solidFill>
            <a:srgbClr val="002060">
              <a:alpha val="90195"/>
            </a:srgbClr>
          </a:solidFill>
          <a:ln>
            <a:solidFill>
              <a:srgbClr val="00206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 eaLnBrk="1" hangingPunct="1"/>
            <a:r>
              <a:rPr lang="en-US" altLang="en-US" sz="4000" b="1">
                <a:solidFill>
                  <a:schemeClr val="bg1"/>
                </a:solidFill>
              </a:rPr>
              <a:t>Add an element to the stack: arrayStack.add(“A”)</a:t>
            </a:r>
          </a:p>
        </p:txBody>
      </p:sp>
      <p:sp>
        <p:nvSpPr>
          <p:cNvPr id="31746" name="AutoShape 2" descr="Image result for zju logo">
            <a:extLst>
              <a:ext uri="{FF2B5EF4-FFF2-40B4-BE49-F238E27FC236}">
                <a16:creationId xmlns:a16="http://schemas.microsoft.com/office/drawing/2014/main" id="{B4A891AD-254B-8D15-E721-C1202DA3F0D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31747" name="AutoShape 4" descr="Image result for zju logo">
            <a:extLst>
              <a:ext uri="{FF2B5EF4-FFF2-40B4-BE49-F238E27FC236}">
                <a16:creationId xmlns:a16="http://schemas.microsoft.com/office/drawing/2014/main" id="{980991E3-4304-FAE6-1AD6-54AC2EB376C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07975" y="7938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31748" name="Text Box 6">
            <a:extLst>
              <a:ext uri="{FF2B5EF4-FFF2-40B4-BE49-F238E27FC236}">
                <a16:creationId xmlns:a16="http://schemas.microsoft.com/office/drawing/2014/main" id="{1FED5AF4-0E6C-3A66-E83F-D9B1C5C734D8}"/>
              </a:ext>
            </a:extLst>
          </p:cNvPr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3686175" y="5099050"/>
            <a:ext cx="1295400" cy="439738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200">
                <a:latin typeface="Courier New" panose="02070309020205020404" pitchFamily="49" charset="0"/>
              </a:rPr>
              <a:t>null</a:t>
            </a:r>
            <a:endParaRPr lang="en-US" altLang="en-US"/>
          </a:p>
        </p:txBody>
      </p:sp>
      <p:sp>
        <p:nvSpPr>
          <p:cNvPr id="31749" name="Text Box 8">
            <a:extLst>
              <a:ext uri="{FF2B5EF4-FFF2-40B4-BE49-F238E27FC236}">
                <a16:creationId xmlns:a16="http://schemas.microsoft.com/office/drawing/2014/main" id="{2F793B0D-C131-18D1-534C-26D17F11C28D}"/>
              </a:ext>
            </a:extLst>
          </p:cNvPr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2390775" y="5099050"/>
            <a:ext cx="1295400" cy="439738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200">
                <a:latin typeface="Courier New" panose="02070309020205020404" pitchFamily="49" charset="0"/>
              </a:rPr>
              <a:t>null</a:t>
            </a:r>
            <a:endParaRPr lang="en-US" altLang="en-US"/>
          </a:p>
        </p:txBody>
      </p:sp>
      <p:sp>
        <p:nvSpPr>
          <p:cNvPr id="31750" name="Text Box 9">
            <a:extLst>
              <a:ext uri="{FF2B5EF4-FFF2-40B4-BE49-F238E27FC236}">
                <a16:creationId xmlns:a16="http://schemas.microsoft.com/office/drawing/2014/main" id="{E8EA3E9A-2EBE-4603-6ADC-D3B09750D778}"/>
              </a:ext>
            </a:extLst>
          </p:cNvPr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1095375" y="5099050"/>
            <a:ext cx="1295400" cy="439738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200">
                <a:latin typeface="Courier New" panose="02070309020205020404" pitchFamily="49" charset="0"/>
              </a:rPr>
              <a:t>A</a:t>
            </a:r>
            <a:endParaRPr lang="en-US" altLang="en-US"/>
          </a:p>
        </p:txBody>
      </p:sp>
      <p:sp>
        <p:nvSpPr>
          <p:cNvPr id="31751" name="Text Box 10">
            <a:extLst>
              <a:ext uri="{FF2B5EF4-FFF2-40B4-BE49-F238E27FC236}">
                <a16:creationId xmlns:a16="http://schemas.microsoft.com/office/drawing/2014/main" id="{C359764B-FB0F-5906-0E7F-08E39DBC2574}"/>
              </a:ext>
            </a:extLst>
          </p:cNvPr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4981575" y="5099050"/>
            <a:ext cx="1295400" cy="439738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200">
                <a:latin typeface="Courier New" panose="02070309020205020404" pitchFamily="49" charset="0"/>
              </a:rPr>
              <a:t>null</a:t>
            </a:r>
            <a:endParaRPr lang="en-US" altLang="en-US"/>
          </a:p>
        </p:txBody>
      </p:sp>
      <p:sp>
        <p:nvSpPr>
          <p:cNvPr id="31752" name="Text Box 10">
            <a:extLst>
              <a:ext uri="{FF2B5EF4-FFF2-40B4-BE49-F238E27FC236}">
                <a16:creationId xmlns:a16="http://schemas.microsoft.com/office/drawing/2014/main" id="{89277A34-39D7-6D2A-8615-2E89B2D04EA0}"/>
              </a:ext>
            </a:extLst>
          </p:cNvPr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6276975" y="5099050"/>
            <a:ext cx="1295400" cy="439738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200">
                <a:latin typeface="Courier New" panose="02070309020205020404" pitchFamily="49" charset="0"/>
              </a:rPr>
              <a:t>null</a:t>
            </a:r>
            <a:endParaRPr lang="en-US" altLang="en-US"/>
          </a:p>
        </p:txBody>
      </p:sp>
      <p:sp>
        <p:nvSpPr>
          <p:cNvPr id="31753" name="Rectangle 19">
            <a:extLst>
              <a:ext uri="{FF2B5EF4-FFF2-40B4-BE49-F238E27FC236}">
                <a16:creationId xmlns:a16="http://schemas.microsoft.com/office/drawing/2014/main" id="{EAB6B053-6EBD-D25D-98C8-124C11A558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65338" y="2054225"/>
            <a:ext cx="5013325" cy="2554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3200">
                <a:solidFill>
                  <a:srgbClr val="7F0055"/>
                </a:solidFill>
              </a:rPr>
              <a:t>public void </a:t>
            </a:r>
            <a:r>
              <a:rPr lang="en-US" altLang="en-US" sz="3200"/>
              <a:t>add(E element) {</a:t>
            </a:r>
          </a:p>
          <a:p>
            <a:r>
              <a:rPr lang="en-US" altLang="en-US" sz="3200" i="1">
                <a:solidFill>
                  <a:srgbClr val="0000C0"/>
                </a:solidFill>
              </a:rPr>
              <a:t>  </a:t>
            </a:r>
            <a:r>
              <a:rPr lang="en-US" altLang="en-US" sz="3200">
                <a:solidFill>
                  <a:srgbClr val="0000C0"/>
                </a:solidFill>
              </a:rPr>
              <a:t>top</a:t>
            </a:r>
            <a:r>
              <a:rPr lang="en-US" altLang="en-US" sz="3200"/>
              <a:t>++;</a:t>
            </a:r>
          </a:p>
          <a:p>
            <a:r>
              <a:rPr lang="en-US" altLang="en-US" sz="3200"/>
              <a:t>  </a:t>
            </a:r>
            <a:r>
              <a:rPr lang="en-US" altLang="en-US" sz="3200">
                <a:solidFill>
                  <a:srgbClr val="0000C0"/>
                </a:solidFill>
              </a:rPr>
              <a:t>data</a:t>
            </a:r>
            <a:r>
              <a:rPr lang="en-US" altLang="en-US" sz="3200"/>
              <a:t>[top] = element;</a:t>
            </a:r>
          </a:p>
          <a:p>
            <a:r>
              <a:rPr lang="en-US" altLang="en-US" sz="3200"/>
              <a:t>}</a:t>
            </a:r>
          </a:p>
        </p:txBody>
      </p:sp>
      <p:sp>
        <p:nvSpPr>
          <p:cNvPr id="31754" name="TextBox 20">
            <a:extLst>
              <a:ext uri="{FF2B5EF4-FFF2-40B4-BE49-F238E27FC236}">
                <a16:creationId xmlns:a16="http://schemas.microsoft.com/office/drawing/2014/main" id="{FF2D71EC-A568-6805-FFEF-D8EFE67D0A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06500" y="4741863"/>
            <a:ext cx="12954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2000"/>
              <a:t>[0]</a:t>
            </a:r>
          </a:p>
        </p:txBody>
      </p:sp>
      <p:sp>
        <p:nvSpPr>
          <p:cNvPr id="31755" name="TextBox 21">
            <a:extLst>
              <a:ext uri="{FF2B5EF4-FFF2-40B4-BE49-F238E27FC236}">
                <a16:creationId xmlns:a16="http://schemas.microsoft.com/office/drawing/2014/main" id="{DA515A6B-0B86-1B5B-3915-976621478D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1900" y="4733925"/>
            <a:ext cx="12954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2000"/>
              <a:t>[1]</a:t>
            </a:r>
          </a:p>
        </p:txBody>
      </p:sp>
      <p:sp>
        <p:nvSpPr>
          <p:cNvPr id="31756" name="TextBox 22">
            <a:extLst>
              <a:ext uri="{FF2B5EF4-FFF2-40B4-BE49-F238E27FC236}">
                <a16:creationId xmlns:a16="http://schemas.microsoft.com/office/drawing/2014/main" id="{1782F09E-F729-50D9-FBF1-B2287D554F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62375" y="4751388"/>
            <a:ext cx="12954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2000"/>
              <a:t>[2]</a:t>
            </a:r>
          </a:p>
        </p:txBody>
      </p:sp>
      <p:sp>
        <p:nvSpPr>
          <p:cNvPr id="31757" name="TextBox 23">
            <a:extLst>
              <a:ext uri="{FF2B5EF4-FFF2-40B4-BE49-F238E27FC236}">
                <a16:creationId xmlns:a16="http://schemas.microsoft.com/office/drawing/2014/main" id="{16F51468-767D-AB44-B96C-9F61EAEC3C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75238" y="4740275"/>
            <a:ext cx="12954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2000"/>
              <a:t>[3]</a:t>
            </a:r>
          </a:p>
        </p:txBody>
      </p:sp>
      <p:sp>
        <p:nvSpPr>
          <p:cNvPr id="31758" name="TextBox 24">
            <a:extLst>
              <a:ext uri="{FF2B5EF4-FFF2-40B4-BE49-F238E27FC236}">
                <a16:creationId xmlns:a16="http://schemas.microsoft.com/office/drawing/2014/main" id="{E3455C31-AB1B-DAFA-2DCF-2CC8CA4990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53175" y="4752975"/>
            <a:ext cx="12954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2000"/>
              <a:t>[4]</a:t>
            </a:r>
          </a:p>
        </p:txBody>
      </p:sp>
      <p:sp>
        <p:nvSpPr>
          <p:cNvPr id="31759" name="Rectangle 16">
            <a:extLst>
              <a:ext uri="{FF2B5EF4-FFF2-40B4-BE49-F238E27FC236}">
                <a16:creationId xmlns:a16="http://schemas.microsoft.com/office/drawing/2014/main" id="{57D09E82-CABA-C88E-2760-89991B44F9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5500" y="5802313"/>
            <a:ext cx="8058150" cy="554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 sz="3000"/>
              <a:t>top = 0</a:t>
            </a:r>
          </a:p>
        </p:txBody>
      </p:sp>
    </p:spTree>
    <p:custDataLst>
      <p:tags r:id="rId1"/>
    </p:custData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43488F-944C-E013-9CA2-1C92C2B219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68288"/>
            <a:ext cx="9144000" cy="1890712"/>
          </a:xfrm>
          <a:solidFill>
            <a:srgbClr val="002060">
              <a:alpha val="90000"/>
            </a:srgbClr>
          </a:solidFill>
          <a:ln>
            <a:solidFill>
              <a:srgbClr val="002060"/>
            </a:solidFill>
          </a:ln>
        </p:spPr>
        <p:txBody>
          <a:bodyPr>
            <a:normAutofit fontScale="90000"/>
          </a:bodyPr>
          <a:lstStyle/>
          <a:p>
            <a:pPr algn="ctr" eaLnBrk="1" hangingPunct="1">
              <a:defRPr/>
            </a:pPr>
            <a:r>
              <a:rPr lang="en-US" sz="3300" b="1" dirty="0">
                <a:solidFill>
                  <a:schemeClr val="bg1"/>
                </a:solidFill>
              </a:rPr>
              <a:t>Add three more elements to the stack: </a:t>
            </a:r>
            <a:r>
              <a:rPr lang="en-US" sz="3300" b="1" dirty="0" err="1">
                <a:solidFill>
                  <a:schemeClr val="bg1"/>
                </a:solidFill>
              </a:rPr>
              <a:t>arrayStack.push</a:t>
            </a:r>
            <a:r>
              <a:rPr lang="en-US" sz="3300" b="1" dirty="0">
                <a:solidFill>
                  <a:schemeClr val="bg1"/>
                </a:solidFill>
              </a:rPr>
              <a:t>(“B”), </a:t>
            </a:r>
            <a:br>
              <a:rPr lang="en-US" sz="3300" b="1" dirty="0">
                <a:solidFill>
                  <a:schemeClr val="bg1"/>
                </a:solidFill>
              </a:rPr>
            </a:br>
            <a:r>
              <a:rPr lang="en-US" sz="3300" b="1" dirty="0" err="1">
                <a:solidFill>
                  <a:schemeClr val="bg1"/>
                </a:solidFill>
              </a:rPr>
              <a:t>arrayStack.add</a:t>
            </a:r>
            <a:r>
              <a:rPr lang="en-US" sz="3300" b="1" dirty="0">
                <a:solidFill>
                  <a:schemeClr val="bg1"/>
                </a:solidFill>
              </a:rPr>
              <a:t>(“C”), </a:t>
            </a:r>
            <a:br>
              <a:rPr lang="en-US" sz="3300" b="1" dirty="0">
                <a:solidFill>
                  <a:schemeClr val="bg1"/>
                </a:solidFill>
              </a:rPr>
            </a:br>
            <a:r>
              <a:rPr lang="en-US" sz="3300" b="1" dirty="0" err="1">
                <a:solidFill>
                  <a:schemeClr val="bg1"/>
                </a:solidFill>
              </a:rPr>
              <a:t>arrayStack.add</a:t>
            </a:r>
            <a:r>
              <a:rPr lang="en-US" sz="3300" b="1" dirty="0">
                <a:solidFill>
                  <a:schemeClr val="bg1"/>
                </a:solidFill>
              </a:rPr>
              <a:t>(“D”)  </a:t>
            </a:r>
          </a:p>
        </p:txBody>
      </p:sp>
      <p:sp>
        <p:nvSpPr>
          <p:cNvPr id="33794" name="AutoShape 2" descr="Image result for zju logo">
            <a:extLst>
              <a:ext uri="{FF2B5EF4-FFF2-40B4-BE49-F238E27FC236}">
                <a16:creationId xmlns:a16="http://schemas.microsoft.com/office/drawing/2014/main" id="{1A2CB80D-79E2-0B64-4C45-2B8E47BD789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33795" name="AutoShape 4" descr="Image result for zju logo">
            <a:extLst>
              <a:ext uri="{FF2B5EF4-FFF2-40B4-BE49-F238E27FC236}">
                <a16:creationId xmlns:a16="http://schemas.microsoft.com/office/drawing/2014/main" id="{89282C50-DC25-CB96-6F08-FB5266F7545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07975" y="7938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33796" name="Text Box 6">
            <a:extLst>
              <a:ext uri="{FF2B5EF4-FFF2-40B4-BE49-F238E27FC236}">
                <a16:creationId xmlns:a16="http://schemas.microsoft.com/office/drawing/2014/main" id="{04279A30-C6EF-9DC4-71A9-719FD68F8EEB}"/>
              </a:ext>
            </a:extLst>
          </p:cNvPr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3686175" y="5099050"/>
            <a:ext cx="1295400" cy="439738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200">
                <a:latin typeface="Courier New" panose="02070309020205020404" pitchFamily="49" charset="0"/>
              </a:rPr>
              <a:t>C</a:t>
            </a:r>
            <a:endParaRPr lang="en-US" altLang="en-US"/>
          </a:p>
        </p:txBody>
      </p:sp>
      <p:sp>
        <p:nvSpPr>
          <p:cNvPr id="33797" name="Text Box 8">
            <a:extLst>
              <a:ext uri="{FF2B5EF4-FFF2-40B4-BE49-F238E27FC236}">
                <a16:creationId xmlns:a16="http://schemas.microsoft.com/office/drawing/2014/main" id="{2727BB5D-6AB4-B73B-ADF7-B0FF5FB4BF0B}"/>
              </a:ext>
            </a:extLst>
          </p:cNvPr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2390775" y="5099050"/>
            <a:ext cx="1295400" cy="439738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200">
                <a:latin typeface="Courier New" panose="02070309020205020404" pitchFamily="49" charset="0"/>
              </a:rPr>
              <a:t>B</a:t>
            </a:r>
            <a:endParaRPr lang="en-US" altLang="en-US"/>
          </a:p>
        </p:txBody>
      </p:sp>
      <p:sp>
        <p:nvSpPr>
          <p:cNvPr id="33798" name="Text Box 9">
            <a:extLst>
              <a:ext uri="{FF2B5EF4-FFF2-40B4-BE49-F238E27FC236}">
                <a16:creationId xmlns:a16="http://schemas.microsoft.com/office/drawing/2014/main" id="{58040603-1BBC-DBD8-E712-409957CF3A66}"/>
              </a:ext>
            </a:extLst>
          </p:cNvPr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1095375" y="5099050"/>
            <a:ext cx="1295400" cy="439738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200">
                <a:latin typeface="Courier New" panose="02070309020205020404" pitchFamily="49" charset="0"/>
              </a:rPr>
              <a:t>A</a:t>
            </a:r>
            <a:endParaRPr lang="en-US" altLang="en-US"/>
          </a:p>
        </p:txBody>
      </p:sp>
      <p:sp>
        <p:nvSpPr>
          <p:cNvPr id="33799" name="Text Box 10">
            <a:extLst>
              <a:ext uri="{FF2B5EF4-FFF2-40B4-BE49-F238E27FC236}">
                <a16:creationId xmlns:a16="http://schemas.microsoft.com/office/drawing/2014/main" id="{D936BBE7-FF49-B3F5-6C81-AF5372CF490A}"/>
              </a:ext>
            </a:extLst>
          </p:cNvPr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4981575" y="5099050"/>
            <a:ext cx="1295400" cy="439738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200">
                <a:latin typeface="Courier New" panose="02070309020205020404" pitchFamily="49" charset="0"/>
              </a:rPr>
              <a:t>D</a:t>
            </a:r>
            <a:endParaRPr lang="en-US" altLang="en-US"/>
          </a:p>
        </p:txBody>
      </p:sp>
      <p:sp>
        <p:nvSpPr>
          <p:cNvPr id="33800" name="Text Box 10">
            <a:extLst>
              <a:ext uri="{FF2B5EF4-FFF2-40B4-BE49-F238E27FC236}">
                <a16:creationId xmlns:a16="http://schemas.microsoft.com/office/drawing/2014/main" id="{999AED3B-9839-F6F9-1871-47B9DE3A678E}"/>
              </a:ext>
            </a:extLst>
          </p:cNvPr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6276975" y="5099050"/>
            <a:ext cx="1295400" cy="439738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200">
                <a:latin typeface="Courier New" panose="02070309020205020404" pitchFamily="49" charset="0"/>
              </a:rPr>
              <a:t>null</a:t>
            </a:r>
            <a:endParaRPr lang="en-US" altLang="en-US"/>
          </a:p>
        </p:txBody>
      </p:sp>
      <p:sp>
        <p:nvSpPr>
          <p:cNvPr id="33801" name="Rectangle 19">
            <a:extLst>
              <a:ext uri="{FF2B5EF4-FFF2-40B4-BE49-F238E27FC236}">
                <a16:creationId xmlns:a16="http://schemas.microsoft.com/office/drawing/2014/main" id="{635BC993-23EE-13D4-B7DA-4A4A5DD966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65338" y="2054225"/>
            <a:ext cx="6316662" cy="206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3200">
                <a:solidFill>
                  <a:srgbClr val="7F0055"/>
                </a:solidFill>
              </a:rPr>
              <a:t>public void push</a:t>
            </a:r>
            <a:r>
              <a:rPr lang="en-US" altLang="en-US" sz="3200"/>
              <a:t>(E element) {</a:t>
            </a:r>
          </a:p>
          <a:p>
            <a:r>
              <a:rPr lang="en-US" altLang="en-US" sz="3200" i="1">
                <a:solidFill>
                  <a:srgbClr val="0000C0"/>
                </a:solidFill>
              </a:rPr>
              <a:t>  </a:t>
            </a:r>
            <a:r>
              <a:rPr lang="en-US" altLang="en-US" sz="3200">
                <a:solidFill>
                  <a:srgbClr val="0000C0"/>
                </a:solidFill>
              </a:rPr>
              <a:t>top</a:t>
            </a:r>
            <a:r>
              <a:rPr lang="en-US" altLang="en-US" sz="3200"/>
              <a:t>++;</a:t>
            </a:r>
          </a:p>
          <a:p>
            <a:r>
              <a:rPr lang="en-US" altLang="en-US" sz="3200"/>
              <a:t>  </a:t>
            </a:r>
            <a:r>
              <a:rPr lang="en-US" altLang="en-US" sz="3200">
                <a:solidFill>
                  <a:srgbClr val="0000C0"/>
                </a:solidFill>
              </a:rPr>
              <a:t>data</a:t>
            </a:r>
            <a:r>
              <a:rPr lang="en-US" altLang="en-US" sz="3200"/>
              <a:t>[top] = element;</a:t>
            </a:r>
          </a:p>
          <a:p>
            <a:r>
              <a:rPr lang="en-US" altLang="en-US" sz="3200"/>
              <a:t>}</a:t>
            </a:r>
          </a:p>
        </p:txBody>
      </p:sp>
      <p:sp>
        <p:nvSpPr>
          <p:cNvPr id="33802" name="TextBox 20">
            <a:extLst>
              <a:ext uri="{FF2B5EF4-FFF2-40B4-BE49-F238E27FC236}">
                <a16:creationId xmlns:a16="http://schemas.microsoft.com/office/drawing/2014/main" id="{BB528C9A-F899-89F5-66B4-DCAC890B95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6988" y="4699000"/>
            <a:ext cx="12954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2000"/>
              <a:t>[0]</a:t>
            </a:r>
          </a:p>
        </p:txBody>
      </p:sp>
      <p:sp>
        <p:nvSpPr>
          <p:cNvPr id="33803" name="TextBox 21">
            <a:extLst>
              <a:ext uri="{FF2B5EF4-FFF2-40B4-BE49-F238E27FC236}">
                <a16:creationId xmlns:a16="http://schemas.microsoft.com/office/drawing/2014/main" id="{C2713CC4-4F98-55F7-B90A-744A3F24FD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92388" y="4691063"/>
            <a:ext cx="12954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2000"/>
              <a:t>[1]</a:t>
            </a:r>
          </a:p>
        </p:txBody>
      </p:sp>
      <p:sp>
        <p:nvSpPr>
          <p:cNvPr id="33804" name="TextBox 22">
            <a:extLst>
              <a:ext uri="{FF2B5EF4-FFF2-40B4-BE49-F238E27FC236}">
                <a16:creationId xmlns:a16="http://schemas.microsoft.com/office/drawing/2014/main" id="{D457499B-44F9-8C4A-8855-D1D7F32DC9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52863" y="4708525"/>
            <a:ext cx="12954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2000"/>
              <a:t>[2]</a:t>
            </a:r>
          </a:p>
        </p:txBody>
      </p:sp>
      <p:sp>
        <p:nvSpPr>
          <p:cNvPr id="33805" name="TextBox 23">
            <a:extLst>
              <a:ext uri="{FF2B5EF4-FFF2-40B4-BE49-F238E27FC236}">
                <a16:creationId xmlns:a16="http://schemas.microsoft.com/office/drawing/2014/main" id="{3D042D45-0E5C-BC18-495E-41B104C38D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65725" y="4697413"/>
            <a:ext cx="12954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2000"/>
              <a:t>[3]</a:t>
            </a:r>
          </a:p>
        </p:txBody>
      </p:sp>
      <p:sp>
        <p:nvSpPr>
          <p:cNvPr id="33806" name="TextBox 24">
            <a:extLst>
              <a:ext uri="{FF2B5EF4-FFF2-40B4-BE49-F238E27FC236}">
                <a16:creationId xmlns:a16="http://schemas.microsoft.com/office/drawing/2014/main" id="{167E6C05-90A6-92F5-FA61-D9E1D2BC50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43663" y="4710113"/>
            <a:ext cx="12954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2000"/>
              <a:t>[4]</a:t>
            </a:r>
          </a:p>
        </p:txBody>
      </p:sp>
      <p:sp>
        <p:nvSpPr>
          <p:cNvPr id="33807" name="Rectangle 15">
            <a:extLst>
              <a:ext uri="{FF2B5EF4-FFF2-40B4-BE49-F238E27FC236}">
                <a16:creationId xmlns:a16="http://schemas.microsoft.com/office/drawing/2014/main" id="{5EBD6DB3-DF47-5F68-3DF1-5D6024F90A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5500" y="5802313"/>
            <a:ext cx="8058150" cy="554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 sz="3000"/>
              <a:t>top = 3</a:t>
            </a:r>
          </a:p>
        </p:txBody>
      </p:sp>
    </p:spTree>
    <p:custDataLst>
      <p:tags r:id="rId1"/>
    </p:custData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Title 1">
            <a:extLst>
              <a:ext uri="{FF2B5EF4-FFF2-40B4-BE49-F238E27FC236}">
                <a16:creationId xmlns:a16="http://schemas.microsoft.com/office/drawing/2014/main" id="{73772BC9-5E90-DF8B-ABCF-5EF935F11637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0" y="268288"/>
            <a:ext cx="9144000" cy="1325562"/>
          </a:xfrm>
          <a:solidFill>
            <a:srgbClr val="002060">
              <a:alpha val="90195"/>
            </a:srgbClr>
          </a:solidFill>
          <a:ln>
            <a:solidFill>
              <a:srgbClr val="00206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 eaLnBrk="1" hangingPunct="1"/>
            <a:r>
              <a:rPr lang="en-US" altLang="en-US" sz="4000" b="1">
                <a:solidFill>
                  <a:schemeClr val="bg1"/>
                </a:solidFill>
              </a:rPr>
              <a:t>Now remove an element</a:t>
            </a:r>
          </a:p>
        </p:txBody>
      </p:sp>
      <p:sp>
        <p:nvSpPr>
          <p:cNvPr id="35842" name="AutoShape 2" descr="Image result for zju logo">
            <a:extLst>
              <a:ext uri="{FF2B5EF4-FFF2-40B4-BE49-F238E27FC236}">
                <a16:creationId xmlns:a16="http://schemas.microsoft.com/office/drawing/2014/main" id="{1EC562D6-E915-20BD-8D43-7D8BB5C8A27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35843" name="AutoShape 4" descr="Image result for zju logo">
            <a:extLst>
              <a:ext uri="{FF2B5EF4-FFF2-40B4-BE49-F238E27FC236}">
                <a16:creationId xmlns:a16="http://schemas.microsoft.com/office/drawing/2014/main" id="{3C4CAB1B-B5FE-4062-E561-5DF03439F21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07975" y="7938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35844" name="Text Box 6">
            <a:extLst>
              <a:ext uri="{FF2B5EF4-FFF2-40B4-BE49-F238E27FC236}">
                <a16:creationId xmlns:a16="http://schemas.microsoft.com/office/drawing/2014/main" id="{6924F06E-737D-E26A-0BA5-EB6794D21A87}"/>
              </a:ext>
            </a:extLst>
          </p:cNvPr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4073525" y="2409825"/>
            <a:ext cx="1295400" cy="439738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200">
                <a:latin typeface="Courier New" panose="02070309020205020404" pitchFamily="49" charset="0"/>
              </a:rPr>
              <a:t>C</a:t>
            </a:r>
            <a:endParaRPr lang="en-US" altLang="en-US"/>
          </a:p>
        </p:txBody>
      </p:sp>
      <p:sp>
        <p:nvSpPr>
          <p:cNvPr id="35845" name="Text Box 8">
            <a:extLst>
              <a:ext uri="{FF2B5EF4-FFF2-40B4-BE49-F238E27FC236}">
                <a16:creationId xmlns:a16="http://schemas.microsoft.com/office/drawing/2014/main" id="{62A7B9B8-11CB-A350-A67D-631DEED1A70C}"/>
              </a:ext>
            </a:extLst>
          </p:cNvPr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2778125" y="2409825"/>
            <a:ext cx="1295400" cy="439738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200">
                <a:latin typeface="Courier New" panose="02070309020205020404" pitchFamily="49" charset="0"/>
              </a:rPr>
              <a:t>B</a:t>
            </a:r>
            <a:endParaRPr lang="en-US" altLang="en-US"/>
          </a:p>
        </p:txBody>
      </p:sp>
      <p:sp>
        <p:nvSpPr>
          <p:cNvPr id="35846" name="Text Box 9">
            <a:extLst>
              <a:ext uri="{FF2B5EF4-FFF2-40B4-BE49-F238E27FC236}">
                <a16:creationId xmlns:a16="http://schemas.microsoft.com/office/drawing/2014/main" id="{C17D2EBA-D5C8-7A41-8C96-2AB2A7C8D3A9}"/>
              </a:ext>
            </a:extLst>
          </p:cNvPr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1482725" y="2409825"/>
            <a:ext cx="1295400" cy="439738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200">
                <a:latin typeface="Courier New" panose="02070309020205020404" pitchFamily="49" charset="0"/>
              </a:rPr>
              <a:t>A</a:t>
            </a:r>
            <a:endParaRPr lang="en-US" altLang="en-US"/>
          </a:p>
        </p:txBody>
      </p:sp>
      <p:sp>
        <p:nvSpPr>
          <p:cNvPr id="35847" name="Text Box 10">
            <a:extLst>
              <a:ext uri="{FF2B5EF4-FFF2-40B4-BE49-F238E27FC236}">
                <a16:creationId xmlns:a16="http://schemas.microsoft.com/office/drawing/2014/main" id="{A9B5C64B-AF2B-243C-DA36-FBCDCE734B1E}"/>
              </a:ext>
            </a:extLst>
          </p:cNvPr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5368925" y="2409825"/>
            <a:ext cx="1295400" cy="439738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200">
                <a:latin typeface="Courier New" panose="02070309020205020404" pitchFamily="49" charset="0"/>
              </a:rPr>
              <a:t>D</a:t>
            </a:r>
            <a:endParaRPr lang="en-US" altLang="en-US"/>
          </a:p>
        </p:txBody>
      </p:sp>
      <p:sp>
        <p:nvSpPr>
          <p:cNvPr id="35848" name="Text Box 10">
            <a:extLst>
              <a:ext uri="{FF2B5EF4-FFF2-40B4-BE49-F238E27FC236}">
                <a16:creationId xmlns:a16="http://schemas.microsoft.com/office/drawing/2014/main" id="{4A2D3CE2-7A11-47FB-E0CC-943C357AC1CD}"/>
              </a:ext>
            </a:extLst>
          </p:cNvPr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6664325" y="2409825"/>
            <a:ext cx="1295400" cy="439738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200">
                <a:latin typeface="Courier New" panose="02070309020205020404" pitchFamily="49" charset="0"/>
              </a:rPr>
              <a:t>null</a:t>
            </a:r>
            <a:endParaRPr lang="en-US" altLang="en-US"/>
          </a:p>
        </p:txBody>
      </p:sp>
      <p:sp>
        <p:nvSpPr>
          <p:cNvPr id="35849" name="TextBox 53">
            <a:extLst>
              <a:ext uri="{FF2B5EF4-FFF2-40B4-BE49-F238E27FC236}">
                <a16:creationId xmlns:a16="http://schemas.microsoft.com/office/drawing/2014/main" id="{926B31E5-B3F7-BA3B-3336-9D559646A1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52588" y="2016125"/>
            <a:ext cx="12954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2000"/>
              <a:t>[0]</a:t>
            </a:r>
          </a:p>
        </p:txBody>
      </p:sp>
      <p:sp>
        <p:nvSpPr>
          <p:cNvPr id="35850" name="TextBox 54">
            <a:extLst>
              <a:ext uri="{FF2B5EF4-FFF2-40B4-BE49-F238E27FC236}">
                <a16:creationId xmlns:a16="http://schemas.microsoft.com/office/drawing/2014/main" id="{5F94F861-DE7C-66DD-B391-4D6DB6D738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47988" y="2006600"/>
            <a:ext cx="12954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2000"/>
              <a:t>[1]</a:t>
            </a:r>
          </a:p>
        </p:txBody>
      </p:sp>
      <p:sp>
        <p:nvSpPr>
          <p:cNvPr id="35851" name="TextBox 55">
            <a:extLst>
              <a:ext uri="{FF2B5EF4-FFF2-40B4-BE49-F238E27FC236}">
                <a16:creationId xmlns:a16="http://schemas.microsoft.com/office/drawing/2014/main" id="{0ADBD098-B4B4-F2E1-0418-B988A60562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08463" y="2024063"/>
            <a:ext cx="12954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2000"/>
              <a:t>[2]</a:t>
            </a:r>
          </a:p>
        </p:txBody>
      </p:sp>
      <p:sp>
        <p:nvSpPr>
          <p:cNvPr id="35852" name="TextBox 56">
            <a:extLst>
              <a:ext uri="{FF2B5EF4-FFF2-40B4-BE49-F238E27FC236}">
                <a16:creationId xmlns:a16="http://schemas.microsoft.com/office/drawing/2014/main" id="{2CFF184D-D8B7-FCD9-1E72-EA20CA647F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21325" y="2014538"/>
            <a:ext cx="12954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2000"/>
              <a:t>[3]</a:t>
            </a:r>
          </a:p>
        </p:txBody>
      </p:sp>
      <p:sp>
        <p:nvSpPr>
          <p:cNvPr id="35853" name="TextBox 57">
            <a:extLst>
              <a:ext uri="{FF2B5EF4-FFF2-40B4-BE49-F238E27FC236}">
                <a16:creationId xmlns:a16="http://schemas.microsoft.com/office/drawing/2014/main" id="{49D80150-24CB-CE83-B3B2-2273266F36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99263" y="2027238"/>
            <a:ext cx="12954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2000"/>
              <a:t>[4]</a:t>
            </a:r>
          </a:p>
        </p:txBody>
      </p:sp>
      <p:sp>
        <p:nvSpPr>
          <p:cNvPr id="3" name="Rectangular Callout 2">
            <a:extLst>
              <a:ext uri="{FF2B5EF4-FFF2-40B4-BE49-F238E27FC236}">
                <a16:creationId xmlns:a16="http://schemas.microsoft.com/office/drawing/2014/main" id="{D2CAE5FA-3800-3C0E-A0C6-7B261581E4B6}"/>
              </a:ext>
            </a:extLst>
          </p:cNvPr>
          <p:cNvSpPr/>
          <p:nvPr/>
        </p:nvSpPr>
        <p:spPr>
          <a:xfrm>
            <a:off x="52388" y="2286000"/>
            <a:ext cx="1295400" cy="563563"/>
          </a:xfrm>
          <a:prstGeom prst="wedgeRectCallout">
            <a:avLst>
              <a:gd name="adj1" fmla="val 59185"/>
              <a:gd name="adj2" fmla="val -238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/>
              <a:t>Before</a:t>
            </a:r>
          </a:p>
        </p:txBody>
      </p:sp>
      <p:sp>
        <p:nvSpPr>
          <p:cNvPr id="21" name="Rectangular Callout 20">
            <a:extLst>
              <a:ext uri="{FF2B5EF4-FFF2-40B4-BE49-F238E27FC236}">
                <a16:creationId xmlns:a16="http://schemas.microsoft.com/office/drawing/2014/main" id="{306C1A14-7C90-F76D-E545-F5CA765F9C12}"/>
              </a:ext>
            </a:extLst>
          </p:cNvPr>
          <p:cNvSpPr/>
          <p:nvPr/>
        </p:nvSpPr>
        <p:spPr>
          <a:xfrm>
            <a:off x="3924300" y="1639888"/>
            <a:ext cx="1444625" cy="400050"/>
          </a:xfrm>
          <a:prstGeom prst="wedgeRectCallout">
            <a:avLst>
              <a:gd name="adj1" fmla="val 68110"/>
              <a:gd name="adj2" fmla="val 1404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/>
              <a:t>Top=3</a:t>
            </a:r>
          </a:p>
        </p:txBody>
      </p:sp>
    </p:spTree>
    <p:custDataLst>
      <p:tags r:id="rId1"/>
    </p:custData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Title 1">
            <a:extLst>
              <a:ext uri="{FF2B5EF4-FFF2-40B4-BE49-F238E27FC236}">
                <a16:creationId xmlns:a16="http://schemas.microsoft.com/office/drawing/2014/main" id="{6D41F057-EE12-E19D-C8EF-5802FC7D5A60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0" y="268288"/>
            <a:ext cx="9144000" cy="1325562"/>
          </a:xfrm>
          <a:solidFill>
            <a:srgbClr val="002060">
              <a:alpha val="90195"/>
            </a:srgbClr>
          </a:solidFill>
          <a:ln>
            <a:solidFill>
              <a:srgbClr val="00206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 eaLnBrk="1" hangingPunct="1"/>
            <a:r>
              <a:rPr lang="en-US" altLang="en-US" sz="4000" b="1">
                <a:solidFill>
                  <a:schemeClr val="bg1"/>
                </a:solidFill>
              </a:rPr>
              <a:t>Now remove an element</a:t>
            </a:r>
          </a:p>
        </p:txBody>
      </p:sp>
      <p:sp>
        <p:nvSpPr>
          <p:cNvPr id="37890" name="AutoShape 2" descr="Image result for zju logo">
            <a:extLst>
              <a:ext uri="{FF2B5EF4-FFF2-40B4-BE49-F238E27FC236}">
                <a16:creationId xmlns:a16="http://schemas.microsoft.com/office/drawing/2014/main" id="{887AA4ED-CFA7-E355-5C97-7143C178FE7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37891" name="AutoShape 4" descr="Image result for zju logo">
            <a:extLst>
              <a:ext uri="{FF2B5EF4-FFF2-40B4-BE49-F238E27FC236}">
                <a16:creationId xmlns:a16="http://schemas.microsoft.com/office/drawing/2014/main" id="{CFF43919-4D1A-D067-6B90-325482A3774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07975" y="7938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37892" name="Text Box 6">
            <a:extLst>
              <a:ext uri="{FF2B5EF4-FFF2-40B4-BE49-F238E27FC236}">
                <a16:creationId xmlns:a16="http://schemas.microsoft.com/office/drawing/2014/main" id="{2805F907-F3AC-7FFE-A321-E55FD5BF11EB}"/>
              </a:ext>
            </a:extLst>
          </p:cNvPr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4073525" y="2409825"/>
            <a:ext cx="1295400" cy="439738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200">
                <a:latin typeface="Courier New" panose="02070309020205020404" pitchFamily="49" charset="0"/>
              </a:rPr>
              <a:t>C</a:t>
            </a:r>
            <a:endParaRPr lang="en-US" altLang="en-US"/>
          </a:p>
        </p:txBody>
      </p:sp>
      <p:sp>
        <p:nvSpPr>
          <p:cNvPr id="37893" name="Text Box 8">
            <a:extLst>
              <a:ext uri="{FF2B5EF4-FFF2-40B4-BE49-F238E27FC236}">
                <a16:creationId xmlns:a16="http://schemas.microsoft.com/office/drawing/2014/main" id="{C4C4BF5D-9512-3933-E725-7E6C476854B7}"/>
              </a:ext>
            </a:extLst>
          </p:cNvPr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2778125" y="2409825"/>
            <a:ext cx="1295400" cy="439738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200">
                <a:latin typeface="Courier New" panose="02070309020205020404" pitchFamily="49" charset="0"/>
              </a:rPr>
              <a:t>B</a:t>
            </a:r>
            <a:endParaRPr lang="en-US" altLang="en-US"/>
          </a:p>
        </p:txBody>
      </p:sp>
      <p:sp>
        <p:nvSpPr>
          <p:cNvPr id="37894" name="Text Box 9">
            <a:extLst>
              <a:ext uri="{FF2B5EF4-FFF2-40B4-BE49-F238E27FC236}">
                <a16:creationId xmlns:a16="http://schemas.microsoft.com/office/drawing/2014/main" id="{5C99FCAE-BD75-02F0-BB22-EBBC84105844}"/>
              </a:ext>
            </a:extLst>
          </p:cNvPr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1482725" y="2409825"/>
            <a:ext cx="1295400" cy="439738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200">
                <a:latin typeface="Courier New" panose="02070309020205020404" pitchFamily="49" charset="0"/>
              </a:rPr>
              <a:t>A</a:t>
            </a:r>
            <a:endParaRPr lang="en-US" altLang="en-US"/>
          </a:p>
        </p:txBody>
      </p:sp>
      <p:sp>
        <p:nvSpPr>
          <p:cNvPr id="37895" name="Text Box 10">
            <a:extLst>
              <a:ext uri="{FF2B5EF4-FFF2-40B4-BE49-F238E27FC236}">
                <a16:creationId xmlns:a16="http://schemas.microsoft.com/office/drawing/2014/main" id="{D1260307-532D-DB82-C15D-7682045EB65B}"/>
              </a:ext>
            </a:extLst>
          </p:cNvPr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5368925" y="2409825"/>
            <a:ext cx="1295400" cy="439738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200">
                <a:latin typeface="Courier New" panose="02070309020205020404" pitchFamily="49" charset="0"/>
              </a:rPr>
              <a:t>D</a:t>
            </a:r>
            <a:endParaRPr lang="en-US" altLang="en-US"/>
          </a:p>
        </p:txBody>
      </p:sp>
      <p:sp>
        <p:nvSpPr>
          <p:cNvPr id="37896" name="Text Box 10">
            <a:extLst>
              <a:ext uri="{FF2B5EF4-FFF2-40B4-BE49-F238E27FC236}">
                <a16:creationId xmlns:a16="http://schemas.microsoft.com/office/drawing/2014/main" id="{211FDB4C-968B-4F5E-AA31-DA878DE15DBE}"/>
              </a:ext>
            </a:extLst>
          </p:cNvPr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6664325" y="2409825"/>
            <a:ext cx="1295400" cy="439738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200">
                <a:latin typeface="Courier New" panose="02070309020205020404" pitchFamily="49" charset="0"/>
              </a:rPr>
              <a:t>null</a:t>
            </a:r>
            <a:endParaRPr lang="en-US" altLang="en-US"/>
          </a:p>
        </p:txBody>
      </p:sp>
      <p:sp>
        <p:nvSpPr>
          <p:cNvPr id="37897" name="Text Box 6">
            <a:extLst>
              <a:ext uri="{FF2B5EF4-FFF2-40B4-BE49-F238E27FC236}">
                <a16:creationId xmlns:a16="http://schemas.microsoft.com/office/drawing/2014/main" id="{B7FE8675-53E4-7D23-EE65-9CAFAD685622}"/>
              </a:ext>
            </a:extLst>
          </p:cNvPr>
          <p:cNvSpPr txBox="1"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4073525" y="3441700"/>
            <a:ext cx="1295400" cy="439738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200">
                <a:latin typeface="Courier New" panose="02070309020205020404" pitchFamily="49" charset="0"/>
              </a:rPr>
              <a:t>C</a:t>
            </a:r>
            <a:endParaRPr lang="en-US" altLang="en-US"/>
          </a:p>
        </p:txBody>
      </p:sp>
      <p:sp>
        <p:nvSpPr>
          <p:cNvPr id="37898" name="Text Box 8">
            <a:extLst>
              <a:ext uri="{FF2B5EF4-FFF2-40B4-BE49-F238E27FC236}">
                <a16:creationId xmlns:a16="http://schemas.microsoft.com/office/drawing/2014/main" id="{A9F08268-82B4-4F2A-897D-FD3D00684625}"/>
              </a:ext>
            </a:extLst>
          </p:cNvPr>
          <p:cNvSpPr txBox="1">
            <a:spLocks noChangeAspect="1" noChangeArrowheads="1"/>
          </p:cNvSpPr>
          <p:nvPr>
            <p:custDataLst>
              <p:tags r:id="rId8"/>
            </p:custDataLst>
          </p:nvPr>
        </p:nvSpPr>
        <p:spPr bwMode="auto">
          <a:xfrm>
            <a:off x="2778125" y="3441700"/>
            <a:ext cx="1295400" cy="439738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200">
                <a:latin typeface="Courier New" panose="02070309020205020404" pitchFamily="49" charset="0"/>
              </a:rPr>
              <a:t>B</a:t>
            </a:r>
            <a:endParaRPr lang="en-US" altLang="en-US"/>
          </a:p>
        </p:txBody>
      </p:sp>
      <p:sp>
        <p:nvSpPr>
          <p:cNvPr id="37899" name="Text Box 9">
            <a:extLst>
              <a:ext uri="{FF2B5EF4-FFF2-40B4-BE49-F238E27FC236}">
                <a16:creationId xmlns:a16="http://schemas.microsoft.com/office/drawing/2014/main" id="{CB1286A5-F42D-50AB-73A2-6F05B5241C27}"/>
              </a:ext>
            </a:extLst>
          </p:cNvPr>
          <p:cNvSpPr txBox="1">
            <a:spLocks noChangeAspect="1" noChangeArrowheads="1"/>
          </p:cNvSpPr>
          <p:nvPr>
            <p:custDataLst>
              <p:tags r:id="rId9"/>
            </p:custDataLst>
          </p:nvPr>
        </p:nvSpPr>
        <p:spPr bwMode="auto">
          <a:xfrm>
            <a:off x="1482725" y="3441700"/>
            <a:ext cx="1295400" cy="430213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200">
                <a:latin typeface="Courier New" panose="02070309020205020404" pitchFamily="49" charset="0"/>
              </a:rPr>
              <a:t>A </a:t>
            </a:r>
            <a:endParaRPr lang="en-US" altLang="en-US"/>
          </a:p>
        </p:txBody>
      </p:sp>
      <p:sp>
        <p:nvSpPr>
          <p:cNvPr id="37900" name="Text Box 10">
            <a:extLst>
              <a:ext uri="{FF2B5EF4-FFF2-40B4-BE49-F238E27FC236}">
                <a16:creationId xmlns:a16="http://schemas.microsoft.com/office/drawing/2014/main" id="{3F4BBC79-D957-A044-5678-43522889C362}"/>
              </a:ext>
            </a:extLst>
          </p:cNvPr>
          <p:cNvSpPr txBox="1">
            <a:spLocks noChangeArrowheads="1"/>
          </p:cNvSpPr>
          <p:nvPr>
            <p:custDataLst>
              <p:tags r:id="rId10"/>
            </p:custDataLst>
          </p:nvPr>
        </p:nvSpPr>
        <p:spPr bwMode="auto">
          <a:xfrm>
            <a:off x="5368925" y="3441700"/>
            <a:ext cx="1295400" cy="46037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endParaRPr lang="en-US" altLang="en-US"/>
          </a:p>
        </p:txBody>
      </p:sp>
      <p:sp>
        <p:nvSpPr>
          <p:cNvPr id="37901" name="Text Box 10">
            <a:extLst>
              <a:ext uri="{FF2B5EF4-FFF2-40B4-BE49-F238E27FC236}">
                <a16:creationId xmlns:a16="http://schemas.microsoft.com/office/drawing/2014/main" id="{D92C1891-0338-697B-95A3-EB2BEA59DF92}"/>
              </a:ext>
            </a:extLst>
          </p:cNvPr>
          <p:cNvSpPr txBox="1">
            <a:spLocks noChangeArrowheads="1"/>
          </p:cNvSpPr>
          <p:nvPr>
            <p:custDataLst>
              <p:tags r:id="rId11"/>
            </p:custDataLst>
          </p:nvPr>
        </p:nvSpPr>
        <p:spPr bwMode="auto">
          <a:xfrm>
            <a:off x="6664325" y="3441700"/>
            <a:ext cx="1295400" cy="439738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200">
                <a:latin typeface="Courier New" panose="02070309020205020404" pitchFamily="49" charset="0"/>
              </a:rPr>
              <a:t>null</a:t>
            </a:r>
            <a:endParaRPr lang="en-US" altLang="en-US"/>
          </a:p>
        </p:txBody>
      </p:sp>
      <p:sp>
        <p:nvSpPr>
          <p:cNvPr id="37902" name="TextBox 44">
            <a:extLst>
              <a:ext uri="{FF2B5EF4-FFF2-40B4-BE49-F238E27FC236}">
                <a16:creationId xmlns:a16="http://schemas.microsoft.com/office/drawing/2014/main" id="{10CF9881-0500-C0CA-F23D-3B75955FFA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17663" y="3087688"/>
            <a:ext cx="12954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2000"/>
              <a:t>[0]</a:t>
            </a:r>
          </a:p>
        </p:txBody>
      </p:sp>
      <p:sp>
        <p:nvSpPr>
          <p:cNvPr id="37903" name="TextBox 45">
            <a:extLst>
              <a:ext uri="{FF2B5EF4-FFF2-40B4-BE49-F238E27FC236}">
                <a16:creationId xmlns:a16="http://schemas.microsoft.com/office/drawing/2014/main" id="{58A41DBC-F318-EC03-E853-9DBFA1D3F5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13063" y="3078163"/>
            <a:ext cx="12954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2000"/>
              <a:t>[1]</a:t>
            </a:r>
          </a:p>
        </p:txBody>
      </p:sp>
      <p:sp>
        <p:nvSpPr>
          <p:cNvPr id="37904" name="TextBox 46">
            <a:extLst>
              <a:ext uri="{FF2B5EF4-FFF2-40B4-BE49-F238E27FC236}">
                <a16:creationId xmlns:a16="http://schemas.microsoft.com/office/drawing/2014/main" id="{CF730458-D4E1-E923-FF1D-A4CEC8E3FE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71950" y="3095625"/>
            <a:ext cx="12954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2000"/>
              <a:t>[2]</a:t>
            </a:r>
          </a:p>
        </p:txBody>
      </p:sp>
      <p:sp>
        <p:nvSpPr>
          <p:cNvPr id="37905" name="TextBox 47">
            <a:extLst>
              <a:ext uri="{FF2B5EF4-FFF2-40B4-BE49-F238E27FC236}">
                <a16:creationId xmlns:a16="http://schemas.microsoft.com/office/drawing/2014/main" id="{0128F405-9F95-6B12-186C-8AF38904D8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86400" y="3084513"/>
            <a:ext cx="1295400" cy="401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2000"/>
              <a:t>[3]</a:t>
            </a:r>
          </a:p>
        </p:txBody>
      </p:sp>
      <p:sp>
        <p:nvSpPr>
          <p:cNvPr id="37906" name="TextBox 48">
            <a:extLst>
              <a:ext uri="{FF2B5EF4-FFF2-40B4-BE49-F238E27FC236}">
                <a16:creationId xmlns:a16="http://schemas.microsoft.com/office/drawing/2014/main" id="{FFE2E6B9-6A21-38A6-DF23-52D48D210C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62750" y="3097213"/>
            <a:ext cx="12954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2000"/>
              <a:t>[4]</a:t>
            </a:r>
          </a:p>
        </p:txBody>
      </p:sp>
      <p:sp>
        <p:nvSpPr>
          <p:cNvPr id="37907" name="TextBox 72">
            <a:extLst>
              <a:ext uri="{FF2B5EF4-FFF2-40B4-BE49-F238E27FC236}">
                <a16:creationId xmlns:a16="http://schemas.microsoft.com/office/drawing/2014/main" id="{402C4DB2-941E-35FE-482C-BED456490C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52588" y="2016125"/>
            <a:ext cx="12954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2000"/>
              <a:t>[0]</a:t>
            </a:r>
          </a:p>
        </p:txBody>
      </p:sp>
      <p:sp>
        <p:nvSpPr>
          <p:cNvPr id="37908" name="TextBox 73">
            <a:extLst>
              <a:ext uri="{FF2B5EF4-FFF2-40B4-BE49-F238E27FC236}">
                <a16:creationId xmlns:a16="http://schemas.microsoft.com/office/drawing/2014/main" id="{CBA413A4-D73F-EA78-90A1-4BE875909B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47988" y="2006600"/>
            <a:ext cx="12954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2000"/>
              <a:t>[1]</a:t>
            </a:r>
          </a:p>
        </p:txBody>
      </p:sp>
      <p:sp>
        <p:nvSpPr>
          <p:cNvPr id="37909" name="TextBox 74">
            <a:extLst>
              <a:ext uri="{FF2B5EF4-FFF2-40B4-BE49-F238E27FC236}">
                <a16:creationId xmlns:a16="http://schemas.microsoft.com/office/drawing/2014/main" id="{AA64A2F4-612D-4497-934A-3030835513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08463" y="2024063"/>
            <a:ext cx="12954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2000"/>
              <a:t>[2]</a:t>
            </a:r>
          </a:p>
        </p:txBody>
      </p:sp>
      <p:sp>
        <p:nvSpPr>
          <p:cNvPr id="37910" name="TextBox 75">
            <a:extLst>
              <a:ext uri="{FF2B5EF4-FFF2-40B4-BE49-F238E27FC236}">
                <a16:creationId xmlns:a16="http://schemas.microsoft.com/office/drawing/2014/main" id="{88CB8627-0AD1-1468-F60B-E13AE38AD6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21325" y="2014538"/>
            <a:ext cx="12954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2000"/>
              <a:t>[3]</a:t>
            </a:r>
          </a:p>
        </p:txBody>
      </p:sp>
      <p:sp>
        <p:nvSpPr>
          <p:cNvPr id="37911" name="TextBox 76">
            <a:extLst>
              <a:ext uri="{FF2B5EF4-FFF2-40B4-BE49-F238E27FC236}">
                <a16:creationId xmlns:a16="http://schemas.microsoft.com/office/drawing/2014/main" id="{31142E2A-6138-17F3-225C-6695BF314B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99263" y="2027238"/>
            <a:ext cx="12954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2000"/>
              <a:t>[4]</a:t>
            </a:r>
          </a:p>
        </p:txBody>
      </p:sp>
      <p:sp>
        <p:nvSpPr>
          <p:cNvPr id="78" name="Rectangular Callout 77">
            <a:extLst>
              <a:ext uri="{FF2B5EF4-FFF2-40B4-BE49-F238E27FC236}">
                <a16:creationId xmlns:a16="http://schemas.microsoft.com/office/drawing/2014/main" id="{63862234-B4D6-260E-BC3C-2B676BAF80EF}"/>
              </a:ext>
            </a:extLst>
          </p:cNvPr>
          <p:cNvSpPr/>
          <p:nvPr/>
        </p:nvSpPr>
        <p:spPr>
          <a:xfrm>
            <a:off x="52388" y="2424113"/>
            <a:ext cx="1295400" cy="425450"/>
          </a:xfrm>
          <a:prstGeom prst="wedgeRectCallout">
            <a:avLst>
              <a:gd name="adj1" fmla="val 59185"/>
              <a:gd name="adj2" fmla="val -238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/>
              <a:t>Before</a:t>
            </a:r>
          </a:p>
        </p:txBody>
      </p:sp>
      <p:sp>
        <p:nvSpPr>
          <p:cNvPr id="79" name="Rectangular Callout 78">
            <a:extLst>
              <a:ext uri="{FF2B5EF4-FFF2-40B4-BE49-F238E27FC236}">
                <a16:creationId xmlns:a16="http://schemas.microsoft.com/office/drawing/2014/main" id="{B1B03B2C-76F2-F45E-52B3-82433A16FC04}"/>
              </a:ext>
            </a:extLst>
          </p:cNvPr>
          <p:cNvSpPr/>
          <p:nvPr/>
        </p:nvSpPr>
        <p:spPr>
          <a:xfrm>
            <a:off x="52388" y="3455988"/>
            <a:ext cx="1295400" cy="425450"/>
          </a:xfrm>
          <a:prstGeom prst="wedgeRectCallout">
            <a:avLst>
              <a:gd name="adj1" fmla="val 59185"/>
              <a:gd name="adj2" fmla="val -238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2000" dirty="0"/>
              <a:t>Remove</a:t>
            </a:r>
          </a:p>
        </p:txBody>
      </p:sp>
      <p:sp>
        <p:nvSpPr>
          <p:cNvPr id="31" name="Rectangular Callout 30">
            <a:extLst>
              <a:ext uri="{FF2B5EF4-FFF2-40B4-BE49-F238E27FC236}">
                <a16:creationId xmlns:a16="http://schemas.microsoft.com/office/drawing/2014/main" id="{4AB937D8-EE65-F03B-2897-8EE95AE2FD3A}"/>
              </a:ext>
            </a:extLst>
          </p:cNvPr>
          <p:cNvSpPr/>
          <p:nvPr/>
        </p:nvSpPr>
        <p:spPr>
          <a:xfrm>
            <a:off x="3924300" y="1639888"/>
            <a:ext cx="1444625" cy="400050"/>
          </a:xfrm>
          <a:prstGeom prst="wedgeRectCallout">
            <a:avLst>
              <a:gd name="adj1" fmla="val 68110"/>
              <a:gd name="adj2" fmla="val 1404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/>
              <a:t>Top=3</a:t>
            </a:r>
          </a:p>
        </p:txBody>
      </p:sp>
    </p:spTree>
    <p:custDataLst>
      <p:tags r:id="rId1"/>
    </p:custData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Title 1">
            <a:extLst>
              <a:ext uri="{FF2B5EF4-FFF2-40B4-BE49-F238E27FC236}">
                <a16:creationId xmlns:a16="http://schemas.microsoft.com/office/drawing/2014/main" id="{95F7296E-D8AF-4532-E3DF-49D2A6FB8BE3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0" y="268288"/>
            <a:ext cx="9144000" cy="1325562"/>
          </a:xfrm>
          <a:solidFill>
            <a:srgbClr val="002060">
              <a:alpha val="90195"/>
            </a:srgbClr>
          </a:solidFill>
          <a:ln>
            <a:solidFill>
              <a:srgbClr val="00206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 eaLnBrk="1" hangingPunct="1"/>
            <a:r>
              <a:rPr lang="en-US" altLang="en-US" sz="4000" b="1">
                <a:solidFill>
                  <a:schemeClr val="bg1"/>
                </a:solidFill>
              </a:rPr>
              <a:t>We need to update the top variable</a:t>
            </a:r>
          </a:p>
        </p:txBody>
      </p:sp>
      <p:sp>
        <p:nvSpPr>
          <p:cNvPr id="39938" name="AutoShape 2" descr="Image result for zju logo">
            <a:extLst>
              <a:ext uri="{FF2B5EF4-FFF2-40B4-BE49-F238E27FC236}">
                <a16:creationId xmlns:a16="http://schemas.microsoft.com/office/drawing/2014/main" id="{F4FDE94C-E1A4-ED57-2138-799B2F05835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39939" name="AutoShape 4" descr="Image result for zju logo">
            <a:extLst>
              <a:ext uri="{FF2B5EF4-FFF2-40B4-BE49-F238E27FC236}">
                <a16:creationId xmlns:a16="http://schemas.microsoft.com/office/drawing/2014/main" id="{B45C7870-C169-A457-B1EE-B6EF303FA6D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07975" y="7938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39940" name="Text Box 6">
            <a:extLst>
              <a:ext uri="{FF2B5EF4-FFF2-40B4-BE49-F238E27FC236}">
                <a16:creationId xmlns:a16="http://schemas.microsoft.com/office/drawing/2014/main" id="{35692095-7586-FD4B-26E7-C47B2675097E}"/>
              </a:ext>
            </a:extLst>
          </p:cNvPr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4073525" y="2409825"/>
            <a:ext cx="1295400" cy="439738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200">
                <a:latin typeface="Courier New" panose="02070309020205020404" pitchFamily="49" charset="0"/>
              </a:rPr>
              <a:t>C</a:t>
            </a:r>
            <a:endParaRPr lang="en-US" altLang="en-US"/>
          </a:p>
        </p:txBody>
      </p:sp>
      <p:sp>
        <p:nvSpPr>
          <p:cNvPr id="39941" name="Text Box 8">
            <a:extLst>
              <a:ext uri="{FF2B5EF4-FFF2-40B4-BE49-F238E27FC236}">
                <a16:creationId xmlns:a16="http://schemas.microsoft.com/office/drawing/2014/main" id="{6410A242-DFDD-1448-8D8E-96976652E381}"/>
              </a:ext>
            </a:extLst>
          </p:cNvPr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2778125" y="2409825"/>
            <a:ext cx="1295400" cy="439738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200">
                <a:latin typeface="Courier New" panose="02070309020205020404" pitchFamily="49" charset="0"/>
              </a:rPr>
              <a:t>B</a:t>
            </a:r>
            <a:endParaRPr lang="en-US" altLang="en-US"/>
          </a:p>
        </p:txBody>
      </p:sp>
      <p:sp>
        <p:nvSpPr>
          <p:cNvPr id="39942" name="Text Box 9">
            <a:extLst>
              <a:ext uri="{FF2B5EF4-FFF2-40B4-BE49-F238E27FC236}">
                <a16:creationId xmlns:a16="http://schemas.microsoft.com/office/drawing/2014/main" id="{E64F8082-DB8E-D821-7AA1-205EFE671C93}"/>
              </a:ext>
            </a:extLst>
          </p:cNvPr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1482725" y="2409825"/>
            <a:ext cx="1295400" cy="439738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200">
                <a:latin typeface="Courier New" panose="02070309020205020404" pitchFamily="49" charset="0"/>
              </a:rPr>
              <a:t>A</a:t>
            </a:r>
            <a:endParaRPr lang="en-US" altLang="en-US"/>
          </a:p>
        </p:txBody>
      </p:sp>
      <p:sp>
        <p:nvSpPr>
          <p:cNvPr id="39943" name="Text Box 10">
            <a:extLst>
              <a:ext uri="{FF2B5EF4-FFF2-40B4-BE49-F238E27FC236}">
                <a16:creationId xmlns:a16="http://schemas.microsoft.com/office/drawing/2014/main" id="{E45D7F21-6E40-09D3-ED39-3156A75C1302}"/>
              </a:ext>
            </a:extLst>
          </p:cNvPr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5368925" y="2409825"/>
            <a:ext cx="1295400" cy="439738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200">
                <a:latin typeface="Courier New" panose="02070309020205020404" pitchFamily="49" charset="0"/>
              </a:rPr>
              <a:t>D</a:t>
            </a:r>
            <a:endParaRPr lang="en-US" altLang="en-US"/>
          </a:p>
        </p:txBody>
      </p:sp>
      <p:sp>
        <p:nvSpPr>
          <p:cNvPr id="39944" name="Text Box 10">
            <a:extLst>
              <a:ext uri="{FF2B5EF4-FFF2-40B4-BE49-F238E27FC236}">
                <a16:creationId xmlns:a16="http://schemas.microsoft.com/office/drawing/2014/main" id="{0FD3CB1B-B7EC-55DC-093A-B3DD4484FBDD}"/>
              </a:ext>
            </a:extLst>
          </p:cNvPr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6664325" y="2409825"/>
            <a:ext cx="1295400" cy="439738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200">
                <a:latin typeface="Courier New" panose="02070309020205020404" pitchFamily="49" charset="0"/>
              </a:rPr>
              <a:t>null</a:t>
            </a:r>
            <a:endParaRPr lang="en-US" altLang="en-US"/>
          </a:p>
        </p:txBody>
      </p:sp>
      <p:sp>
        <p:nvSpPr>
          <p:cNvPr id="39945" name="Text Box 6">
            <a:extLst>
              <a:ext uri="{FF2B5EF4-FFF2-40B4-BE49-F238E27FC236}">
                <a16:creationId xmlns:a16="http://schemas.microsoft.com/office/drawing/2014/main" id="{BE2893FC-72B6-6816-A17B-B6892C66AF23}"/>
              </a:ext>
            </a:extLst>
          </p:cNvPr>
          <p:cNvSpPr txBox="1"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4073525" y="3441700"/>
            <a:ext cx="1295400" cy="439738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200">
                <a:latin typeface="Courier New" panose="02070309020205020404" pitchFamily="49" charset="0"/>
              </a:rPr>
              <a:t>C</a:t>
            </a:r>
            <a:endParaRPr lang="en-US" altLang="en-US"/>
          </a:p>
        </p:txBody>
      </p:sp>
      <p:sp>
        <p:nvSpPr>
          <p:cNvPr id="39946" name="Text Box 8">
            <a:extLst>
              <a:ext uri="{FF2B5EF4-FFF2-40B4-BE49-F238E27FC236}">
                <a16:creationId xmlns:a16="http://schemas.microsoft.com/office/drawing/2014/main" id="{9452F82A-4CA1-C9F1-1512-A7860A484453}"/>
              </a:ext>
            </a:extLst>
          </p:cNvPr>
          <p:cNvSpPr txBox="1">
            <a:spLocks noChangeAspect="1" noChangeArrowheads="1"/>
          </p:cNvSpPr>
          <p:nvPr>
            <p:custDataLst>
              <p:tags r:id="rId8"/>
            </p:custDataLst>
          </p:nvPr>
        </p:nvSpPr>
        <p:spPr bwMode="auto">
          <a:xfrm>
            <a:off x="2778125" y="3441700"/>
            <a:ext cx="1295400" cy="439738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200">
                <a:latin typeface="Courier New" panose="02070309020205020404" pitchFamily="49" charset="0"/>
              </a:rPr>
              <a:t>B</a:t>
            </a:r>
            <a:endParaRPr lang="en-US" altLang="en-US"/>
          </a:p>
        </p:txBody>
      </p:sp>
      <p:sp>
        <p:nvSpPr>
          <p:cNvPr id="39947" name="Text Box 9">
            <a:extLst>
              <a:ext uri="{FF2B5EF4-FFF2-40B4-BE49-F238E27FC236}">
                <a16:creationId xmlns:a16="http://schemas.microsoft.com/office/drawing/2014/main" id="{C39760DF-33CA-059E-8F4D-2E78EB83CCA0}"/>
              </a:ext>
            </a:extLst>
          </p:cNvPr>
          <p:cNvSpPr txBox="1">
            <a:spLocks noChangeAspect="1" noChangeArrowheads="1"/>
          </p:cNvSpPr>
          <p:nvPr>
            <p:custDataLst>
              <p:tags r:id="rId9"/>
            </p:custDataLst>
          </p:nvPr>
        </p:nvSpPr>
        <p:spPr bwMode="auto">
          <a:xfrm>
            <a:off x="1482725" y="3441700"/>
            <a:ext cx="1295400" cy="430213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200">
                <a:latin typeface="Courier New" panose="02070309020205020404" pitchFamily="49" charset="0"/>
              </a:rPr>
              <a:t>A </a:t>
            </a:r>
            <a:endParaRPr lang="en-US" altLang="en-US"/>
          </a:p>
        </p:txBody>
      </p:sp>
      <p:sp>
        <p:nvSpPr>
          <p:cNvPr id="39948" name="Text Box 10">
            <a:extLst>
              <a:ext uri="{FF2B5EF4-FFF2-40B4-BE49-F238E27FC236}">
                <a16:creationId xmlns:a16="http://schemas.microsoft.com/office/drawing/2014/main" id="{E4CB8C15-2206-84AD-538B-B19EEB96DC91}"/>
              </a:ext>
            </a:extLst>
          </p:cNvPr>
          <p:cNvSpPr txBox="1">
            <a:spLocks noChangeArrowheads="1"/>
          </p:cNvSpPr>
          <p:nvPr>
            <p:custDataLst>
              <p:tags r:id="rId10"/>
            </p:custDataLst>
          </p:nvPr>
        </p:nvSpPr>
        <p:spPr bwMode="auto">
          <a:xfrm>
            <a:off x="5368925" y="3441700"/>
            <a:ext cx="1295400" cy="46037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endParaRPr lang="en-US" altLang="en-US"/>
          </a:p>
        </p:txBody>
      </p:sp>
      <p:sp>
        <p:nvSpPr>
          <p:cNvPr id="39949" name="Text Box 10">
            <a:extLst>
              <a:ext uri="{FF2B5EF4-FFF2-40B4-BE49-F238E27FC236}">
                <a16:creationId xmlns:a16="http://schemas.microsoft.com/office/drawing/2014/main" id="{63390278-65FD-3ED8-48ED-E57FEC746480}"/>
              </a:ext>
            </a:extLst>
          </p:cNvPr>
          <p:cNvSpPr txBox="1">
            <a:spLocks noChangeArrowheads="1"/>
          </p:cNvSpPr>
          <p:nvPr>
            <p:custDataLst>
              <p:tags r:id="rId11"/>
            </p:custDataLst>
          </p:nvPr>
        </p:nvSpPr>
        <p:spPr bwMode="auto">
          <a:xfrm>
            <a:off x="6664325" y="3441700"/>
            <a:ext cx="1295400" cy="439738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200">
                <a:latin typeface="Courier New" panose="02070309020205020404" pitchFamily="49" charset="0"/>
              </a:rPr>
              <a:t>null</a:t>
            </a:r>
            <a:endParaRPr lang="en-US" altLang="en-US"/>
          </a:p>
        </p:txBody>
      </p:sp>
      <p:sp>
        <p:nvSpPr>
          <p:cNvPr id="39950" name="TextBox 50">
            <a:extLst>
              <a:ext uri="{FF2B5EF4-FFF2-40B4-BE49-F238E27FC236}">
                <a16:creationId xmlns:a16="http://schemas.microsoft.com/office/drawing/2014/main" id="{3517FA9F-2AEC-0B01-1495-023736EB38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17663" y="3087688"/>
            <a:ext cx="12954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2000"/>
              <a:t>[0]</a:t>
            </a:r>
          </a:p>
        </p:txBody>
      </p:sp>
      <p:sp>
        <p:nvSpPr>
          <p:cNvPr id="39951" name="TextBox 51">
            <a:extLst>
              <a:ext uri="{FF2B5EF4-FFF2-40B4-BE49-F238E27FC236}">
                <a16:creationId xmlns:a16="http://schemas.microsoft.com/office/drawing/2014/main" id="{FD36546C-20C8-2262-D1A4-4A63D353CF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13063" y="3078163"/>
            <a:ext cx="12954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2000"/>
              <a:t>[1]</a:t>
            </a:r>
          </a:p>
        </p:txBody>
      </p:sp>
      <p:sp>
        <p:nvSpPr>
          <p:cNvPr id="39952" name="TextBox 52">
            <a:extLst>
              <a:ext uri="{FF2B5EF4-FFF2-40B4-BE49-F238E27FC236}">
                <a16:creationId xmlns:a16="http://schemas.microsoft.com/office/drawing/2014/main" id="{048670A7-B47B-D9F5-BCF2-0F2F8AD69D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71950" y="3095625"/>
            <a:ext cx="12954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2000"/>
              <a:t>[2]</a:t>
            </a:r>
          </a:p>
        </p:txBody>
      </p:sp>
      <p:sp>
        <p:nvSpPr>
          <p:cNvPr id="39953" name="TextBox 53">
            <a:extLst>
              <a:ext uri="{FF2B5EF4-FFF2-40B4-BE49-F238E27FC236}">
                <a16:creationId xmlns:a16="http://schemas.microsoft.com/office/drawing/2014/main" id="{E575FD89-675B-B036-48A5-406C270467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86400" y="3084513"/>
            <a:ext cx="1295400" cy="401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2000"/>
              <a:t>[3]</a:t>
            </a:r>
          </a:p>
        </p:txBody>
      </p:sp>
      <p:sp>
        <p:nvSpPr>
          <p:cNvPr id="39954" name="TextBox 54">
            <a:extLst>
              <a:ext uri="{FF2B5EF4-FFF2-40B4-BE49-F238E27FC236}">
                <a16:creationId xmlns:a16="http://schemas.microsoft.com/office/drawing/2014/main" id="{3B512B25-BFE3-65F8-84AC-49404A3E3B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62750" y="3097213"/>
            <a:ext cx="12954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2000"/>
              <a:t>[4]</a:t>
            </a:r>
          </a:p>
        </p:txBody>
      </p:sp>
      <p:sp>
        <p:nvSpPr>
          <p:cNvPr id="39955" name="TextBox 90">
            <a:extLst>
              <a:ext uri="{FF2B5EF4-FFF2-40B4-BE49-F238E27FC236}">
                <a16:creationId xmlns:a16="http://schemas.microsoft.com/office/drawing/2014/main" id="{C334F3CE-EB6E-A556-8D86-8F7ACDF36B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52588" y="2016125"/>
            <a:ext cx="12954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2000"/>
              <a:t>[0]</a:t>
            </a:r>
          </a:p>
        </p:txBody>
      </p:sp>
      <p:sp>
        <p:nvSpPr>
          <p:cNvPr id="39956" name="TextBox 91">
            <a:extLst>
              <a:ext uri="{FF2B5EF4-FFF2-40B4-BE49-F238E27FC236}">
                <a16:creationId xmlns:a16="http://schemas.microsoft.com/office/drawing/2014/main" id="{A42D0AA6-77EE-2C50-0461-F6A1945138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47988" y="2006600"/>
            <a:ext cx="12954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2000"/>
              <a:t>[1]</a:t>
            </a:r>
          </a:p>
        </p:txBody>
      </p:sp>
      <p:sp>
        <p:nvSpPr>
          <p:cNvPr id="39957" name="TextBox 92">
            <a:extLst>
              <a:ext uri="{FF2B5EF4-FFF2-40B4-BE49-F238E27FC236}">
                <a16:creationId xmlns:a16="http://schemas.microsoft.com/office/drawing/2014/main" id="{A46AC6EC-39EC-E4FC-08CD-EA0C990B11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08463" y="2024063"/>
            <a:ext cx="12954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2000"/>
              <a:t>[2]</a:t>
            </a:r>
          </a:p>
        </p:txBody>
      </p:sp>
      <p:sp>
        <p:nvSpPr>
          <p:cNvPr id="39958" name="TextBox 93">
            <a:extLst>
              <a:ext uri="{FF2B5EF4-FFF2-40B4-BE49-F238E27FC236}">
                <a16:creationId xmlns:a16="http://schemas.microsoft.com/office/drawing/2014/main" id="{39C7DF99-1534-E10D-7968-3EA4F3505E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21325" y="2014538"/>
            <a:ext cx="12954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2000"/>
              <a:t>[3]</a:t>
            </a:r>
          </a:p>
        </p:txBody>
      </p:sp>
      <p:sp>
        <p:nvSpPr>
          <p:cNvPr id="39959" name="TextBox 94">
            <a:extLst>
              <a:ext uri="{FF2B5EF4-FFF2-40B4-BE49-F238E27FC236}">
                <a16:creationId xmlns:a16="http://schemas.microsoft.com/office/drawing/2014/main" id="{801EA131-A2FD-6D9F-828F-6B413B7057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99263" y="2027238"/>
            <a:ext cx="12954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2000"/>
              <a:t>[4]</a:t>
            </a:r>
          </a:p>
        </p:txBody>
      </p:sp>
      <p:sp>
        <p:nvSpPr>
          <p:cNvPr id="96" name="Rectangular Callout 95">
            <a:extLst>
              <a:ext uri="{FF2B5EF4-FFF2-40B4-BE49-F238E27FC236}">
                <a16:creationId xmlns:a16="http://schemas.microsoft.com/office/drawing/2014/main" id="{E8021E33-6DB2-777D-6191-94C50EA94682}"/>
              </a:ext>
            </a:extLst>
          </p:cNvPr>
          <p:cNvSpPr/>
          <p:nvPr/>
        </p:nvSpPr>
        <p:spPr>
          <a:xfrm>
            <a:off x="52388" y="2424113"/>
            <a:ext cx="1295400" cy="425450"/>
          </a:xfrm>
          <a:prstGeom prst="wedgeRectCallout">
            <a:avLst>
              <a:gd name="adj1" fmla="val 59185"/>
              <a:gd name="adj2" fmla="val -238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/>
              <a:t>Before</a:t>
            </a:r>
          </a:p>
        </p:txBody>
      </p:sp>
      <p:sp>
        <p:nvSpPr>
          <p:cNvPr id="97" name="Rectangular Callout 96">
            <a:extLst>
              <a:ext uri="{FF2B5EF4-FFF2-40B4-BE49-F238E27FC236}">
                <a16:creationId xmlns:a16="http://schemas.microsoft.com/office/drawing/2014/main" id="{AA911CBB-C1D8-8D15-A321-A4F8E0EA150B}"/>
              </a:ext>
            </a:extLst>
          </p:cNvPr>
          <p:cNvSpPr/>
          <p:nvPr/>
        </p:nvSpPr>
        <p:spPr>
          <a:xfrm>
            <a:off x="52388" y="3455988"/>
            <a:ext cx="1295400" cy="425450"/>
          </a:xfrm>
          <a:prstGeom prst="wedgeRectCallout">
            <a:avLst>
              <a:gd name="adj1" fmla="val 59185"/>
              <a:gd name="adj2" fmla="val -238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2000" dirty="0"/>
              <a:t>Remove</a:t>
            </a:r>
          </a:p>
        </p:txBody>
      </p:sp>
      <p:sp>
        <p:nvSpPr>
          <p:cNvPr id="61" name="Rectangular Callout 60">
            <a:extLst>
              <a:ext uri="{FF2B5EF4-FFF2-40B4-BE49-F238E27FC236}">
                <a16:creationId xmlns:a16="http://schemas.microsoft.com/office/drawing/2014/main" id="{18E7C85B-1F91-E278-EEFA-77A2E1E67F28}"/>
              </a:ext>
            </a:extLst>
          </p:cNvPr>
          <p:cNvSpPr/>
          <p:nvPr/>
        </p:nvSpPr>
        <p:spPr>
          <a:xfrm>
            <a:off x="3924300" y="1639888"/>
            <a:ext cx="1444625" cy="400050"/>
          </a:xfrm>
          <a:prstGeom prst="wedgeRectCallout">
            <a:avLst>
              <a:gd name="adj1" fmla="val 68110"/>
              <a:gd name="adj2" fmla="val 1404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/>
              <a:t>Top=3</a:t>
            </a:r>
          </a:p>
        </p:txBody>
      </p:sp>
      <p:sp>
        <p:nvSpPr>
          <p:cNvPr id="62" name="Rectangular Callout 61">
            <a:extLst>
              <a:ext uri="{FF2B5EF4-FFF2-40B4-BE49-F238E27FC236}">
                <a16:creationId xmlns:a16="http://schemas.microsoft.com/office/drawing/2014/main" id="{D826662A-3071-F61A-7954-62FD85380B39}"/>
              </a:ext>
            </a:extLst>
          </p:cNvPr>
          <p:cNvSpPr/>
          <p:nvPr/>
        </p:nvSpPr>
        <p:spPr>
          <a:xfrm>
            <a:off x="3849688" y="4241800"/>
            <a:ext cx="1444625" cy="400050"/>
          </a:xfrm>
          <a:prstGeom prst="wedgeRectCallout">
            <a:avLst>
              <a:gd name="adj1" fmla="val 21861"/>
              <a:gd name="adj2" fmla="val -13501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/>
              <a:t>Top=2</a:t>
            </a:r>
          </a:p>
        </p:txBody>
      </p:sp>
    </p:spTree>
    <p:custDataLst>
      <p:tags r:id="rId1"/>
    </p:custData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Title 1">
            <a:extLst>
              <a:ext uri="{FF2B5EF4-FFF2-40B4-BE49-F238E27FC236}">
                <a16:creationId xmlns:a16="http://schemas.microsoft.com/office/drawing/2014/main" id="{D2AFADDF-5B28-2D97-D433-9CC6DE2A90F0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0" y="268288"/>
            <a:ext cx="9144000" cy="1325562"/>
          </a:xfrm>
          <a:solidFill>
            <a:srgbClr val="002060">
              <a:alpha val="90195"/>
            </a:srgbClr>
          </a:solidFill>
          <a:ln>
            <a:solidFill>
              <a:srgbClr val="00206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 eaLnBrk="1" hangingPunct="1"/>
            <a:r>
              <a:rPr lang="en-US" altLang="en-US" sz="4000" b="1">
                <a:solidFill>
                  <a:schemeClr val="bg1"/>
                </a:solidFill>
              </a:rPr>
              <a:t>We need to update the top variable</a:t>
            </a:r>
          </a:p>
        </p:txBody>
      </p:sp>
      <p:sp>
        <p:nvSpPr>
          <p:cNvPr id="41986" name="AutoShape 2" descr="Image result for zju logo">
            <a:extLst>
              <a:ext uri="{FF2B5EF4-FFF2-40B4-BE49-F238E27FC236}">
                <a16:creationId xmlns:a16="http://schemas.microsoft.com/office/drawing/2014/main" id="{93654EA8-448F-F14A-5CF1-CCCFA7FF5E6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41987" name="AutoShape 4" descr="Image result for zju logo">
            <a:extLst>
              <a:ext uri="{FF2B5EF4-FFF2-40B4-BE49-F238E27FC236}">
                <a16:creationId xmlns:a16="http://schemas.microsoft.com/office/drawing/2014/main" id="{E099C2FD-BC62-DFA6-73A4-86DB1A34D0F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07975" y="7938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41988" name="Text Box 6">
            <a:extLst>
              <a:ext uri="{FF2B5EF4-FFF2-40B4-BE49-F238E27FC236}">
                <a16:creationId xmlns:a16="http://schemas.microsoft.com/office/drawing/2014/main" id="{44A2D666-50B1-E4A6-C0B6-EE2275B164E2}"/>
              </a:ext>
            </a:extLst>
          </p:cNvPr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4073525" y="2409825"/>
            <a:ext cx="1295400" cy="439738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200">
                <a:latin typeface="Courier New" panose="02070309020205020404" pitchFamily="49" charset="0"/>
              </a:rPr>
              <a:t>C</a:t>
            </a:r>
            <a:endParaRPr lang="en-US" altLang="en-US"/>
          </a:p>
        </p:txBody>
      </p:sp>
      <p:sp>
        <p:nvSpPr>
          <p:cNvPr id="41989" name="Text Box 8">
            <a:extLst>
              <a:ext uri="{FF2B5EF4-FFF2-40B4-BE49-F238E27FC236}">
                <a16:creationId xmlns:a16="http://schemas.microsoft.com/office/drawing/2014/main" id="{6CD35465-A921-0524-86A1-94F1B907CA4F}"/>
              </a:ext>
            </a:extLst>
          </p:cNvPr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2778125" y="2409825"/>
            <a:ext cx="1295400" cy="439738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200">
                <a:latin typeface="Courier New" panose="02070309020205020404" pitchFamily="49" charset="0"/>
              </a:rPr>
              <a:t>B</a:t>
            </a:r>
            <a:endParaRPr lang="en-US" altLang="en-US"/>
          </a:p>
        </p:txBody>
      </p:sp>
      <p:sp>
        <p:nvSpPr>
          <p:cNvPr id="41990" name="Text Box 9">
            <a:extLst>
              <a:ext uri="{FF2B5EF4-FFF2-40B4-BE49-F238E27FC236}">
                <a16:creationId xmlns:a16="http://schemas.microsoft.com/office/drawing/2014/main" id="{4B632F1B-5A73-F7D8-A349-F8E74FBA3476}"/>
              </a:ext>
            </a:extLst>
          </p:cNvPr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1482725" y="2409825"/>
            <a:ext cx="1295400" cy="439738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200">
                <a:latin typeface="Courier New" panose="02070309020205020404" pitchFamily="49" charset="0"/>
              </a:rPr>
              <a:t>A</a:t>
            </a:r>
            <a:endParaRPr lang="en-US" altLang="en-US"/>
          </a:p>
        </p:txBody>
      </p:sp>
      <p:sp>
        <p:nvSpPr>
          <p:cNvPr id="41991" name="Text Box 10">
            <a:extLst>
              <a:ext uri="{FF2B5EF4-FFF2-40B4-BE49-F238E27FC236}">
                <a16:creationId xmlns:a16="http://schemas.microsoft.com/office/drawing/2014/main" id="{FF1BA90B-F468-D071-BA01-B55D7056A92E}"/>
              </a:ext>
            </a:extLst>
          </p:cNvPr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5368925" y="2409825"/>
            <a:ext cx="1295400" cy="439738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200">
                <a:latin typeface="Courier New" panose="02070309020205020404" pitchFamily="49" charset="0"/>
              </a:rPr>
              <a:t>D</a:t>
            </a:r>
            <a:endParaRPr lang="en-US" altLang="en-US"/>
          </a:p>
        </p:txBody>
      </p:sp>
      <p:sp>
        <p:nvSpPr>
          <p:cNvPr id="41992" name="Text Box 10">
            <a:extLst>
              <a:ext uri="{FF2B5EF4-FFF2-40B4-BE49-F238E27FC236}">
                <a16:creationId xmlns:a16="http://schemas.microsoft.com/office/drawing/2014/main" id="{1F21A276-69A6-740E-58DD-109DB76721F6}"/>
              </a:ext>
            </a:extLst>
          </p:cNvPr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6664325" y="2409825"/>
            <a:ext cx="1295400" cy="439738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200">
                <a:latin typeface="Courier New" panose="02070309020205020404" pitchFamily="49" charset="0"/>
              </a:rPr>
              <a:t>null</a:t>
            </a:r>
            <a:endParaRPr lang="en-US" altLang="en-US"/>
          </a:p>
        </p:txBody>
      </p:sp>
      <p:sp>
        <p:nvSpPr>
          <p:cNvPr id="41993" name="Text Box 6">
            <a:extLst>
              <a:ext uri="{FF2B5EF4-FFF2-40B4-BE49-F238E27FC236}">
                <a16:creationId xmlns:a16="http://schemas.microsoft.com/office/drawing/2014/main" id="{CC86A5E0-4D34-170E-460A-22FE957AAC62}"/>
              </a:ext>
            </a:extLst>
          </p:cNvPr>
          <p:cNvSpPr txBox="1"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4073525" y="3441700"/>
            <a:ext cx="1295400" cy="439738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200">
                <a:latin typeface="Courier New" panose="02070309020205020404" pitchFamily="49" charset="0"/>
              </a:rPr>
              <a:t>C</a:t>
            </a:r>
            <a:endParaRPr lang="en-US" altLang="en-US"/>
          </a:p>
        </p:txBody>
      </p:sp>
      <p:sp>
        <p:nvSpPr>
          <p:cNvPr id="41994" name="Text Box 8">
            <a:extLst>
              <a:ext uri="{FF2B5EF4-FFF2-40B4-BE49-F238E27FC236}">
                <a16:creationId xmlns:a16="http://schemas.microsoft.com/office/drawing/2014/main" id="{2A8F9DFA-3D42-87C1-6E8D-F82F2B5640BD}"/>
              </a:ext>
            </a:extLst>
          </p:cNvPr>
          <p:cNvSpPr txBox="1">
            <a:spLocks noChangeAspect="1" noChangeArrowheads="1"/>
          </p:cNvSpPr>
          <p:nvPr>
            <p:custDataLst>
              <p:tags r:id="rId8"/>
            </p:custDataLst>
          </p:nvPr>
        </p:nvSpPr>
        <p:spPr bwMode="auto">
          <a:xfrm>
            <a:off x="2778125" y="3441700"/>
            <a:ext cx="1295400" cy="439738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200">
                <a:latin typeface="Courier New" panose="02070309020205020404" pitchFamily="49" charset="0"/>
              </a:rPr>
              <a:t>B</a:t>
            </a:r>
            <a:endParaRPr lang="en-US" altLang="en-US"/>
          </a:p>
        </p:txBody>
      </p:sp>
      <p:sp>
        <p:nvSpPr>
          <p:cNvPr id="41995" name="Text Box 9">
            <a:extLst>
              <a:ext uri="{FF2B5EF4-FFF2-40B4-BE49-F238E27FC236}">
                <a16:creationId xmlns:a16="http://schemas.microsoft.com/office/drawing/2014/main" id="{EB0185FA-ABB0-2801-E48E-5BBA9B532F8C}"/>
              </a:ext>
            </a:extLst>
          </p:cNvPr>
          <p:cNvSpPr txBox="1">
            <a:spLocks noChangeAspect="1" noChangeArrowheads="1"/>
          </p:cNvSpPr>
          <p:nvPr>
            <p:custDataLst>
              <p:tags r:id="rId9"/>
            </p:custDataLst>
          </p:nvPr>
        </p:nvSpPr>
        <p:spPr bwMode="auto">
          <a:xfrm>
            <a:off x="1482725" y="3441700"/>
            <a:ext cx="1295400" cy="430213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200">
                <a:latin typeface="Courier New" panose="02070309020205020404" pitchFamily="49" charset="0"/>
              </a:rPr>
              <a:t>A </a:t>
            </a:r>
            <a:endParaRPr lang="en-US" altLang="en-US"/>
          </a:p>
        </p:txBody>
      </p:sp>
      <p:sp>
        <p:nvSpPr>
          <p:cNvPr id="41996" name="Text Box 10">
            <a:extLst>
              <a:ext uri="{FF2B5EF4-FFF2-40B4-BE49-F238E27FC236}">
                <a16:creationId xmlns:a16="http://schemas.microsoft.com/office/drawing/2014/main" id="{0A68893D-C03C-AB5E-43C4-BE57497AEFFD}"/>
              </a:ext>
            </a:extLst>
          </p:cNvPr>
          <p:cNvSpPr txBox="1">
            <a:spLocks noChangeArrowheads="1"/>
          </p:cNvSpPr>
          <p:nvPr>
            <p:custDataLst>
              <p:tags r:id="rId10"/>
            </p:custDataLst>
          </p:nvPr>
        </p:nvSpPr>
        <p:spPr bwMode="auto">
          <a:xfrm>
            <a:off x="5368925" y="3441700"/>
            <a:ext cx="1295400" cy="46037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endParaRPr lang="en-US" altLang="en-US"/>
          </a:p>
        </p:txBody>
      </p:sp>
      <p:sp>
        <p:nvSpPr>
          <p:cNvPr id="41997" name="Text Box 10">
            <a:extLst>
              <a:ext uri="{FF2B5EF4-FFF2-40B4-BE49-F238E27FC236}">
                <a16:creationId xmlns:a16="http://schemas.microsoft.com/office/drawing/2014/main" id="{0B7EDDC6-EC4B-7E84-9566-0F1209D27FD5}"/>
              </a:ext>
            </a:extLst>
          </p:cNvPr>
          <p:cNvSpPr txBox="1">
            <a:spLocks noChangeArrowheads="1"/>
          </p:cNvSpPr>
          <p:nvPr>
            <p:custDataLst>
              <p:tags r:id="rId11"/>
            </p:custDataLst>
          </p:nvPr>
        </p:nvSpPr>
        <p:spPr bwMode="auto">
          <a:xfrm>
            <a:off x="6664325" y="3441700"/>
            <a:ext cx="1295400" cy="439738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200">
                <a:latin typeface="Courier New" panose="02070309020205020404" pitchFamily="49" charset="0"/>
              </a:rPr>
              <a:t>null</a:t>
            </a:r>
            <a:endParaRPr lang="en-US" altLang="en-US"/>
          </a:p>
        </p:txBody>
      </p:sp>
      <p:sp>
        <p:nvSpPr>
          <p:cNvPr id="41998" name="TextBox 35">
            <a:extLst>
              <a:ext uri="{FF2B5EF4-FFF2-40B4-BE49-F238E27FC236}">
                <a16:creationId xmlns:a16="http://schemas.microsoft.com/office/drawing/2014/main" id="{0D10A9F6-DE54-51D6-DDB6-558582A0B4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17663" y="3087688"/>
            <a:ext cx="12954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2000"/>
              <a:t>[0]</a:t>
            </a:r>
          </a:p>
        </p:txBody>
      </p:sp>
      <p:sp>
        <p:nvSpPr>
          <p:cNvPr id="41999" name="TextBox 36">
            <a:extLst>
              <a:ext uri="{FF2B5EF4-FFF2-40B4-BE49-F238E27FC236}">
                <a16:creationId xmlns:a16="http://schemas.microsoft.com/office/drawing/2014/main" id="{6ECDDC8B-CB53-7480-2213-C15557E609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13063" y="3078163"/>
            <a:ext cx="12954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2000"/>
              <a:t>[1]</a:t>
            </a:r>
          </a:p>
        </p:txBody>
      </p:sp>
      <p:sp>
        <p:nvSpPr>
          <p:cNvPr id="42000" name="TextBox 37">
            <a:extLst>
              <a:ext uri="{FF2B5EF4-FFF2-40B4-BE49-F238E27FC236}">
                <a16:creationId xmlns:a16="http://schemas.microsoft.com/office/drawing/2014/main" id="{2863E39E-EDEF-71C4-3AD2-59D3FFDBF6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71950" y="3095625"/>
            <a:ext cx="12954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2000"/>
              <a:t>[2]</a:t>
            </a:r>
          </a:p>
        </p:txBody>
      </p:sp>
      <p:sp>
        <p:nvSpPr>
          <p:cNvPr id="42001" name="TextBox 38">
            <a:extLst>
              <a:ext uri="{FF2B5EF4-FFF2-40B4-BE49-F238E27FC236}">
                <a16:creationId xmlns:a16="http://schemas.microsoft.com/office/drawing/2014/main" id="{A0FF271A-B496-A26E-2F7F-FA3A06FE49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86400" y="3084513"/>
            <a:ext cx="1295400" cy="401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2000"/>
              <a:t>[3]</a:t>
            </a:r>
          </a:p>
        </p:txBody>
      </p:sp>
      <p:sp>
        <p:nvSpPr>
          <p:cNvPr id="42002" name="TextBox 39">
            <a:extLst>
              <a:ext uri="{FF2B5EF4-FFF2-40B4-BE49-F238E27FC236}">
                <a16:creationId xmlns:a16="http://schemas.microsoft.com/office/drawing/2014/main" id="{48641AD9-F819-ED4D-8BCC-4163A147E1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62750" y="3097213"/>
            <a:ext cx="12954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2000"/>
              <a:t>[4]</a:t>
            </a:r>
          </a:p>
        </p:txBody>
      </p:sp>
      <p:sp>
        <p:nvSpPr>
          <p:cNvPr id="42003" name="Text Box 6">
            <a:extLst>
              <a:ext uri="{FF2B5EF4-FFF2-40B4-BE49-F238E27FC236}">
                <a16:creationId xmlns:a16="http://schemas.microsoft.com/office/drawing/2014/main" id="{36FD4870-65B3-4E00-6C72-EA9D74BE1E7D}"/>
              </a:ext>
            </a:extLst>
          </p:cNvPr>
          <p:cNvSpPr txBox="1">
            <a:spLocks noChangeArrowheads="1"/>
          </p:cNvSpPr>
          <p:nvPr>
            <p:custDataLst>
              <p:tags r:id="rId12"/>
            </p:custDataLst>
          </p:nvPr>
        </p:nvSpPr>
        <p:spPr bwMode="auto">
          <a:xfrm>
            <a:off x="4052888" y="4813300"/>
            <a:ext cx="1295400" cy="461963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endParaRPr lang="en-US" altLang="en-US"/>
          </a:p>
        </p:txBody>
      </p:sp>
      <p:sp>
        <p:nvSpPr>
          <p:cNvPr id="42004" name="Text Box 8">
            <a:extLst>
              <a:ext uri="{FF2B5EF4-FFF2-40B4-BE49-F238E27FC236}">
                <a16:creationId xmlns:a16="http://schemas.microsoft.com/office/drawing/2014/main" id="{6E83FE72-ECE9-9849-F8F4-95F88430770D}"/>
              </a:ext>
            </a:extLst>
          </p:cNvPr>
          <p:cNvSpPr txBox="1">
            <a:spLocks noChangeArrowheads="1"/>
          </p:cNvSpPr>
          <p:nvPr>
            <p:custDataLst>
              <p:tags r:id="rId13"/>
            </p:custDataLst>
          </p:nvPr>
        </p:nvSpPr>
        <p:spPr bwMode="auto">
          <a:xfrm>
            <a:off x="2757488" y="4813300"/>
            <a:ext cx="1295400" cy="430213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200">
                <a:latin typeface="Courier New" panose="02070309020205020404" pitchFamily="49" charset="0"/>
              </a:rPr>
              <a:t>B</a:t>
            </a:r>
            <a:endParaRPr lang="en-US" altLang="en-US"/>
          </a:p>
        </p:txBody>
      </p:sp>
      <p:sp>
        <p:nvSpPr>
          <p:cNvPr id="42005" name="Text Box 9">
            <a:extLst>
              <a:ext uri="{FF2B5EF4-FFF2-40B4-BE49-F238E27FC236}">
                <a16:creationId xmlns:a16="http://schemas.microsoft.com/office/drawing/2014/main" id="{D9C379C8-4176-FEE1-1B1D-6BA7D2A64211}"/>
              </a:ext>
            </a:extLst>
          </p:cNvPr>
          <p:cNvSpPr txBox="1">
            <a:spLocks noChangeArrowheads="1"/>
          </p:cNvSpPr>
          <p:nvPr>
            <p:custDataLst>
              <p:tags r:id="rId14"/>
            </p:custDataLst>
          </p:nvPr>
        </p:nvSpPr>
        <p:spPr bwMode="auto">
          <a:xfrm>
            <a:off x="1462088" y="4813300"/>
            <a:ext cx="1295400" cy="430213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200">
                <a:latin typeface="Courier New" panose="02070309020205020404" pitchFamily="49" charset="0"/>
              </a:rPr>
              <a:t>A </a:t>
            </a:r>
            <a:endParaRPr lang="en-US" altLang="en-US"/>
          </a:p>
        </p:txBody>
      </p:sp>
      <p:sp>
        <p:nvSpPr>
          <p:cNvPr id="42006" name="Text Box 10">
            <a:extLst>
              <a:ext uri="{FF2B5EF4-FFF2-40B4-BE49-F238E27FC236}">
                <a16:creationId xmlns:a16="http://schemas.microsoft.com/office/drawing/2014/main" id="{21061265-E9A5-6EA6-FD57-49B8B244B63C}"/>
              </a:ext>
            </a:extLst>
          </p:cNvPr>
          <p:cNvSpPr txBox="1">
            <a:spLocks noChangeArrowheads="1"/>
          </p:cNvSpPr>
          <p:nvPr>
            <p:custDataLst>
              <p:tags r:id="rId15"/>
            </p:custDataLst>
          </p:nvPr>
        </p:nvSpPr>
        <p:spPr bwMode="auto">
          <a:xfrm>
            <a:off x="5348288" y="4813300"/>
            <a:ext cx="1295400" cy="461963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endParaRPr lang="en-US" altLang="en-US"/>
          </a:p>
        </p:txBody>
      </p:sp>
      <p:sp>
        <p:nvSpPr>
          <p:cNvPr id="42007" name="Text Box 10">
            <a:extLst>
              <a:ext uri="{FF2B5EF4-FFF2-40B4-BE49-F238E27FC236}">
                <a16:creationId xmlns:a16="http://schemas.microsoft.com/office/drawing/2014/main" id="{BB098A9B-D69D-0E18-0451-2B9FABCDF9F1}"/>
              </a:ext>
            </a:extLst>
          </p:cNvPr>
          <p:cNvSpPr txBox="1">
            <a:spLocks noChangeArrowheads="1"/>
          </p:cNvSpPr>
          <p:nvPr>
            <p:custDataLst>
              <p:tags r:id="rId16"/>
            </p:custDataLst>
          </p:nvPr>
        </p:nvSpPr>
        <p:spPr bwMode="auto">
          <a:xfrm>
            <a:off x="6643688" y="4813300"/>
            <a:ext cx="1295400" cy="439738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200">
                <a:latin typeface="Courier New" panose="02070309020205020404" pitchFamily="49" charset="0"/>
              </a:rPr>
              <a:t>null</a:t>
            </a:r>
            <a:endParaRPr lang="en-US" altLang="en-US"/>
          </a:p>
        </p:txBody>
      </p:sp>
      <p:sp>
        <p:nvSpPr>
          <p:cNvPr id="42008" name="TextBox 82">
            <a:extLst>
              <a:ext uri="{FF2B5EF4-FFF2-40B4-BE49-F238E27FC236}">
                <a16:creationId xmlns:a16="http://schemas.microsoft.com/office/drawing/2014/main" id="{23B33BE9-7DDF-F33A-5653-0EB151605E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93850" y="4443413"/>
            <a:ext cx="12954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2000"/>
              <a:t>[0]</a:t>
            </a:r>
          </a:p>
        </p:txBody>
      </p:sp>
      <p:sp>
        <p:nvSpPr>
          <p:cNvPr id="42009" name="TextBox 83">
            <a:extLst>
              <a:ext uri="{FF2B5EF4-FFF2-40B4-BE49-F238E27FC236}">
                <a16:creationId xmlns:a16="http://schemas.microsoft.com/office/drawing/2014/main" id="{25097EAE-4B72-09A4-648B-E0231A3590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89250" y="4433888"/>
            <a:ext cx="12954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2000"/>
              <a:t>[1]</a:t>
            </a:r>
          </a:p>
        </p:txBody>
      </p:sp>
      <p:sp>
        <p:nvSpPr>
          <p:cNvPr id="42010" name="TextBox 84">
            <a:extLst>
              <a:ext uri="{FF2B5EF4-FFF2-40B4-BE49-F238E27FC236}">
                <a16:creationId xmlns:a16="http://schemas.microsoft.com/office/drawing/2014/main" id="{BBE68A91-142E-EC79-0688-DEF9AB7366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48138" y="4451350"/>
            <a:ext cx="1295400" cy="401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2000"/>
              <a:t>[2]</a:t>
            </a:r>
          </a:p>
        </p:txBody>
      </p:sp>
      <p:sp>
        <p:nvSpPr>
          <p:cNvPr id="42011" name="TextBox 85">
            <a:extLst>
              <a:ext uri="{FF2B5EF4-FFF2-40B4-BE49-F238E27FC236}">
                <a16:creationId xmlns:a16="http://schemas.microsoft.com/office/drawing/2014/main" id="{D4AB5795-47E1-CE0E-CE49-A8AE649AD4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62588" y="4441825"/>
            <a:ext cx="12954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2000"/>
              <a:t>[3]</a:t>
            </a:r>
          </a:p>
        </p:txBody>
      </p:sp>
      <p:sp>
        <p:nvSpPr>
          <p:cNvPr id="42012" name="TextBox 86">
            <a:extLst>
              <a:ext uri="{FF2B5EF4-FFF2-40B4-BE49-F238E27FC236}">
                <a16:creationId xmlns:a16="http://schemas.microsoft.com/office/drawing/2014/main" id="{03B05018-D5F0-2E46-E2D7-479D15C66D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38938" y="4454525"/>
            <a:ext cx="12954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2000"/>
              <a:t>[4]</a:t>
            </a:r>
          </a:p>
        </p:txBody>
      </p:sp>
      <p:sp>
        <p:nvSpPr>
          <p:cNvPr id="42013" name="TextBox 100">
            <a:extLst>
              <a:ext uri="{FF2B5EF4-FFF2-40B4-BE49-F238E27FC236}">
                <a16:creationId xmlns:a16="http://schemas.microsoft.com/office/drawing/2014/main" id="{E229E18A-57DD-9C3F-37FC-38AE745BAB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52588" y="2016125"/>
            <a:ext cx="12954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2000"/>
              <a:t>[0]</a:t>
            </a:r>
          </a:p>
        </p:txBody>
      </p:sp>
      <p:sp>
        <p:nvSpPr>
          <p:cNvPr id="42014" name="TextBox 101">
            <a:extLst>
              <a:ext uri="{FF2B5EF4-FFF2-40B4-BE49-F238E27FC236}">
                <a16:creationId xmlns:a16="http://schemas.microsoft.com/office/drawing/2014/main" id="{4D56A329-F05E-C356-4823-A5F2B8909B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47988" y="2006600"/>
            <a:ext cx="12954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2000"/>
              <a:t>[1]</a:t>
            </a:r>
          </a:p>
        </p:txBody>
      </p:sp>
      <p:sp>
        <p:nvSpPr>
          <p:cNvPr id="42015" name="TextBox 102">
            <a:extLst>
              <a:ext uri="{FF2B5EF4-FFF2-40B4-BE49-F238E27FC236}">
                <a16:creationId xmlns:a16="http://schemas.microsoft.com/office/drawing/2014/main" id="{E68DACA7-5F08-5110-2F90-1B19EF6869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08463" y="2024063"/>
            <a:ext cx="12954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2000"/>
              <a:t>[2]</a:t>
            </a:r>
          </a:p>
        </p:txBody>
      </p:sp>
      <p:sp>
        <p:nvSpPr>
          <p:cNvPr id="42016" name="TextBox 103">
            <a:extLst>
              <a:ext uri="{FF2B5EF4-FFF2-40B4-BE49-F238E27FC236}">
                <a16:creationId xmlns:a16="http://schemas.microsoft.com/office/drawing/2014/main" id="{88AB9F25-D6CA-1795-CCA6-DECEBD9A74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21325" y="2014538"/>
            <a:ext cx="12954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2000"/>
              <a:t>[3]</a:t>
            </a:r>
          </a:p>
        </p:txBody>
      </p:sp>
      <p:sp>
        <p:nvSpPr>
          <p:cNvPr id="42017" name="TextBox 104">
            <a:extLst>
              <a:ext uri="{FF2B5EF4-FFF2-40B4-BE49-F238E27FC236}">
                <a16:creationId xmlns:a16="http://schemas.microsoft.com/office/drawing/2014/main" id="{A2DDFCF8-B8E9-B9BB-F70A-41DC28C8D5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99263" y="2027238"/>
            <a:ext cx="12954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2000"/>
              <a:t>[4]</a:t>
            </a:r>
          </a:p>
        </p:txBody>
      </p:sp>
      <p:sp>
        <p:nvSpPr>
          <p:cNvPr id="48" name="Rectangular Callout 47">
            <a:extLst>
              <a:ext uri="{FF2B5EF4-FFF2-40B4-BE49-F238E27FC236}">
                <a16:creationId xmlns:a16="http://schemas.microsoft.com/office/drawing/2014/main" id="{967C78B9-F0F0-5CC6-BE37-07A2423B6743}"/>
              </a:ext>
            </a:extLst>
          </p:cNvPr>
          <p:cNvSpPr/>
          <p:nvPr/>
        </p:nvSpPr>
        <p:spPr>
          <a:xfrm>
            <a:off x="52388" y="2424113"/>
            <a:ext cx="1295400" cy="425450"/>
          </a:xfrm>
          <a:prstGeom prst="wedgeRectCallout">
            <a:avLst>
              <a:gd name="adj1" fmla="val 59185"/>
              <a:gd name="adj2" fmla="val -238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/>
              <a:t>Before</a:t>
            </a:r>
          </a:p>
        </p:txBody>
      </p:sp>
      <p:sp>
        <p:nvSpPr>
          <p:cNvPr id="49" name="Rectangular Callout 48">
            <a:extLst>
              <a:ext uri="{FF2B5EF4-FFF2-40B4-BE49-F238E27FC236}">
                <a16:creationId xmlns:a16="http://schemas.microsoft.com/office/drawing/2014/main" id="{EEFCAB0A-1429-0AC2-D90F-4D61F385D73F}"/>
              </a:ext>
            </a:extLst>
          </p:cNvPr>
          <p:cNvSpPr/>
          <p:nvPr/>
        </p:nvSpPr>
        <p:spPr>
          <a:xfrm>
            <a:off x="52388" y="3455988"/>
            <a:ext cx="1295400" cy="425450"/>
          </a:xfrm>
          <a:prstGeom prst="wedgeRectCallout">
            <a:avLst>
              <a:gd name="adj1" fmla="val 59185"/>
              <a:gd name="adj2" fmla="val -238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2000" dirty="0"/>
              <a:t>Remove</a:t>
            </a:r>
          </a:p>
        </p:txBody>
      </p:sp>
      <p:sp>
        <p:nvSpPr>
          <p:cNvPr id="50" name="Rectangular Callout 49">
            <a:extLst>
              <a:ext uri="{FF2B5EF4-FFF2-40B4-BE49-F238E27FC236}">
                <a16:creationId xmlns:a16="http://schemas.microsoft.com/office/drawing/2014/main" id="{812379E1-A5C3-435B-751A-F594AB141D5E}"/>
              </a:ext>
            </a:extLst>
          </p:cNvPr>
          <p:cNvSpPr/>
          <p:nvPr/>
        </p:nvSpPr>
        <p:spPr>
          <a:xfrm>
            <a:off x="30163" y="4811713"/>
            <a:ext cx="1295400" cy="425450"/>
          </a:xfrm>
          <a:prstGeom prst="wedgeRectCallout">
            <a:avLst>
              <a:gd name="adj1" fmla="val 59185"/>
              <a:gd name="adj2" fmla="val -238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2000" dirty="0"/>
              <a:t>Remove</a:t>
            </a:r>
          </a:p>
        </p:txBody>
      </p:sp>
      <p:sp>
        <p:nvSpPr>
          <p:cNvPr id="53" name="Rectangular Callout 52">
            <a:extLst>
              <a:ext uri="{FF2B5EF4-FFF2-40B4-BE49-F238E27FC236}">
                <a16:creationId xmlns:a16="http://schemas.microsoft.com/office/drawing/2014/main" id="{B8DD8583-3B40-93D4-B095-F9CA3117D476}"/>
              </a:ext>
            </a:extLst>
          </p:cNvPr>
          <p:cNvSpPr/>
          <p:nvPr/>
        </p:nvSpPr>
        <p:spPr>
          <a:xfrm>
            <a:off x="3924300" y="1639888"/>
            <a:ext cx="1444625" cy="400050"/>
          </a:xfrm>
          <a:prstGeom prst="wedgeRectCallout">
            <a:avLst>
              <a:gd name="adj1" fmla="val 68110"/>
              <a:gd name="adj2" fmla="val 1404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/>
              <a:t>Top=3</a:t>
            </a:r>
          </a:p>
        </p:txBody>
      </p:sp>
      <p:sp>
        <p:nvSpPr>
          <p:cNvPr id="54" name="Rectangular Callout 53">
            <a:extLst>
              <a:ext uri="{FF2B5EF4-FFF2-40B4-BE49-F238E27FC236}">
                <a16:creationId xmlns:a16="http://schemas.microsoft.com/office/drawing/2014/main" id="{B815D517-12EC-3C5A-3F31-BD20D9DAC7F3}"/>
              </a:ext>
            </a:extLst>
          </p:cNvPr>
          <p:cNvSpPr/>
          <p:nvPr/>
        </p:nvSpPr>
        <p:spPr>
          <a:xfrm>
            <a:off x="3438525" y="4090988"/>
            <a:ext cx="1444625" cy="400050"/>
          </a:xfrm>
          <a:prstGeom prst="wedgeRectCallout">
            <a:avLst>
              <a:gd name="adj1" fmla="val 51882"/>
              <a:gd name="adj2" fmla="val -9985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/>
              <a:t>Top=2</a:t>
            </a:r>
          </a:p>
        </p:txBody>
      </p:sp>
      <p:sp>
        <p:nvSpPr>
          <p:cNvPr id="55" name="Rectangular Callout 54">
            <a:extLst>
              <a:ext uri="{FF2B5EF4-FFF2-40B4-BE49-F238E27FC236}">
                <a16:creationId xmlns:a16="http://schemas.microsoft.com/office/drawing/2014/main" id="{9993C769-6363-79BB-67CE-5D3E37D3BBAB}"/>
              </a:ext>
            </a:extLst>
          </p:cNvPr>
          <p:cNvSpPr/>
          <p:nvPr/>
        </p:nvSpPr>
        <p:spPr>
          <a:xfrm>
            <a:off x="2190750" y="5449888"/>
            <a:ext cx="1444625" cy="400050"/>
          </a:xfrm>
          <a:prstGeom prst="wedgeRectCallout">
            <a:avLst>
              <a:gd name="adj1" fmla="val 51882"/>
              <a:gd name="adj2" fmla="val -9985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/>
              <a:t>Top=1</a:t>
            </a:r>
          </a:p>
        </p:txBody>
      </p:sp>
    </p:spTree>
    <p:custDataLst>
      <p:tags r:id="rId1"/>
    </p:custData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Title 1">
            <a:extLst>
              <a:ext uri="{FF2B5EF4-FFF2-40B4-BE49-F238E27FC236}">
                <a16:creationId xmlns:a16="http://schemas.microsoft.com/office/drawing/2014/main" id="{76E0C3F2-669E-3A6C-E506-BF7AB3FEA73D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0" y="268288"/>
            <a:ext cx="9144000" cy="1325562"/>
          </a:xfrm>
          <a:solidFill>
            <a:srgbClr val="002060">
              <a:alpha val="90195"/>
            </a:srgbClr>
          </a:solidFill>
          <a:ln>
            <a:solidFill>
              <a:srgbClr val="00206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 eaLnBrk="1" hangingPunct="1"/>
            <a:r>
              <a:rPr lang="en-US" altLang="en-US" sz="4000" b="1">
                <a:solidFill>
                  <a:schemeClr val="bg1"/>
                </a:solidFill>
              </a:rPr>
              <a:t>We need to update the top variable</a:t>
            </a:r>
          </a:p>
        </p:txBody>
      </p:sp>
      <p:sp>
        <p:nvSpPr>
          <p:cNvPr id="44034" name="AutoShape 2" descr="Image result for zju logo">
            <a:extLst>
              <a:ext uri="{FF2B5EF4-FFF2-40B4-BE49-F238E27FC236}">
                <a16:creationId xmlns:a16="http://schemas.microsoft.com/office/drawing/2014/main" id="{D48A0DE4-2F16-AE32-E716-C418B960C1E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44035" name="AutoShape 4" descr="Image result for zju logo">
            <a:extLst>
              <a:ext uri="{FF2B5EF4-FFF2-40B4-BE49-F238E27FC236}">
                <a16:creationId xmlns:a16="http://schemas.microsoft.com/office/drawing/2014/main" id="{3A9A1740-E770-70DC-DEC5-AACDA175ECC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07975" y="7938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44036" name="Text Box 6">
            <a:extLst>
              <a:ext uri="{FF2B5EF4-FFF2-40B4-BE49-F238E27FC236}">
                <a16:creationId xmlns:a16="http://schemas.microsoft.com/office/drawing/2014/main" id="{6856CC43-EF74-D386-7960-DD33ED1402E9}"/>
              </a:ext>
            </a:extLst>
          </p:cNvPr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4073525" y="2409825"/>
            <a:ext cx="1295400" cy="439738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200">
                <a:latin typeface="Courier New" panose="02070309020205020404" pitchFamily="49" charset="0"/>
              </a:rPr>
              <a:t>C</a:t>
            </a:r>
            <a:endParaRPr lang="en-US" altLang="en-US"/>
          </a:p>
        </p:txBody>
      </p:sp>
      <p:sp>
        <p:nvSpPr>
          <p:cNvPr id="44037" name="Text Box 8">
            <a:extLst>
              <a:ext uri="{FF2B5EF4-FFF2-40B4-BE49-F238E27FC236}">
                <a16:creationId xmlns:a16="http://schemas.microsoft.com/office/drawing/2014/main" id="{0DA21291-2741-A11D-53F4-E67848B2A535}"/>
              </a:ext>
            </a:extLst>
          </p:cNvPr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2778125" y="2409825"/>
            <a:ext cx="1295400" cy="439738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200">
                <a:latin typeface="Courier New" panose="02070309020205020404" pitchFamily="49" charset="0"/>
              </a:rPr>
              <a:t>B</a:t>
            </a:r>
            <a:endParaRPr lang="en-US" altLang="en-US"/>
          </a:p>
        </p:txBody>
      </p:sp>
      <p:sp>
        <p:nvSpPr>
          <p:cNvPr id="44038" name="Text Box 9">
            <a:extLst>
              <a:ext uri="{FF2B5EF4-FFF2-40B4-BE49-F238E27FC236}">
                <a16:creationId xmlns:a16="http://schemas.microsoft.com/office/drawing/2014/main" id="{BBD8091B-263A-DAA9-70E9-D487F31609F9}"/>
              </a:ext>
            </a:extLst>
          </p:cNvPr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1482725" y="2409825"/>
            <a:ext cx="1295400" cy="439738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200">
                <a:latin typeface="Courier New" panose="02070309020205020404" pitchFamily="49" charset="0"/>
              </a:rPr>
              <a:t>A</a:t>
            </a:r>
            <a:endParaRPr lang="en-US" altLang="en-US"/>
          </a:p>
        </p:txBody>
      </p:sp>
      <p:sp>
        <p:nvSpPr>
          <p:cNvPr id="44039" name="Text Box 10">
            <a:extLst>
              <a:ext uri="{FF2B5EF4-FFF2-40B4-BE49-F238E27FC236}">
                <a16:creationId xmlns:a16="http://schemas.microsoft.com/office/drawing/2014/main" id="{0F1E2334-15FA-EFDB-5329-D1E67B094E03}"/>
              </a:ext>
            </a:extLst>
          </p:cNvPr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5368925" y="2409825"/>
            <a:ext cx="1295400" cy="439738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200">
                <a:latin typeface="Courier New" panose="02070309020205020404" pitchFamily="49" charset="0"/>
              </a:rPr>
              <a:t>D</a:t>
            </a:r>
            <a:endParaRPr lang="en-US" altLang="en-US"/>
          </a:p>
        </p:txBody>
      </p:sp>
      <p:sp>
        <p:nvSpPr>
          <p:cNvPr id="44040" name="Text Box 10">
            <a:extLst>
              <a:ext uri="{FF2B5EF4-FFF2-40B4-BE49-F238E27FC236}">
                <a16:creationId xmlns:a16="http://schemas.microsoft.com/office/drawing/2014/main" id="{7E2DD390-3C83-34D3-3F68-8667A8D17FD3}"/>
              </a:ext>
            </a:extLst>
          </p:cNvPr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6664325" y="2409825"/>
            <a:ext cx="1295400" cy="439738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200">
                <a:latin typeface="Courier New" panose="02070309020205020404" pitchFamily="49" charset="0"/>
              </a:rPr>
              <a:t>null</a:t>
            </a:r>
            <a:endParaRPr lang="en-US" altLang="en-US"/>
          </a:p>
        </p:txBody>
      </p:sp>
      <p:sp>
        <p:nvSpPr>
          <p:cNvPr id="44041" name="Text Box 6">
            <a:extLst>
              <a:ext uri="{FF2B5EF4-FFF2-40B4-BE49-F238E27FC236}">
                <a16:creationId xmlns:a16="http://schemas.microsoft.com/office/drawing/2014/main" id="{07DA6922-8B3D-AA45-BB6E-AC39758A7128}"/>
              </a:ext>
            </a:extLst>
          </p:cNvPr>
          <p:cNvSpPr txBox="1"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4073525" y="3441700"/>
            <a:ext cx="1295400" cy="439738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200">
                <a:latin typeface="Courier New" panose="02070309020205020404" pitchFamily="49" charset="0"/>
              </a:rPr>
              <a:t>C</a:t>
            </a:r>
            <a:endParaRPr lang="en-US" altLang="en-US"/>
          </a:p>
        </p:txBody>
      </p:sp>
      <p:sp>
        <p:nvSpPr>
          <p:cNvPr id="44042" name="Text Box 8">
            <a:extLst>
              <a:ext uri="{FF2B5EF4-FFF2-40B4-BE49-F238E27FC236}">
                <a16:creationId xmlns:a16="http://schemas.microsoft.com/office/drawing/2014/main" id="{48150A70-59A0-3DCB-24F7-BDC606381902}"/>
              </a:ext>
            </a:extLst>
          </p:cNvPr>
          <p:cNvSpPr txBox="1">
            <a:spLocks noChangeAspect="1" noChangeArrowheads="1"/>
          </p:cNvSpPr>
          <p:nvPr>
            <p:custDataLst>
              <p:tags r:id="rId8"/>
            </p:custDataLst>
          </p:nvPr>
        </p:nvSpPr>
        <p:spPr bwMode="auto">
          <a:xfrm>
            <a:off x="2778125" y="3441700"/>
            <a:ext cx="1295400" cy="439738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200">
                <a:latin typeface="Courier New" panose="02070309020205020404" pitchFamily="49" charset="0"/>
              </a:rPr>
              <a:t>B</a:t>
            </a:r>
            <a:endParaRPr lang="en-US" altLang="en-US"/>
          </a:p>
        </p:txBody>
      </p:sp>
      <p:sp>
        <p:nvSpPr>
          <p:cNvPr id="44043" name="Text Box 9">
            <a:extLst>
              <a:ext uri="{FF2B5EF4-FFF2-40B4-BE49-F238E27FC236}">
                <a16:creationId xmlns:a16="http://schemas.microsoft.com/office/drawing/2014/main" id="{13D7E9F7-154D-3F5F-EBB7-A4DB68923C0C}"/>
              </a:ext>
            </a:extLst>
          </p:cNvPr>
          <p:cNvSpPr txBox="1">
            <a:spLocks noChangeAspect="1" noChangeArrowheads="1"/>
          </p:cNvSpPr>
          <p:nvPr>
            <p:custDataLst>
              <p:tags r:id="rId9"/>
            </p:custDataLst>
          </p:nvPr>
        </p:nvSpPr>
        <p:spPr bwMode="auto">
          <a:xfrm>
            <a:off x="1482725" y="3441700"/>
            <a:ext cx="1295400" cy="430213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200">
                <a:latin typeface="Courier New" panose="02070309020205020404" pitchFamily="49" charset="0"/>
              </a:rPr>
              <a:t>A </a:t>
            </a:r>
            <a:endParaRPr lang="en-US" altLang="en-US"/>
          </a:p>
        </p:txBody>
      </p:sp>
      <p:sp>
        <p:nvSpPr>
          <p:cNvPr id="44044" name="Text Box 10">
            <a:extLst>
              <a:ext uri="{FF2B5EF4-FFF2-40B4-BE49-F238E27FC236}">
                <a16:creationId xmlns:a16="http://schemas.microsoft.com/office/drawing/2014/main" id="{665AE1D9-36CE-AC5B-FCC3-0DF0531845E4}"/>
              </a:ext>
            </a:extLst>
          </p:cNvPr>
          <p:cNvSpPr txBox="1">
            <a:spLocks noChangeArrowheads="1"/>
          </p:cNvSpPr>
          <p:nvPr>
            <p:custDataLst>
              <p:tags r:id="rId10"/>
            </p:custDataLst>
          </p:nvPr>
        </p:nvSpPr>
        <p:spPr bwMode="auto">
          <a:xfrm>
            <a:off x="5368925" y="3441700"/>
            <a:ext cx="1295400" cy="46037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endParaRPr lang="en-US" altLang="en-US"/>
          </a:p>
        </p:txBody>
      </p:sp>
      <p:sp>
        <p:nvSpPr>
          <p:cNvPr id="44045" name="Text Box 10">
            <a:extLst>
              <a:ext uri="{FF2B5EF4-FFF2-40B4-BE49-F238E27FC236}">
                <a16:creationId xmlns:a16="http://schemas.microsoft.com/office/drawing/2014/main" id="{25CB949D-E957-2161-5165-B5AEBB69948C}"/>
              </a:ext>
            </a:extLst>
          </p:cNvPr>
          <p:cNvSpPr txBox="1">
            <a:spLocks noChangeArrowheads="1"/>
          </p:cNvSpPr>
          <p:nvPr>
            <p:custDataLst>
              <p:tags r:id="rId11"/>
            </p:custDataLst>
          </p:nvPr>
        </p:nvSpPr>
        <p:spPr bwMode="auto">
          <a:xfrm>
            <a:off x="6664325" y="3441700"/>
            <a:ext cx="1295400" cy="439738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200">
                <a:latin typeface="Courier New" panose="02070309020205020404" pitchFamily="49" charset="0"/>
              </a:rPr>
              <a:t>null</a:t>
            </a:r>
            <a:endParaRPr lang="en-US" altLang="en-US"/>
          </a:p>
        </p:txBody>
      </p:sp>
      <p:sp>
        <p:nvSpPr>
          <p:cNvPr id="44046" name="TextBox 35">
            <a:extLst>
              <a:ext uri="{FF2B5EF4-FFF2-40B4-BE49-F238E27FC236}">
                <a16:creationId xmlns:a16="http://schemas.microsoft.com/office/drawing/2014/main" id="{95940FF3-3B12-E2B2-49E8-CFD244F60C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17663" y="3087688"/>
            <a:ext cx="12954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2000"/>
              <a:t>[0]</a:t>
            </a:r>
          </a:p>
        </p:txBody>
      </p:sp>
      <p:sp>
        <p:nvSpPr>
          <p:cNvPr id="44047" name="TextBox 36">
            <a:extLst>
              <a:ext uri="{FF2B5EF4-FFF2-40B4-BE49-F238E27FC236}">
                <a16:creationId xmlns:a16="http://schemas.microsoft.com/office/drawing/2014/main" id="{331CA653-E592-E640-B83A-5215574DB7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13063" y="3078163"/>
            <a:ext cx="12954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2000"/>
              <a:t>[1]</a:t>
            </a:r>
          </a:p>
        </p:txBody>
      </p:sp>
      <p:sp>
        <p:nvSpPr>
          <p:cNvPr id="44048" name="TextBox 37">
            <a:extLst>
              <a:ext uri="{FF2B5EF4-FFF2-40B4-BE49-F238E27FC236}">
                <a16:creationId xmlns:a16="http://schemas.microsoft.com/office/drawing/2014/main" id="{B9D6D11D-7E08-91FD-983E-4FF679745C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71950" y="3095625"/>
            <a:ext cx="12954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2000"/>
              <a:t>[2]</a:t>
            </a:r>
          </a:p>
        </p:txBody>
      </p:sp>
      <p:sp>
        <p:nvSpPr>
          <p:cNvPr id="44049" name="TextBox 38">
            <a:extLst>
              <a:ext uri="{FF2B5EF4-FFF2-40B4-BE49-F238E27FC236}">
                <a16:creationId xmlns:a16="http://schemas.microsoft.com/office/drawing/2014/main" id="{255EBD2C-A933-5550-28CC-6D208C2294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86400" y="3084513"/>
            <a:ext cx="1295400" cy="401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2000"/>
              <a:t>[3]</a:t>
            </a:r>
          </a:p>
        </p:txBody>
      </p:sp>
      <p:sp>
        <p:nvSpPr>
          <p:cNvPr id="44050" name="TextBox 39">
            <a:extLst>
              <a:ext uri="{FF2B5EF4-FFF2-40B4-BE49-F238E27FC236}">
                <a16:creationId xmlns:a16="http://schemas.microsoft.com/office/drawing/2014/main" id="{8AAEDF7A-0CED-D46B-130D-A8B7167397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62750" y="3097213"/>
            <a:ext cx="12954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2000"/>
              <a:t>[4]</a:t>
            </a:r>
          </a:p>
        </p:txBody>
      </p:sp>
      <p:sp>
        <p:nvSpPr>
          <p:cNvPr id="44051" name="Text Box 6">
            <a:extLst>
              <a:ext uri="{FF2B5EF4-FFF2-40B4-BE49-F238E27FC236}">
                <a16:creationId xmlns:a16="http://schemas.microsoft.com/office/drawing/2014/main" id="{FADFAF37-FCE6-E292-4575-033C8088D52D}"/>
              </a:ext>
            </a:extLst>
          </p:cNvPr>
          <p:cNvSpPr txBox="1">
            <a:spLocks noChangeArrowheads="1"/>
          </p:cNvSpPr>
          <p:nvPr>
            <p:custDataLst>
              <p:tags r:id="rId12"/>
            </p:custDataLst>
          </p:nvPr>
        </p:nvSpPr>
        <p:spPr bwMode="auto">
          <a:xfrm>
            <a:off x="4052888" y="4813300"/>
            <a:ext cx="1295400" cy="461963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endParaRPr lang="en-US" altLang="en-US"/>
          </a:p>
        </p:txBody>
      </p:sp>
      <p:sp>
        <p:nvSpPr>
          <p:cNvPr id="44052" name="Text Box 8">
            <a:extLst>
              <a:ext uri="{FF2B5EF4-FFF2-40B4-BE49-F238E27FC236}">
                <a16:creationId xmlns:a16="http://schemas.microsoft.com/office/drawing/2014/main" id="{86F27D2D-88CB-8A5C-2028-5D7D45E431DD}"/>
              </a:ext>
            </a:extLst>
          </p:cNvPr>
          <p:cNvSpPr txBox="1">
            <a:spLocks noChangeArrowheads="1"/>
          </p:cNvSpPr>
          <p:nvPr>
            <p:custDataLst>
              <p:tags r:id="rId13"/>
            </p:custDataLst>
          </p:nvPr>
        </p:nvSpPr>
        <p:spPr bwMode="auto">
          <a:xfrm>
            <a:off x="2757488" y="4813300"/>
            <a:ext cx="1295400" cy="430213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200">
                <a:latin typeface="Courier New" panose="02070309020205020404" pitchFamily="49" charset="0"/>
              </a:rPr>
              <a:t>B</a:t>
            </a:r>
            <a:endParaRPr lang="en-US" altLang="en-US"/>
          </a:p>
        </p:txBody>
      </p:sp>
      <p:sp>
        <p:nvSpPr>
          <p:cNvPr id="44053" name="Text Box 9">
            <a:extLst>
              <a:ext uri="{FF2B5EF4-FFF2-40B4-BE49-F238E27FC236}">
                <a16:creationId xmlns:a16="http://schemas.microsoft.com/office/drawing/2014/main" id="{34097BFF-1939-BB29-19ED-52B370F28423}"/>
              </a:ext>
            </a:extLst>
          </p:cNvPr>
          <p:cNvSpPr txBox="1">
            <a:spLocks noChangeArrowheads="1"/>
          </p:cNvSpPr>
          <p:nvPr>
            <p:custDataLst>
              <p:tags r:id="rId14"/>
            </p:custDataLst>
          </p:nvPr>
        </p:nvSpPr>
        <p:spPr bwMode="auto">
          <a:xfrm>
            <a:off x="1462088" y="4813300"/>
            <a:ext cx="1295400" cy="430213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200">
                <a:latin typeface="Courier New" panose="02070309020205020404" pitchFamily="49" charset="0"/>
              </a:rPr>
              <a:t>A </a:t>
            </a:r>
            <a:endParaRPr lang="en-US" altLang="en-US"/>
          </a:p>
        </p:txBody>
      </p:sp>
      <p:sp>
        <p:nvSpPr>
          <p:cNvPr id="44054" name="Text Box 10">
            <a:extLst>
              <a:ext uri="{FF2B5EF4-FFF2-40B4-BE49-F238E27FC236}">
                <a16:creationId xmlns:a16="http://schemas.microsoft.com/office/drawing/2014/main" id="{D28D697C-FACC-E93F-9741-DB4539317D4F}"/>
              </a:ext>
            </a:extLst>
          </p:cNvPr>
          <p:cNvSpPr txBox="1">
            <a:spLocks noChangeArrowheads="1"/>
          </p:cNvSpPr>
          <p:nvPr>
            <p:custDataLst>
              <p:tags r:id="rId15"/>
            </p:custDataLst>
          </p:nvPr>
        </p:nvSpPr>
        <p:spPr bwMode="auto">
          <a:xfrm>
            <a:off x="5348288" y="4813300"/>
            <a:ext cx="1295400" cy="461963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endParaRPr lang="en-US" altLang="en-US"/>
          </a:p>
        </p:txBody>
      </p:sp>
      <p:sp>
        <p:nvSpPr>
          <p:cNvPr id="44055" name="Text Box 10">
            <a:extLst>
              <a:ext uri="{FF2B5EF4-FFF2-40B4-BE49-F238E27FC236}">
                <a16:creationId xmlns:a16="http://schemas.microsoft.com/office/drawing/2014/main" id="{482A8AD3-F060-7690-1C49-EE96B4A9B0DF}"/>
              </a:ext>
            </a:extLst>
          </p:cNvPr>
          <p:cNvSpPr txBox="1">
            <a:spLocks noChangeArrowheads="1"/>
          </p:cNvSpPr>
          <p:nvPr>
            <p:custDataLst>
              <p:tags r:id="rId16"/>
            </p:custDataLst>
          </p:nvPr>
        </p:nvSpPr>
        <p:spPr bwMode="auto">
          <a:xfrm>
            <a:off x="6643688" y="4813300"/>
            <a:ext cx="1295400" cy="439738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200">
                <a:latin typeface="Courier New" panose="02070309020205020404" pitchFamily="49" charset="0"/>
              </a:rPr>
              <a:t>null</a:t>
            </a:r>
            <a:endParaRPr lang="en-US" altLang="en-US"/>
          </a:p>
        </p:txBody>
      </p:sp>
      <p:sp>
        <p:nvSpPr>
          <p:cNvPr id="44056" name="TextBox 82">
            <a:extLst>
              <a:ext uri="{FF2B5EF4-FFF2-40B4-BE49-F238E27FC236}">
                <a16:creationId xmlns:a16="http://schemas.microsoft.com/office/drawing/2014/main" id="{550B9EB6-320F-CAB5-1CCD-A0DC8DA539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93850" y="4443413"/>
            <a:ext cx="12954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2000"/>
              <a:t>[0]</a:t>
            </a:r>
          </a:p>
        </p:txBody>
      </p:sp>
      <p:sp>
        <p:nvSpPr>
          <p:cNvPr id="44057" name="TextBox 83">
            <a:extLst>
              <a:ext uri="{FF2B5EF4-FFF2-40B4-BE49-F238E27FC236}">
                <a16:creationId xmlns:a16="http://schemas.microsoft.com/office/drawing/2014/main" id="{146DB24D-30F3-95AB-2380-7FC4E5DA8C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89250" y="4433888"/>
            <a:ext cx="12954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2000"/>
              <a:t>[1]</a:t>
            </a:r>
          </a:p>
        </p:txBody>
      </p:sp>
      <p:sp>
        <p:nvSpPr>
          <p:cNvPr id="44058" name="TextBox 84">
            <a:extLst>
              <a:ext uri="{FF2B5EF4-FFF2-40B4-BE49-F238E27FC236}">
                <a16:creationId xmlns:a16="http://schemas.microsoft.com/office/drawing/2014/main" id="{29A82B34-CC12-A35A-B164-F0891CDCFC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48138" y="4451350"/>
            <a:ext cx="1295400" cy="401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2000"/>
              <a:t>[2]</a:t>
            </a:r>
          </a:p>
        </p:txBody>
      </p:sp>
      <p:sp>
        <p:nvSpPr>
          <p:cNvPr id="44059" name="TextBox 85">
            <a:extLst>
              <a:ext uri="{FF2B5EF4-FFF2-40B4-BE49-F238E27FC236}">
                <a16:creationId xmlns:a16="http://schemas.microsoft.com/office/drawing/2014/main" id="{A5313A9D-67CC-6E14-5FEA-422E3FAE67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62588" y="4441825"/>
            <a:ext cx="12954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2000"/>
              <a:t>[3]</a:t>
            </a:r>
          </a:p>
        </p:txBody>
      </p:sp>
      <p:sp>
        <p:nvSpPr>
          <p:cNvPr id="44060" name="TextBox 86">
            <a:extLst>
              <a:ext uri="{FF2B5EF4-FFF2-40B4-BE49-F238E27FC236}">
                <a16:creationId xmlns:a16="http://schemas.microsoft.com/office/drawing/2014/main" id="{5843ACB8-5684-1070-6A5F-A56AC8B4C3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38938" y="4454525"/>
            <a:ext cx="12954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2000"/>
              <a:t>[4]</a:t>
            </a:r>
          </a:p>
        </p:txBody>
      </p:sp>
      <p:sp>
        <p:nvSpPr>
          <p:cNvPr id="44061" name="Text Box 6">
            <a:extLst>
              <a:ext uri="{FF2B5EF4-FFF2-40B4-BE49-F238E27FC236}">
                <a16:creationId xmlns:a16="http://schemas.microsoft.com/office/drawing/2014/main" id="{BB2DFB36-920D-FBC4-69AE-A9F2B9BB2BC2}"/>
              </a:ext>
            </a:extLst>
          </p:cNvPr>
          <p:cNvSpPr txBox="1">
            <a:spLocks noChangeArrowheads="1"/>
          </p:cNvSpPr>
          <p:nvPr>
            <p:custDataLst>
              <p:tags r:id="rId17"/>
            </p:custDataLst>
          </p:nvPr>
        </p:nvSpPr>
        <p:spPr bwMode="auto">
          <a:xfrm>
            <a:off x="4076700" y="6337300"/>
            <a:ext cx="1295400" cy="461963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endParaRPr lang="en-US" altLang="en-US"/>
          </a:p>
        </p:txBody>
      </p:sp>
      <p:sp>
        <p:nvSpPr>
          <p:cNvPr id="44062" name="Text Box 8">
            <a:extLst>
              <a:ext uri="{FF2B5EF4-FFF2-40B4-BE49-F238E27FC236}">
                <a16:creationId xmlns:a16="http://schemas.microsoft.com/office/drawing/2014/main" id="{825FAA8B-6007-7095-C82E-641406DB94CB}"/>
              </a:ext>
            </a:extLst>
          </p:cNvPr>
          <p:cNvSpPr txBox="1">
            <a:spLocks noChangeArrowheads="1"/>
          </p:cNvSpPr>
          <p:nvPr>
            <p:custDataLst>
              <p:tags r:id="rId18"/>
            </p:custDataLst>
          </p:nvPr>
        </p:nvSpPr>
        <p:spPr bwMode="auto">
          <a:xfrm>
            <a:off x="2781300" y="6337300"/>
            <a:ext cx="1295400" cy="461963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endParaRPr lang="en-US" altLang="en-US"/>
          </a:p>
        </p:txBody>
      </p:sp>
      <p:sp>
        <p:nvSpPr>
          <p:cNvPr id="44063" name="Text Box 9">
            <a:extLst>
              <a:ext uri="{FF2B5EF4-FFF2-40B4-BE49-F238E27FC236}">
                <a16:creationId xmlns:a16="http://schemas.microsoft.com/office/drawing/2014/main" id="{C200B99B-9942-1BCA-B1D2-B9BEE8200844}"/>
              </a:ext>
            </a:extLst>
          </p:cNvPr>
          <p:cNvSpPr txBox="1">
            <a:spLocks noChangeArrowheads="1"/>
          </p:cNvSpPr>
          <p:nvPr>
            <p:custDataLst>
              <p:tags r:id="rId19"/>
            </p:custDataLst>
          </p:nvPr>
        </p:nvSpPr>
        <p:spPr bwMode="auto">
          <a:xfrm>
            <a:off x="1485900" y="6337300"/>
            <a:ext cx="1295400" cy="4318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200">
                <a:latin typeface="Courier New" panose="02070309020205020404" pitchFamily="49" charset="0"/>
              </a:rPr>
              <a:t> A</a:t>
            </a:r>
            <a:endParaRPr lang="en-US" altLang="en-US"/>
          </a:p>
        </p:txBody>
      </p:sp>
      <p:sp>
        <p:nvSpPr>
          <p:cNvPr id="44064" name="Text Box 10">
            <a:extLst>
              <a:ext uri="{FF2B5EF4-FFF2-40B4-BE49-F238E27FC236}">
                <a16:creationId xmlns:a16="http://schemas.microsoft.com/office/drawing/2014/main" id="{435346DC-7260-0282-3A47-F3CCFAFA136F}"/>
              </a:ext>
            </a:extLst>
          </p:cNvPr>
          <p:cNvSpPr txBox="1">
            <a:spLocks noChangeArrowheads="1"/>
          </p:cNvSpPr>
          <p:nvPr>
            <p:custDataLst>
              <p:tags r:id="rId20"/>
            </p:custDataLst>
          </p:nvPr>
        </p:nvSpPr>
        <p:spPr bwMode="auto">
          <a:xfrm>
            <a:off x="5372100" y="6337300"/>
            <a:ext cx="1295400" cy="461963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endParaRPr lang="en-US" altLang="en-US"/>
          </a:p>
        </p:txBody>
      </p:sp>
      <p:sp>
        <p:nvSpPr>
          <p:cNvPr id="44065" name="Text Box 10">
            <a:extLst>
              <a:ext uri="{FF2B5EF4-FFF2-40B4-BE49-F238E27FC236}">
                <a16:creationId xmlns:a16="http://schemas.microsoft.com/office/drawing/2014/main" id="{D7AD0260-7ED1-4C36-71AB-6C0C7BF49823}"/>
              </a:ext>
            </a:extLst>
          </p:cNvPr>
          <p:cNvSpPr txBox="1">
            <a:spLocks noChangeArrowheads="1"/>
          </p:cNvSpPr>
          <p:nvPr>
            <p:custDataLst>
              <p:tags r:id="rId21"/>
            </p:custDataLst>
          </p:nvPr>
        </p:nvSpPr>
        <p:spPr bwMode="auto">
          <a:xfrm>
            <a:off x="6667500" y="6337300"/>
            <a:ext cx="1295400" cy="439738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200">
                <a:latin typeface="Courier New" panose="02070309020205020404" pitchFamily="49" charset="0"/>
              </a:rPr>
              <a:t>null</a:t>
            </a:r>
            <a:endParaRPr lang="en-US" altLang="en-US"/>
          </a:p>
        </p:txBody>
      </p:sp>
      <p:sp>
        <p:nvSpPr>
          <p:cNvPr id="44066" name="TextBox 95">
            <a:extLst>
              <a:ext uri="{FF2B5EF4-FFF2-40B4-BE49-F238E27FC236}">
                <a16:creationId xmlns:a16="http://schemas.microsoft.com/office/drawing/2014/main" id="{9841013A-1603-15A2-D7B4-6B236B36FD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17663" y="5967413"/>
            <a:ext cx="12954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2000"/>
              <a:t>[0]</a:t>
            </a:r>
          </a:p>
        </p:txBody>
      </p:sp>
      <p:sp>
        <p:nvSpPr>
          <p:cNvPr id="44067" name="TextBox 96">
            <a:extLst>
              <a:ext uri="{FF2B5EF4-FFF2-40B4-BE49-F238E27FC236}">
                <a16:creationId xmlns:a16="http://schemas.microsoft.com/office/drawing/2014/main" id="{3D019D42-98B6-4B4C-DDBC-AB5F39C158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13063" y="5959475"/>
            <a:ext cx="12954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2000"/>
              <a:t>[1]</a:t>
            </a:r>
          </a:p>
        </p:txBody>
      </p:sp>
      <p:sp>
        <p:nvSpPr>
          <p:cNvPr id="44068" name="TextBox 97">
            <a:extLst>
              <a:ext uri="{FF2B5EF4-FFF2-40B4-BE49-F238E27FC236}">
                <a16:creationId xmlns:a16="http://schemas.microsoft.com/office/drawing/2014/main" id="{AA1DD4BC-A694-D318-309F-2F62896343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71950" y="5976938"/>
            <a:ext cx="12954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2000"/>
              <a:t>[2]</a:t>
            </a:r>
          </a:p>
        </p:txBody>
      </p:sp>
      <p:sp>
        <p:nvSpPr>
          <p:cNvPr id="44069" name="TextBox 98">
            <a:extLst>
              <a:ext uri="{FF2B5EF4-FFF2-40B4-BE49-F238E27FC236}">
                <a16:creationId xmlns:a16="http://schemas.microsoft.com/office/drawing/2014/main" id="{A507EABC-7B25-572D-E185-9CD7730C5A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86400" y="5965825"/>
            <a:ext cx="12954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2000"/>
              <a:t>[3]</a:t>
            </a:r>
          </a:p>
        </p:txBody>
      </p:sp>
      <p:sp>
        <p:nvSpPr>
          <p:cNvPr id="44070" name="TextBox 99">
            <a:extLst>
              <a:ext uri="{FF2B5EF4-FFF2-40B4-BE49-F238E27FC236}">
                <a16:creationId xmlns:a16="http://schemas.microsoft.com/office/drawing/2014/main" id="{84009615-9DAA-60B0-EB5E-AB6CBB15B3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62750" y="5978525"/>
            <a:ext cx="12954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2000"/>
              <a:t>[4]</a:t>
            </a:r>
          </a:p>
        </p:txBody>
      </p:sp>
      <p:sp>
        <p:nvSpPr>
          <p:cNvPr id="44071" name="TextBox 100">
            <a:extLst>
              <a:ext uri="{FF2B5EF4-FFF2-40B4-BE49-F238E27FC236}">
                <a16:creationId xmlns:a16="http://schemas.microsoft.com/office/drawing/2014/main" id="{E0C1AFA1-1C3B-4DC9-D70B-31EAE14994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52588" y="2016125"/>
            <a:ext cx="12954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2000"/>
              <a:t>[0]</a:t>
            </a:r>
          </a:p>
        </p:txBody>
      </p:sp>
      <p:sp>
        <p:nvSpPr>
          <p:cNvPr id="44072" name="TextBox 101">
            <a:extLst>
              <a:ext uri="{FF2B5EF4-FFF2-40B4-BE49-F238E27FC236}">
                <a16:creationId xmlns:a16="http://schemas.microsoft.com/office/drawing/2014/main" id="{D191952A-83A9-8968-196C-40D5B1EBAE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47988" y="2006600"/>
            <a:ext cx="12954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2000"/>
              <a:t>[1]</a:t>
            </a:r>
          </a:p>
        </p:txBody>
      </p:sp>
      <p:sp>
        <p:nvSpPr>
          <p:cNvPr id="44073" name="TextBox 102">
            <a:extLst>
              <a:ext uri="{FF2B5EF4-FFF2-40B4-BE49-F238E27FC236}">
                <a16:creationId xmlns:a16="http://schemas.microsoft.com/office/drawing/2014/main" id="{5CA58FF0-99CD-8A56-6399-6069007855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08463" y="2024063"/>
            <a:ext cx="12954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2000"/>
              <a:t>[2]</a:t>
            </a:r>
          </a:p>
        </p:txBody>
      </p:sp>
      <p:sp>
        <p:nvSpPr>
          <p:cNvPr id="44074" name="TextBox 103">
            <a:extLst>
              <a:ext uri="{FF2B5EF4-FFF2-40B4-BE49-F238E27FC236}">
                <a16:creationId xmlns:a16="http://schemas.microsoft.com/office/drawing/2014/main" id="{BB70D6D4-0CC0-E8BF-A725-327D67AF9E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21325" y="2014538"/>
            <a:ext cx="12954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2000"/>
              <a:t>[3]</a:t>
            </a:r>
          </a:p>
        </p:txBody>
      </p:sp>
      <p:sp>
        <p:nvSpPr>
          <p:cNvPr id="44075" name="TextBox 104">
            <a:extLst>
              <a:ext uri="{FF2B5EF4-FFF2-40B4-BE49-F238E27FC236}">
                <a16:creationId xmlns:a16="http://schemas.microsoft.com/office/drawing/2014/main" id="{C66E9BF6-4D71-9F8B-5F22-4E50BF31D6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99263" y="2027238"/>
            <a:ext cx="12954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2000"/>
              <a:t>[4]</a:t>
            </a:r>
          </a:p>
        </p:txBody>
      </p:sp>
      <p:sp>
        <p:nvSpPr>
          <p:cNvPr id="48" name="Rectangular Callout 47">
            <a:extLst>
              <a:ext uri="{FF2B5EF4-FFF2-40B4-BE49-F238E27FC236}">
                <a16:creationId xmlns:a16="http://schemas.microsoft.com/office/drawing/2014/main" id="{EE88845D-0260-1C04-D955-7B01F4F0B8FB}"/>
              </a:ext>
            </a:extLst>
          </p:cNvPr>
          <p:cNvSpPr/>
          <p:nvPr/>
        </p:nvSpPr>
        <p:spPr>
          <a:xfrm>
            <a:off x="52388" y="2424113"/>
            <a:ext cx="1295400" cy="425450"/>
          </a:xfrm>
          <a:prstGeom prst="wedgeRectCallout">
            <a:avLst>
              <a:gd name="adj1" fmla="val 59185"/>
              <a:gd name="adj2" fmla="val -238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/>
              <a:t>Before</a:t>
            </a:r>
          </a:p>
        </p:txBody>
      </p:sp>
      <p:sp>
        <p:nvSpPr>
          <p:cNvPr id="49" name="Rectangular Callout 48">
            <a:extLst>
              <a:ext uri="{FF2B5EF4-FFF2-40B4-BE49-F238E27FC236}">
                <a16:creationId xmlns:a16="http://schemas.microsoft.com/office/drawing/2014/main" id="{AE0932CE-B126-AEA4-B9E9-4DB5F1F4D619}"/>
              </a:ext>
            </a:extLst>
          </p:cNvPr>
          <p:cNvSpPr/>
          <p:nvPr/>
        </p:nvSpPr>
        <p:spPr>
          <a:xfrm>
            <a:off x="52388" y="3455988"/>
            <a:ext cx="1295400" cy="425450"/>
          </a:xfrm>
          <a:prstGeom prst="wedgeRectCallout">
            <a:avLst>
              <a:gd name="adj1" fmla="val 59185"/>
              <a:gd name="adj2" fmla="val -238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2000" dirty="0"/>
              <a:t>Remove</a:t>
            </a:r>
          </a:p>
        </p:txBody>
      </p:sp>
      <p:sp>
        <p:nvSpPr>
          <p:cNvPr id="50" name="Rectangular Callout 49">
            <a:extLst>
              <a:ext uri="{FF2B5EF4-FFF2-40B4-BE49-F238E27FC236}">
                <a16:creationId xmlns:a16="http://schemas.microsoft.com/office/drawing/2014/main" id="{BAED3547-A090-ABDE-469A-048FDEB4624E}"/>
              </a:ext>
            </a:extLst>
          </p:cNvPr>
          <p:cNvSpPr/>
          <p:nvPr/>
        </p:nvSpPr>
        <p:spPr>
          <a:xfrm>
            <a:off x="30163" y="4811713"/>
            <a:ext cx="1295400" cy="425450"/>
          </a:xfrm>
          <a:prstGeom prst="wedgeRectCallout">
            <a:avLst>
              <a:gd name="adj1" fmla="val 59185"/>
              <a:gd name="adj2" fmla="val -238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2000" dirty="0"/>
              <a:t>Remove</a:t>
            </a:r>
          </a:p>
        </p:txBody>
      </p:sp>
      <p:sp>
        <p:nvSpPr>
          <p:cNvPr id="52" name="Rectangular Callout 51">
            <a:extLst>
              <a:ext uri="{FF2B5EF4-FFF2-40B4-BE49-F238E27FC236}">
                <a16:creationId xmlns:a16="http://schemas.microsoft.com/office/drawing/2014/main" id="{8696A323-9A1C-FA9A-DF91-2283899F9DFE}"/>
              </a:ext>
            </a:extLst>
          </p:cNvPr>
          <p:cNvSpPr/>
          <p:nvPr/>
        </p:nvSpPr>
        <p:spPr>
          <a:xfrm>
            <a:off x="52388" y="6372225"/>
            <a:ext cx="1295400" cy="423863"/>
          </a:xfrm>
          <a:prstGeom prst="wedgeRectCallout">
            <a:avLst>
              <a:gd name="adj1" fmla="val 59185"/>
              <a:gd name="adj2" fmla="val -238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/>
              <a:t>Final</a:t>
            </a:r>
          </a:p>
        </p:txBody>
      </p:sp>
      <p:sp>
        <p:nvSpPr>
          <p:cNvPr id="53" name="Rectangular Callout 52">
            <a:extLst>
              <a:ext uri="{FF2B5EF4-FFF2-40B4-BE49-F238E27FC236}">
                <a16:creationId xmlns:a16="http://schemas.microsoft.com/office/drawing/2014/main" id="{02BDDDC9-967F-4BA7-784C-7D098D94C636}"/>
              </a:ext>
            </a:extLst>
          </p:cNvPr>
          <p:cNvSpPr/>
          <p:nvPr/>
        </p:nvSpPr>
        <p:spPr>
          <a:xfrm>
            <a:off x="3924300" y="1639888"/>
            <a:ext cx="1444625" cy="400050"/>
          </a:xfrm>
          <a:prstGeom prst="wedgeRectCallout">
            <a:avLst>
              <a:gd name="adj1" fmla="val 68110"/>
              <a:gd name="adj2" fmla="val 1404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/>
              <a:t>Top=3</a:t>
            </a:r>
          </a:p>
        </p:txBody>
      </p:sp>
      <p:sp>
        <p:nvSpPr>
          <p:cNvPr id="54" name="Rectangular Callout 53">
            <a:extLst>
              <a:ext uri="{FF2B5EF4-FFF2-40B4-BE49-F238E27FC236}">
                <a16:creationId xmlns:a16="http://schemas.microsoft.com/office/drawing/2014/main" id="{5BE1A08F-99DD-69C5-126C-E140823E5D77}"/>
              </a:ext>
            </a:extLst>
          </p:cNvPr>
          <p:cNvSpPr/>
          <p:nvPr/>
        </p:nvSpPr>
        <p:spPr>
          <a:xfrm>
            <a:off x="3438525" y="4090988"/>
            <a:ext cx="1444625" cy="400050"/>
          </a:xfrm>
          <a:prstGeom prst="wedgeRectCallout">
            <a:avLst>
              <a:gd name="adj1" fmla="val 51882"/>
              <a:gd name="adj2" fmla="val -9985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/>
              <a:t>Top=2</a:t>
            </a:r>
          </a:p>
        </p:txBody>
      </p:sp>
      <p:sp>
        <p:nvSpPr>
          <p:cNvPr id="55" name="Rectangular Callout 54">
            <a:extLst>
              <a:ext uri="{FF2B5EF4-FFF2-40B4-BE49-F238E27FC236}">
                <a16:creationId xmlns:a16="http://schemas.microsoft.com/office/drawing/2014/main" id="{4189E32D-92F5-4791-2FBE-93A138269A34}"/>
              </a:ext>
            </a:extLst>
          </p:cNvPr>
          <p:cNvSpPr/>
          <p:nvPr/>
        </p:nvSpPr>
        <p:spPr>
          <a:xfrm>
            <a:off x="2190750" y="5449888"/>
            <a:ext cx="1444625" cy="400050"/>
          </a:xfrm>
          <a:prstGeom prst="wedgeRectCallout">
            <a:avLst>
              <a:gd name="adj1" fmla="val 51882"/>
              <a:gd name="adj2" fmla="val -9985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/>
              <a:t>Top=1</a:t>
            </a:r>
          </a:p>
        </p:txBody>
      </p:sp>
      <p:sp>
        <p:nvSpPr>
          <p:cNvPr id="56" name="Rectangular Callout 55">
            <a:extLst>
              <a:ext uri="{FF2B5EF4-FFF2-40B4-BE49-F238E27FC236}">
                <a16:creationId xmlns:a16="http://schemas.microsoft.com/office/drawing/2014/main" id="{0E7CD991-FCA7-EEB2-8EE2-B417EBB58E7E}"/>
              </a:ext>
            </a:extLst>
          </p:cNvPr>
          <p:cNvSpPr/>
          <p:nvPr/>
        </p:nvSpPr>
        <p:spPr>
          <a:xfrm>
            <a:off x="88900" y="5668963"/>
            <a:ext cx="1444625" cy="400050"/>
          </a:xfrm>
          <a:prstGeom prst="wedgeRectCallout">
            <a:avLst>
              <a:gd name="adj1" fmla="val 51882"/>
              <a:gd name="adj2" fmla="val 11696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/>
              <a:t>Top=0</a:t>
            </a:r>
          </a:p>
        </p:txBody>
      </p:sp>
    </p:spTree>
    <p:custDataLst>
      <p:tags r:id="rId1"/>
    </p:custData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7D4DAA-287D-0321-F20C-3AB2AE48E2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68288"/>
            <a:ext cx="9144000" cy="1325562"/>
          </a:xfrm>
          <a:solidFill>
            <a:srgbClr val="002060">
              <a:alpha val="90000"/>
            </a:srgbClr>
          </a:solidFill>
          <a:ln>
            <a:solidFill>
              <a:srgbClr val="002060"/>
            </a:solidFill>
          </a:ln>
        </p:spPr>
        <p:txBody>
          <a:bodyPr>
            <a:normAutofit fontScale="90000"/>
          </a:bodyPr>
          <a:lstStyle/>
          <a:p>
            <a:pPr algn="ctr" eaLnBrk="1" hangingPunct="1">
              <a:defRPr/>
            </a:pPr>
            <a:r>
              <a:rPr lang="en-US" sz="4000" b="1" dirty="0">
                <a:solidFill>
                  <a:schemeClr val="bg1"/>
                </a:solidFill>
              </a:rPr>
              <a:t>What happens if we continue removing elements from the stack?</a:t>
            </a:r>
          </a:p>
        </p:txBody>
      </p:sp>
      <p:sp>
        <p:nvSpPr>
          <p:cNvPr id="46082" name="AutoShape 2" descr="Image result for zju logo">
            <a:extLst>
              <a:ext uri="{FF2B5EF4-FFF2-40B4-BE49-F238E27FC236}">
                <a16:creationId xmlns:a16="http://schemas.microsoft.com/office/drawing/2014/main" id="{5CE79376-2554-720A-5B28-D49236016BE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46083" name="AutoShape 4" descr="Image result for zju logo">
            <a:extLst>
              <a:ext uri="{FF2B5EF4-FFF2-40B4-BE49-F238E27FC236}">
                <a16:creationId xmlns:a16="http://schemas.microsoft.com/office/drawing/2014/main" id="{38CC6ADA-D717-8A18-EC04-49E2F0CE160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07975" y="7938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46084" name="Text Box 6">
            <a:extLst>
              <a:ext uri="{FF2B5EF4-FFF2-40B4-BE49-F238E27FC236}">
                <a16:creationId xmlns:a16="http://schemas.microsoft.com/office/drawing/2014/main" id="{6DECD40F-638C-4B81-23E5-F77D8A4F2090}"/>
              </a:ext>
            </a:extLst>
          </p:cNvPr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4465638" y="2557463"/>
            <a:ext cx="1295400" cy="461962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endParaRPr lang="en-US" altLang="en-US"/>
          </a:p>
        </p:txBody>
      </p:sp>
      <p:sp>
        <p:nvSpPr>
          <p:cNvPr id="46085" name="Text Box 8">
            <a:extLst>
              <a:ext uri="{FF2B5EF4-FFF2-40B4-BE49-F238E27FC236}">
                <a16:creationId xmlns:a16="http://schemas.microsoft.com/office/drawing/2014/main" id="{02503D1D-52EA-9336-DAD9-011A8FEE266D}"/>
              </a:ext>
            </a:extLst>
          </p:cNvPr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3170238" y="2557463"/>
            <a:ext cx="1295400" cy="461962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endParaRPr lang="en-US" altLang="en-US"/>
          </a:p>
        </p:txBody>
      </p:sp>
      <p:sp>
        <p:nvSpPr>
          <p:cNvPr id="46086" name="Text Box 9">
            <a:extLst>
              <a:ext uri="{FF2B5EF4-FFF2-40B4-BE49-F238E27FC236}">
                <a16:creationId xmlns:a16="http://schemas.microsoft.com/office/drawing/2014/main" id="{6DE63DEA-0221-7E40-80E8-514709497CA5}"/>
              </a:ext>
            </a:extLst>
          </p:cNvPr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1874838" y="2557463"/>
            <a:ext cx="1295400" cy="4318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200">
                <a:latin typeface="Courier New" panose="02070309020205020404" pitchFamily="49" charset="0"/>
              </a:rPr>
              <a:t> A</a:t>
            </a:r>
            <a:endParaRPr lang="en-US" altLang="en-US"/>
          </a:p>
        </p:txBody>
      </p:sp>
      <p:sp>
        <p:nvSpPr>
          <p:cNvPr id="46087" name="Text Box 10">
            <a:extLst>
              <a:ext uri="{FF2B5EF4-FFF2-40B4-BE49-F238E27FC236}">
                <a16:creationId xmlns:a16="http://schemas.microsoft.com/office/drawing/2014/main" id="{9AA4BCF4-9896-27CF-1E6E-65275D97D333}"/>
              </a:ext>
            </a:extLst>
          </p:cNvPr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5761038" y="2557463"/>
            <a:ext cx="1295400" cy="461962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endParaRPr lang="en-US" altLang="en-US"/>
          </a:p>
        </p:txBody>
      </p:sp>
      <p:sp>
        <p:nvSpPr>
          <p:cNvPr id="46088" name="Text Box 10">
            <a:extLst>
              <a:ext uri="{FF2B5EF4-FFF2-40B4-BE49-F238E27FC236}">
                <a16:creationId xmlns:a16="http://schemas.microsoft.com/office/drawing/2014/main" id="{4AF582A3-1A2E-4381-B480-271E74E8FA6C}"/>
              </a:ext>
            </a:extLst>
          </p:cNvPr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7056438" y="2557463"/>
            <a:ext cx="1295400" cy="439737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200">
                <a:latin typeface="Courier New" panose="02070309020205020404" pitchFamily="49" charset="0"/>
              </a:rPr>
              <a:t>null</a:t>
            </a:r>
            <a:endParaRPr lang="en-US" altLang="en-US"/>
          </a:p>
        </p:txBody>
      </p:sp>
      <p:sp>
        <p:nvSpPr>
          <p:cNvPr id="46089" name="TextBox 95">
            <a:extLst>
              <a:ext uri="{FF2B5EF4-FFF2-40B4-BE49-F238E27FC236}">
                <a16:creationId xmlns:a16="http://schemas.microsoft.com/office/drawing/2014/main" id="{B8E7592A-329F-0EA2-086B-644F0B86EF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06600" y="2187575"/>
            <a:ext cx="12954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2000"/>
              <a:t>[0]</a:t>
            </a:r>
          </a:p>
        </p:txBody>
      </p:sp>
      <p:sp>
        <p:nvSpPr>
          <p:cNvPr id="46090" name="TextBox 96">
            <a:extLst>
              <a:ext uri="{FF2B5EF4-FFF2-40B4-BE49-F238E27FC236}">
                <a16:creationId xmlns:a16="http://schemas.microsoft.com/office/drawing/2014/main" id="{F13DF7BC-C672-7F0D-D2FB-3397DA9F91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02000" y="2178050"/>
            <a:ext cx="1295400" cy="401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2000"/>
              <a:t>[1]</a:t>
            </a:r>
          </a:p>
        </p:txBody>
      </p:sp>
      <p:sp>
        <p:nvSpPr>
          <p:cNvPr id="46091" name="TextBox 97">
            <a:extLst>
              <a:ext uri="{FF2B5EF4-FFF2-40B4-BE49-F238E27FC236}">
                <a16:creationId xmlns:a16="http://schemas.microsoft.com/office/drawing/2014/main" id="{463FC6F2-3F08-2D44-80A7-1B342FDC0B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62475" y="2197100"/>
            <a:ext cx="12954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2000"/>
              <a:t>[2]</a:t>
            </a:r>
          </a:p>
        </p:txBody>
      </p:sp>
      <p:sp>
        <p:nvSpPr>
          <p:cNvPr id="46092" name="TextBox 98">
            <a:extLst>
              <a:ext uri="{FF2B5EF4-FFF2-40B4-BE49-F238E27FC236}">
                <a16:creationId xmlns:a16="http://schemas.microsoft.com/office/drawing/2014/main" id="{014CB550-7403-D7C9-DD17-CD79D9E311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75338" y="2185988"/>
            <a:ext cx="12954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2000"/>
              <a:t>[3]</a:t>
            </a:r>
          </a:p>
        </p:txBody>
      </p:sp>
      <p:sp>
        <p:nvSpPr>
          <p:cNvPr id="46093" name="TextBox 99">
            <a:extLst>
              <a:ext uri="{FF2B5EF4-FFF2-40B4-BE49-F238E27FC236}">
                <a16:creationId xmlns:a16="http://schemas.microsoft.com/office/drawing/2014/main" id="{F31EE3C7-7EFB-4001-003D-2EB9982B53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53275" y="2198688"/>
            <a:ext cx="12954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2000"/>
              <a:t>[4]</a:t>
            </a:r>
          </a:p>
        </p:txBody>
      </p:sp>
      <p:sp>
        <p:nvSpPr>
          <p:cNvPr id="52" name="Rectangular Callout 51">
            <a:extLst>
              <a:ext uri="{FF2B5EF4-FFF2-40B4-BE49-F238E27FC236}">
                <a16:creationId xmlns:a16="http://schemas.microsoft.com/office/drawing/2014/main" id="{C5F1659C-EB01-42D3-1C4E-4807F5DD50C6}"/>
              </a:ext>
            </a:extLst>
          </p:cNvPr>
          <p:cNvSpPr/>
          <p:nvPr/>
        </p:nvSpPr>
        <p:spPr>
          <a:xfrm>
            <a:off x="442913" y="2590800"/>
            <a:ext cx="1295400" cy="425450"/>
          </a:xfrm>
          <a:prstGeom prst="wedgeRectCallout">
            <a:avLst>
              <a:gd name="adj1" fmla="val 59185"/>
              <a:gd name="adj2" fmla="val -238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/>
              <a:t>Before</a:t>
            </a:r>
          </a:p>
        </p:txBody>
      </p:sp>
      <p:sp>
        <p:nvSpPr>
          <p:cNvPr id="56" name="Rectangular Callout 55">
            <a:extLst>
              <a:ext uri="{FF2B5EF4-FFF2-40B4-BE49-F238E27FC236}">
                <a16:creationId xmlns:a16="http://schemas.microsoft.com/office/drawing/2014/main" id="{6D312EEA-1E3B-AE50-1415-D9DAEFE166C1}"/>
              </a:ext>
            </a:extLst>
          </p:cNvPr>
          <p:cNvSpPr/>
          <p:nvPr/>
        </p:nvSpPr>
        <p:spPr>
          <a:xfrm>
            <a:off x="479425" y="1887538"/>
            <a:ext cx="1444625" cy="400050"/>
          </a:xfrm>
          <a:prstGeom prst="wedgeRectCallout">
            <a:avLst>
              <a:gd name="adj1" fmla="val 51882"/>
              <a:gd name="adj2" fmla="val 11696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/>
              <a:t>Top=0</a:t>
            </a:r>
          </a:p>
        </p:txBody>
      </p:sp>
    </p:spTree>
    <p:custDataLst>
      <p:tags r:id="rId1"/>
    </p:custData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ADECBE-DF9E-2A7C-5724-240841C52E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68288"/>
            <a:ext cx="9144000" cy="1325562"/>
          </a:xfrm>
          <a:solidFill>
            <a:srgbClr val="002060">
              <a:alpha val="90000"/>
            </a:srgbClr>
          </a:solidFill>
          <a:ln>
            <a:solidFill>
              <a:srgbClr val="002060"/>
            </a:solidFill>
          </a:ln>
        </p:spPr>
        <p:txBody>
          <a:bodyPr>
            <a:normAutofit fontScale="90000"/>
          </a:bodyPr>
          <a:lstStyle/>
          <a:p>
            <a:pPr algn="ctr" eaLnBrk="1" hangingPunct="1">
              <a:defRPr/>
            </a:pPr>
            <a:r>
              <a:rPr lang="en-US" sz="4000" b="1" dirty="0">
                <a:solidFill>
                  <a:schemeClr val="bg1"/>
                </a:solidFill>
              </a:rPr>
              <a:t>What happens if we continue removing elements from the stack?</a:t>
            </a:r>
          </a:p>
        </p:txBody>
      </p:sp>
      <p:sp>
        <p:nvSpPr>
          <p:cNvPr id="48130" name="AutoShape 2" descr="Image result for zju logo">
            <a:extLst>
              <a:ext uri="{FF2B5EF4-FFF2-40B4-BE49-F238E27FC236}">
                <a16:creationId xmlns:a16="http://schemas.microsoft.com/office/drawing/2014/main" id="{A98A50C2-7330-D7C6-BD12-58DB51F802B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48131" name="AutoShape 4" descr="Image result for zju logo">
            <a:extLst>
              <a:ext uri="{FF2B5EF4-FFF2-40B4-BE49-F238E27FC236}">
                <a16:creationId xmlns:a16="http://schemas.microsoft.com/office/drawing/2014/main" id="{E025ABFB-3F78-7CB4-ECE0-E19C347B200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07975" y="7938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48132" name="Text Box 6">
            <a:extLst>
              <a:ext uri="{FF2B5EF4-FFF2-40B4-BE49-F238E27FC236}">
                <a16:creationId xmlns:a16="http://schemas.microsoft.com/office/drawing/2014/main" id="{82C2C567-0D68-577D-8D34-05BC4F41DB41}"/>
              </a:ext>
            </a:extLst>
          </p:cNvPr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4465638" y="2557463"/>
            <a:ext cx="1295400" cy="461962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endParaRPr lang="en-US" altLang="en-US"/>
          </a:p>
        </p:txBody>
      </p:sp>
      <p:sp>
        <p:nvSpPr>
          <p:cNvPr id="48133" name="Text Box 8">
            <a:extLst>
              <a:ext uri="{FF2B5EF4-FFF2-40B4-BE49-F238E27FC236}">
                <a16:creationId xmlns:a16="http://schemas.microsoft.com/office/drawing/2014/main" id="{4791772A-F3A4-143A-E698-662B1D861F5D}"/>
              </a:ext>
            </a:extLst>
          </p:cNvPr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3170238" y="2557463"/>
            <a:ext cx="1295400" cy="461962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endParaRPr lang="en-US" altLang="en-US"/>
          </a:p>
        </p:txBody>
      </p:sp>
      <p:sp>
        <p:nvSpPr>
          <p:cNvPr id="48134" name="Text Box 9">
            <a:extLst>
              <a:ext uri="{FF2B5EF4-FFF2-40B4-BE49-F238E27FC236}">
                <a16:creationId xmlns:a16="http://schemas.microsoft.com/office/drawing/2014/main" id="{9E9D794E-943C-3A60-A8AC-E076AA2B8745}"/>
              </a:ext>
            </a:extLst>
          </p:cNvPr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1874838" y="2557463"/>
            <a:ext cx="1295400" cy="4318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200">
                <a:latin typeface="Courier New" panose="02070309020205020404" pitchFamily="49" charset="0"/>
              </a:rPr>
              <a:t> A</a:t>
            </a:r>
            <a:endParaRPr lang="en-US" altLang="en-US"/>
          </a:p>
        </p:txBody>
      </p:sp>
      <p:sp>
        <p:nvSpPr>
          <p:cNvPr id="48135" name="Text Box 10">
            <a:extLst>
              <a:ext uri="{FF2B5EF4-FFF2-40B4-BE49-F238E27FC236}">
                <a16:creationId xmlns:a16="http://schemas.microsoft.com/office/drawing/2014/main" id="{03622D68-05D9-FA7C-A157-204A6CA4521D}"/>
              </a:ext>
            </a:extLst>
          </p:cNvPr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5761038" y="2557463"/>
            <a:ext cx="1295400" cy="461962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endParaRPr lang="en-US" altLang="en-US"/>
          </a:p>
        </p:txBody>
      </p:sp>
      <p:sp>
        <p:nvSpPr>
          <p:cNvPr id="48136" name="Text Box 10">
            <a:extLst>
              <a:ext uri="{FF2B5EF4-FFF2-40B4-BE49-F238E27FC236}">
                <a16:creationId xmlns:a16="http://schemas.microsoft.com/office/drawing/2014/main" id="{99CE9B90-BBC7-F162-7537-E01D60A33F39}"/>
              </a:ext>
            </a:extLst>
          </p:cNvPr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7056438" y="2557463"/>
            <a:ext cx="1295400" cy="439737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200">
                <a:latin typeface="Courier New" panose="02070309020205020404" pitchFamily="49" charset="0"/>
              </a:rPr>
              <a:t>null</a:t>
            </a:r>
            <a:endParaRPr lang="en-US" altLang="en-US"/>
          </a:p>
        </p:txBody>
      </p:sp>
      <p:sp>
        <p:nvSpPr>
          <p:cNvPr id="48137" name="TextBox 95">
            <a:extLst>
              <a:ext uri="{FF2B5EF4-FFF2-40B4-BE49-F238E27FC236}">
                <a16:creationId xmlns:a16="http://schemas.microsoft.com/office/drawing/2014/main" id="{C7650BBF-2573-40A8-D86E-360AEA2440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06600" y="2187575"/>
            <a:ext cx="12954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2000"/>
              <a:t>[0]</a:t>
            </a:r>
          </a:p>
        </p:txBody>
      </p:sp>
      <p:sp>
        <p:nvSpPr>
          <p:cNvPr id="48138" name="TextBox 96">
            <a:extLst>
              <a:ext uri="{FF2B5EF4-FFF2-40B4-BE49-F238E27FC236}">
                <a16:creationId xmlns:a16="http://schemas.microsoft.com/office/drawing/2014/main" id="{4AB0B9BE-22E1-8E0D-4B81-ABC9EDDF0E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02000" y="2178050"/>
            <a:ext cx="1295400" cy="401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2000"/>
              <a:t>[1]</a:t>
            </a:r>
          </a:p>
        </p:txBody>
      </p:sp>
      <p:sp>
        <p:nvSpPr>
          <p:cNvPr id="48139" name="TextBox 97">
            <a:extLst>
              <a:ext uri="{FF2B5EF4-FFF2-40B4-BE49-F238E27FC236}">
                <a16:creationId xmlns:a16="http://schemas.microsoft.com/office/drawing/2014/main" id="{38F1A577-0067-BB8F-B876-A3516824C7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62475" y="2197100"/>
            <a:ext cx="12954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2000"/>
              <a:t>[2]</a:t>
            </a:r>
          </a:p>
        </p:txBody>
      </p:sp>
      <p:sp>
        <p:nvSpPr>
          <p:cNvPr id="48140" name="TextBox 98">
            <a:extLst>
              <a:ext uri="{FF2B5EF4-FFF2-40B4-BE49-F238E27FC236}">
                <a16:creationId xmlns:a16="http://schemas.microsoft.com/office/drawing/2014/main" id="{D7680A0F-4A4E-C47B-E787-9B62BE82D9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75338" y="2185988"/>
            <a:ext cx="12954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2000"/>
              <a:t>[3]</a:t>
            </a:r>
          </a:p>
        </p:txBody>
      </p:sp>
      <p:sp>
        <p:nvSpPr>
          <p:cNvPr id="48141" name="TextBox 99">
            <a:extLst>
              <a:ext uri="{FF2B5EF4-FFF2-40B4-BE49-F238E27FC236}">
                <a16:creationId xmlns:a16="http://schemas.microsoft.com/office/drawing/2014/main" id="{2245D4A0-C6A9-43A4-A722-A8E93D20F8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53275" y="2198688"/>
            <a:ext cx="12954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2000"/>
              <a:t>[4]</a:t>
            </a:r>
          </a:p>
        </p:txBody>
      </p:sp>
      <p:sp>
        <p:nvSpPr>
          <p:cNvPr id="52" name="Rectangular Callout 51">
            <a:extLst>
              <a:ext uri="{FF2B5EF4-FFF2-40B4-BE49-F238E27FC236}">
                <a16:creationId xmlns:a16="http://schemas.microsoft.com/office/drawing/2014/main" id="{8B76F3F4-8D21-2260-05AA-DB1373C0773E}"/>
              </a:ext>
            </a:extLst>
          </p:cNvPr>
          <p:cNvSpPr/>
          <p:nvPr/>
        </p:nvSpPr>
        <p:spPr>
          <a:xfrm>
            <a:off x="442913" y="2590800"/>
            <a:ext cx="1295400" cy="425450"/>
          </a:xfrm>
          <a:prstGeom prst="wedgeRectCallout">
            <a:avLst>
              <a:gd name="adj1" fmla="val 59185"/>
              <a:gd name="adj2" fmla="val -238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/>
              <a:t>Before</a:t>
            </a:r>
          </a:p>
        </p:txBody>
      </p:sp>
      <p:sp>
        <p:nvSpPr>
          <p:cNvPr id="56" name="Rectangular Callout 55">
            <a:extLst>
              <a:ext uri="{FF2B5EF4-FFF2-40B4-BE49-F238E27FC236}">
                <a16:creationId xmlns:a16="http://schemas.microsoft.com/office/drawing/2014/main" id="{1FD6E14B-9669-DBE3-311E-9094B11750CA}"/>
              </a:ext>
            </a:extLst>
          </p:cNvPr>
          <p:cNvSpPr/>
          <p:nvPr/>
        </p:nvSpPr>
        <p:spPr>
          <a:xfrm>
            <a:off x="479425" y="1887538"/>
            <a:ext cx="1444625" cy="400050"/>
          </a:xfrm>
          <a:prstGeom prst="wedgeRectCallout">
            <a:avLst>
              <a:gd name="adj1" fmla="val 51882"/>
              <a:gd name="adj2" fmla="val 11696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/>
              <a:t>Top=0</a:t>
            </a:r>
          </a:p>
        </p:txBody>
      </p:sp>
      <p:sp>
        <p:nvSpPr>
          <p:cNvPr id="48144" name="Text Box 6">
            <a:extLst>
              <a:ext uri="{FF2B5EF4-FFF2-40B4-BE49-F238E27FC236}">
                <a16:creationId xmlns:a16="http://schemas.microsoft.com/office/drawing/2014/main" id="{10EBDFBE-EB21-89DB-D72B-99DBCE562AEE}"/>
              </a:ext>
            </a:extLst>
          </p:cNvPr>
          <p:cNvSpPr txBox="1"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4429125" y="4019550"/>
            <a:ext cx="1295400" cy="461963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endParaRPr lang="en-US" altLang="en-US"/>
          </a:p>
        </p:txBody>
      </p:sp>
      <p:sp>
        <p:nvSpPr>
          <p:cNvPr id="48145" name="Text Box 8">
            <a:extLst>
              <a:ext uri="{FF2B5EF4-FFF2-40B4-BE49-F238E27FC236}">
                <a16:creationId xmlns:a16="http://schemas.microsoft.com/office/drawing/2014/main" id="{CCC21887-036E-6890-85A0-2039ED481A64}"/>
              </a:ext>
            </a:extLst>
          </p:cNvPr>
          <p:cNvSpPr txBox="1">
            <a:spLocks noChangeArrowheads="1"/>
          </p:cNvSpPr>
          <p:nvPr>
            <p:custDataLst>
              <p:tags r:id="rId8"/>
            </p:custDataLst>
          </p:nvPr>
        </p:nvSpPr>
        <p:spPr bwMode="auto">
          <a:xfrm>
            <a:off x="3133725" y="4019550"/>
            <a:ext cx="1295400" cy="461963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endParaRPr lang="en-US" altLang="en-US"/>
          </a:p>
        </p:txBody>
      </p:sp>
      <p:sp>
        <p:nvSpPr>
          <p:cNvPr id="48146" name="Text Box 9">
            <a:extLst>
              <a:ext uri="{FF2B5EF4-FFF2-40B4-BE49-F238E27FC236}">
                <a16:creationId xmlns:a16="http://schemas.microsoft.com/office/drawing/2014/main" id="{A3E89721-832D-71F5-610F-02752E3A65E4}"/>
              </a:ext>
            </a:extLst>
          </p:cNvPr>
          <p:cNvSpPr txBox="1">
            <a:spLocks noChangeArrowheads="1"/>
          </p:cNvSpPr>
          <p:nvPr>
            <p:custDataLst>
              <p:tags r:id="rId9"/>
            </p:custDataLst>
          </p:nvPr>
        </p:nvSpPr>
        <p:spPr bwMode="auto">
          <a:xfrm>
            <a:off x="1838325" y="4019550"/>
            <a:ext cx="1295400" cy="4318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200">
                <a:latin typeface="Courier New" panose="02070309020205020404" pitchFamily="49" charset="0"/>
              </a:rPr>
              <a:t> </a:t>
            </a:r>
            <a:endParaRPr lang="en-US" altLang="en-US"/>
          </a:p>
        </p:txBody>
      </p:sp>
      <p:sp>
        <p:nvSpPr>
          <p:cNvPr id="48147" name="Text Box 10">
            <a:extLst>
              <a:ext uri="{FF2B5EF4-FFF2-40B4-BE49-F238E27FC236}">
                <a16:creationId xmlns:a16="http://schemas.microsoft.com/office/drawing/2014/main" id="{1EE0F101-F59A-AF12-2892-10E842CF7275}"/>
              </a:ext>
            </a:extLst>
          </p:cNvPr>
          <p:cNvSpPr txBox="1">
            <a:spLocks noChangeArrowheads="1"/>
          </p:cNvSpPr>
          <p:nvPr>
            <p:custDataLst>
              <p:tags r:id="rId10"/>
            </p:custDataLst>
          </p:nvPr>
        </p:nvSpPr>
        <p:spPr bwMode="auto">
          <a:xfrm>
            <a:off x="5724525" y="4019550"/>
            <a:ext cx="1295400" cy="461963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endParaRPr lang="en-US" altLang="en-US"/>
          </a:p>
        </p:txBody>
      </p:sp>
      <p:sp>
        <p:nvSpPr>
          <p:cNvPr id="48148" name="Text Box 10">
            <a:extLst>
              <a:ext uri="{FF2B5EF4-FFF2-40B4-BE49-F238E27FC236}">
                <a16:creationId xmlns:a16="http://schemas.microsoft.com/office/drawing/2014/main" id="{2E006771-984B-C6FD-3D82-919879CC0CD3}"/>
              </a:ext>
            </a:extLst>
          </p:cNvPr>
          <p:cNvSpPr txBox="1">
            <a:spLocks noChangeArrowheads="1"/>
          </p:cNvSpPr>
          <p:nvPr>
            <p:custDataLst>
              <p:tags r:id="rId11"/>
            </p:custDataLst>
          </p:nvPr>
        </p:nvSpPr>
        <p:spPr bwMode="auto">
          <a:xfrm>
            <a:off x="7019925" y="4019550"/>
            <a:ext cx="1295400" cy="439738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200">
                <a:latin typeface="Courier New" panose="02070309020205020404" pitchFamily="49" charset="0"/>
              </a:rPr>
              <a:t>null</a:t>
            </a:r>
            <a:endParaRPr lang="en-US" altLang="en-US"/>
          </a:p>
        </p:txBody>
      </p:sp>
      <p:sp>
        <p:nvSpPr>
          <p:cNvPr id="48149" name="TextBox 66">
            <a:extLst>
              <a:ext uri="{FF2B5EF4-FFF2-40B4-BE49-F238E27FC236}">
                <a16:creationId xmlns:a16="http://schemas.microsoft.com/office/drawing/2014/main" id="{B17347F9-F4D0-EDDF-20E5-7F913DB398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70088" y="3649663"/>
            <a:ext cx="12954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2000"/>
              <a:t>[0]</a:t>
            </a:r>
          </a:p>
        </p:txBody>
      </p:sp>
      <p:sp>
        <p:nvSpPr>
          <p:cNvPr id="48150" name="TextBox 67">
            <a:extLst>
              <a:ext uri="{FF2B5EF4-FFF2-40B4-BE49-F238E27FC236}">
                <a16:creationId xmlns:a16="http://schemas.microsoft.com/office/drawing/2014/main" id="{B9383CD7-0B70-D89A-2F2B-77EADB25CC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65488" y="3641725"/>
            <a:ext cx="12954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2000"/>
              <a:t>[1]</a:t>
            </a:r>
          </a:p>
        </p:txBody>
      </p:sp>
      <p:sp>
        <p:nvSpPr>
          <p:cNvPr id="48151" name="TextBox 68">
            <a:extLst>
              <a:ext uri="{FF2B5EF4-FFF2-40B4-BE49-F238E27FC236}">
                <a16:creationId xmlns:a16="http://schemas.microsoft.com/office/drawing/2014/main" id="{C9DFCE44-BC1C-628F-BDB5-2F3EA7A255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25963" y="3659188"/>
            <a:ext cx="12954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2000"/>
              <a:t>[2]</a:t>
            </a:r>
          </a:p>
        </p:txBody>
      </p:sp>
      <p:sp>
        <p:nvSpPr>
          <p:cNvPr id="48152" name="TextBox 69">
            <a:extLst>
              <a:ext uri="{FF2B5EF4-FFF2-40B4-BE49-F238E27FC236}">
                <a16:creationId xmlns:a16="http://schemas.microsoft.com/office/drawing/2014/main" id="{725C6A73-37B5-F0A3-FC3C-58435C41F6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38825" y="3648075"/>
            <a:ext cx="12954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2000"/>
              <a:t>[3]</a:t>
            </a:r>
          </a:p>
        </p:txBody>
      </p:sp>
      <p:sp>
        <p:nvSpPr>
          <p:cNvPr id="48153" name="TextBox 70">
            <a:extLst>
              <a:ext uri="{FF2B5EF4-FFF2-40B4-BE49-F238E27FC236}">
                <a16:creationId xmlns:a16="http://schemas.microsoft.com/office/drawing/2014/main" id="{76ACACC7-D012-F5A8-E09F-1D96DC6801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16763" y="3660775"/>
            <a:ext cx="12954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2000"/>
              <a:t>[4]</a:t>
            </a:r>
          </a:p>
        </p:txBody>
      </p:sp>
      <p:sp>
        <p:nvSpPr>
          <p:cNvPr id="72" name="Rectangular Callout 71">
            <a:extLst>
              <a:ext uri="{FF2B5EF4-FFF2-40B4-BE49-F238E27FC236}">
                <a16:creationId xmlns:a16="http://schemas.microsoft.com/office/drawing/2014/main" id="{86E811D5-3C35-0866-6241-49127EB8A278}"/>
              </a:ext>
            </a:extLst>
          </p:cNvPr>
          <p:cNvSpPr/>
          <p:nvPr/>
        </p:nvSpPr>
        <p:spPr>
          <a:xfrm>
            <a:off x="406400" y="4054475"/>
            <a:ext cx="1295400" cy="423863"/>
          </a:xfrm>
          <a:prstGeom prst="wedgeRectCallout">
            <a:avLst>
              <a:gd name="adj1" fmla="val 59185"/>
              <a:gd name="adj2" fmla="val -238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/>
              <a:t>After</a:t>
            </a:r>
          </a:p>
        </p:txBody>
      </p:sp>
      <p:sp>
        <p:nvSpPr>
          <p:cNvPr id="73" name="Rectangular Callout 72">
            <a:extLst>
              <a:ext uri="{FF2B5EF4-FFF2-40B4-BE49-F238E27FC236}">
                <a16:creationId xmlns:a16="http://schemas.microsoft.com/office/drawing/2014/main" id="{AC486742-0BA8-8A9C-0FD2-3CA8CD611452}"/>
              </a:ext>
            </a:extLst>
          </p:cNvPr>
          <p:cNvSpPr/>
          <p:nvPr/>
        </p:nvSpPr>
        <p:spPr>
          <a:xfrm>
            <a:off x="442913" y="3351213"/>
            <a:ext cx="1444625" cy="400050"/>
          </a:xfrm>
          <a:prstGeom prst="wedgeRectCallout">
            <a:avLst>
              <a:gd name="adj1" fmla="val 51882"/>
              <a:gd name="adj2" fmla="val 11696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/>
              <a:t>Top=-1</a:t>
            </a:r>
          </a:p>
        </p:txBody>
      </p:sp>
    </p:spTree>
    <p:custDataLst>
      <p:tags r:id="rId1"/>
    </p:custData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486036-D0BD-C23E-E5D1-420B036C74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68288"/>
            <a:ext cx="9144000" cy="1325562"/>
          </a:xfrm>
          <a:solidFill>
            <a:srgbClr val="002060">
              <a:alpha val="90000"/>
            </a:srgbClr>
          </a:solidFill>
          <a:ln>
            <a:solidFill>
              <a:srgbClr val="002060"/>
            </a:solidFill>
          </a:ln>
        </p:spPr>
        <p:txBody>
          <a:bodyPr>
            <a:normAutofit fontScale="90000"/>
          </a:bodyPr>
          <a:lstStyle/>
          <a:p>
            <a:pPr algn="ctr" eaLnBrk="1" hangingPunct="1">
              <a:defRPr/>
            </a:pPr>
            <a:r>
              <a:rPr lang="en-US" sz="4000" b="1" dirty="0">
                <a:solidFill>
                  <a:schemeClr val="bg1"/>
                </a:solidFill>
              </a:rPr>
              <a:t>What happens if we continue removing elements from the stack?</a:t>
            </a:r>
          </a:p>
        </p:txBody>
      </p:sp>
      <p:sp>
        <p:nvSpPr>
          <p:cNvPr id="50178" name="AutoShape 2" descr="Image result for zju logo">
            <a:extLst>
              <a:ext uri="{FF2B5EF4-FFF2-40B4-BE49-F238E27FC236}">
                <a16:creationId xmlns:a16="http://schemas.microsoft.com/office/drawing/2014/main" id="{777D7E5F-C70B-7CFA-C186-557D89CA1F4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50179" name="AutoShape 4" descr="Image result for zju logo">
            <a:extLst>
              <a:ext uri="{FF2B5EF4-FFF2-40B4-BE49-F238E27FC236}">
                <a16:creationId xmlns:a16="http://schemas.microsoft.com/office/drawing/2014/main" id="{D2AD3723-C4B4-2A12-0A34-6A4818C4AD8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07975" y="7938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50180" name="Text Box 6">
            <a:extLst>
              <a:ext uri="{FF2B5EF4-FFF2-40B4-BE49-F238E27FC236}">
                <a16:creationId xmlns:a16="http://schemas.microsoft.com/office/drawing/2014/main" id="{0D0ADD2F-6039-A15D-10B5-2F691864D6EA}"/>
              </a:ext>
            </a:extLst>
          </p:cNvPr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4465638" y="2557463"/>
            <a:ext cx="1295400" cy="461962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endParaRPr lang="en-US" altLang="en-US"/>
          </a:p>
        </p:txBody>
      </p:sp>
      <p:sp>
        <p:nvSpPr>
          <p:cNvPr id="50181" name="Text Box 8">
            <a:extLst>
              <a:ext uri="{FF2B5EF4-FFF2-40B4-BE49-F238E27FC236}">
                <a16:creationId xmlns:a16="http://schemas.microsoft.com/office/drawing/2014/main" id="{CFBC9B69-880D-F9FE-A0BB-E297C6F14E2C}"/>
              </a:ext>
            </a:extLst>
          </p:cNvPr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3170238" y="2557463"/>
            <a:ext cx="1295400" cy="461962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endParaRPr lang="en-US" altLang="en-US"/>
          </a:p>
        </p:txBody>
      </p:sp>
      <p:sp>
        <p:nvSpPr>
          <p:cNvPr id="50182" name="Text Box 9">
            <a:extLst>
              <a:ext uri="{FF2B5EF4-FFF2-40B4-BE49-F238E27FC236}">
                <a16:creationId xmlns:a16="http://schemas.microsoft.com/office/drawing/2014/main" id="{7CC92201-D332-DD69-E226-818FFC5AD0D0}"/>
              </a:ext>
            </a:extLst>
          </p:cNvPr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1874838" y="2557463"/>
            <a:ext cx="1295400" cy="4318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200">
                <a:latin typeface="Courier New" panose="02070309020205020404" pitchFamily="49" charset="0"/>
              </a:rPr>
              <a:t> A</a:t>
            </a:r>
            <a:endParaRPr lang="en-US" altLang="en-US"/>
          </a:p>
        </p:txBody>
      </p:sp>
      <p:sp>
        <p:nvSpPr>
          <p:cNvPr id="50183" name="Text Box 10">
            <a:extLst>
              <a:ext uri="{FF2B5EF4-FFF2-40B4-BE49-F238E27FC236}">
                <a16:creationId xmlns:a16="http://schemas.microsoft.com/office/drawing/2014/main" id="{E5A21E7F-C5F3-5A49-87C5-4E20A03F9383}"/>
              </a:ext>
            </a:extLst>
          </p:cNvPr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5761038" y="2557463"/>
            <a:ext cx="1295400" cy="461962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endParaRPr lang="en-US" altLang="en-US"/>
          </a:p>
        </p:txBody>
      </p:sp>
      <p:sp>
        <p:nvSpPr>
          <p:cNvPr id="50184" name="Text Box 10">
            <a:extLst>
              <a:ext uri="{FF2B5EF4-FFF2-40B4-BE49-F238E27FC236}">
                <a16:creationId xmlns:a16="http://schemas.microsoft.com/office/drawing/2014/main" id="{705CACC3-6594-7DF1-46A2-120A830059A5}"/>
              </a:ext>
            </a:extLst>
          </p:cNvPr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7056438" y="2557463"/>
            <a:ext cx="1295400" cy="439737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200">
                <a:latin typeface="Courier New" panose="02070309020205020404" pitchFamily="49" charset="0"/>
              </a:rPr>
              <a:t>null</a:t>
            </a:r>
            <a:endParaRPr lang="en-US" altLang="en-US"/>
          </a:p>
        </p:txBody>
      </p:sp>
      <p:sp>
        <p:nvSpPr>
          <p:cNvPr id="50185" name="TextBox 95">
            <a:extLst>
              <a:ext uri="{FF2B5EF4-FFF2-40B4-BE49-F238E27FC236}">
                <a16:creationId xmlns:a16="http://schemas.microsoft.com/office/drawing/2014/main" id="{8AE03BBE-A52B-BCEF-9B47-DCEC6ED1A2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06600" y="2187575"/>
            <a:ext cx="12954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2000"/>
              <a:t>[0]</a:t>
            </a:r>
          </a:p>
        </p:txBody>
      </p:sp>
      <p:sp>
        <p:nvSpPr>
          <p:cNvPr id="50186" name="TextBox 96">
            <a:extLst>
              <a:ext uri="{FF2B5EF4-FFF2-40B4-BE49-F238E27FC236}">
                <a16:creationId xmlns:a16="http://schemas.microsoft.com/office/drawing/2014/main" id="{ECF323A3-D096-2C47-4BCD-956EFCD591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02000" y="2178050"/>
            <a:ext cx="1295400" cy="401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2000"/>
              <a:t>[1]</a:t>
            </a:r>
          </a:p>
        </p:txBody>
      </p:sp>
      <p:sp>
        <p:nvSpPr>
          <p:cNvPr id="50187" name="TextBox 97">
            <a:extLst>
              <a:ext uri="{FF2B5EF4-FFF2-40B4-BE49-F238E27FC236}">
                <a16:creationId xmlns:a16="http://schemas.microsoft.com/office/drawing/2014/main" id="{57CCE9F3-3FD1-CB29-D71F-877483B10B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62475" y="2197100"/>
            <a:ext cx="12954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2000"/>
              <a:t>[2]</a:t>
            </a:r>
          </a:p>
        </p:txBody>
      </p:sp>
      <p:sp>
        <p:nvSpPr>
          <p:cNvPr id="50188" name="TextBox 98">
            <a:extLst>
              <a:ext uri="{FF2B5EF4-FFF2-40B4-BE49-F238E27FC236}">
                <a16:creationId xmlns:a16="http://schemas.microsoft.com/office/drawing/2014/main" id="{7E738598-95F7-DC93-7682-63D2B75319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75338" y="2185988"/>
            <a:ext cx="12954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2000"/>
              <a:t>[3]</a:t>
            </a:r>
          </a:p>
        </p:txBody>
      </p:sp>
      <p:sp>
        <p:nvSpPr>
          <p:cNvPr id="50189" name="TextBox 99">
            <a:extLst>
              <a:ext uri="{FF2B5EF4-FFF2-40B4-BE49-F238E27FC236}">
                <a16:creationId xmlns:a16="http://schemas.microsoft.com/office/drawing/2014/main" id="{8ED9F60D-99DC-098C-EDF4-CBA22F209B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53275" y="2198688"/>
            <a:ext cx="12954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2000"/>
              <a:t>[4]</a:t>
            </a:r>
          </a:p>
        </p:txBody>
      </p:sp>
      <p:sp>
        <p:nvSpPr>
          <p:cNvPr id="52" name="Rectangular Callout 51">
            <a:extLst>
              <a:ext uri="{FF2B5EF4-FFF2-40B4-BE49-F238E27FC236}">
                <a16:creationId xmlns:a16="http://schemas.microsoft.com/office/drawing/2014/main" id="{BAE7CC05-C5BE-6972-045F-7FE46442E5E0}"/>
              </a:ext>
            </a:extLst>
          </p:cNvPr>
          <p:cNvSpPr/>
          <p:nvPr/>
        </p:nvSpPr>
        <p:spPr>
          <a:xfrm>
            <a:off x="442913" y="2590800"/>
            <a:ext cx="1295400" cy="425450"/>
          </a:xfrm>
          <a:prstGeom prst="wedgeRectCallout">
            <a:avLst>
              <a:gd name="adj1" fmla="val 59185"/>
              <a:gd name="adj2" fmla="val -238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/>
              <a:t>Before</a:t>
            </a:r>
          </a:p>
        </p:txBody>
      </p:sp>
      <p:sp>
        <p:nvSpPr>
          <p:cNvPr id="56" name="Rectangular Callout 55">
            <a:extLst>
              <a:ext uri="{FF2B5EF4-FFF2-40B4-BE49-F238E27FC236}">
                <a16:creationId xmlns:a16="http://schemas.microsoft.com/office/drawing/2014/main" id="{4043F66B-418D-F1A6-2BCB-7FDD2A396AA2}"/>
              </a:ext>
            </a:extLst>
          </p:cNvPr>
          <p:cNvSpPr/>
          <p:nvPr/>
        </p:nvSpPr>
        <p:spPr>
          <a:xfrm>
            <a:off x="479425" y="1887538"/>
            <a:ext cx="1444625" cy="400050"/>
          </a:xfrm>
          <a:prstGeom prst="wedgeRectCallout">
            <a:avLst>
              <a:gd name="adj1" fmla="val 51882"/>
              <a:gd name="adj2" fmla="val 11696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/>
              <a:t>Top=0</a:t>
            </a:r>
          </a:p>
        </p:txBody>
      </p:sp>
      <p:sp>
        <p:nvSpPr>
          <p:cNvPr id="50192" name="Text Box 6">
            <a:extLst>
              <a:ext uri="{FF2B5EF4-FFF2-40B4-BE49-F238E27FC236}">
                <a16:creationId xmlns:a16="http://schemas.microsoft.com/office/drawing/2014/main" id="{F676C9DE-A5AD-804B-B3E9-DE315487D952}"/>
              </a:ext>
            </a:extLst>
          </p:cNvPr>
          <p:cNvSpPr txBox="1"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4429125" y="4019550"/>
            <a:ext cx="1295400" cy="461963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endParaRPr lang="en-US" altLang="en-US"/>
          </a:p>
        </p:txBody>
      </p:sp>
      <p:sp>
        <p:nvSpPr>
          <p:cNvPr id="50193" name="Text Box 8">
            <a:extLst>
              <a:ext uri="{FF2B5EF4-FFF2-40B4-BE49-F238E27FC236}">
                <a16:creationId xmlns:a16="http://schemas.microsoft.com/office/drawing/2014/main" id="{1914D9B9-60E7-A882-57BE-1DD8800DA812}"/>
              </a:ext>
            </a:extLst>
          </p:cNvPr>
          <p:cNvSpPr txBox="1">
            <a:spLocks noChangeArrowheads="1"/>
          </p:cNvSpPr>
          <p:nvPr>
            <p:custDataLst>
              <p:tags r:id="rId8"/>
            </p:custDataLst>
          </p:nvPr>
        </p:nvSpPr>
        <p:spPr bwMode="auto">
          <a:xfrm>
            <a:off x="3133725" y="4019550"/>
            <a:ext cx="1295400" cy="461963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endParaRPr lang="en-US" altLang="en-US"/>
          </a:p>
        </p:txBody>
      </p:sp>
      <p:sp>
        <p:nvSpPr>
          <p:cNvPr id="50194" name="Text Box 9">
            <a:extLst>
              <a:ext uri="{FF2B5EF4-FFF2-40B4-BE49-F238E27FC236}">
                <a16:creationId xmlns:a16="http://schemas.microsoft.com/office/drawing/2014/main" id="{5AD27B8A-19A3-96B5-AB54-46F070B7C109}"/>
              </a:ext>
            </a:extLst>
          </p:cNvPr>
          <p:cNvSpPr txBox="1">
            <a:spLocks noChangeArrowheads="1"/>
          </p:cNvSpPr>
          <p:nvPr>
            <p:custDataLst>
              <p:tags r:id="rId9"/>
            </p:custDataLst>
          </p:nvPr>
        </p:nvSpPr>
        <p:spPr bwMode="auto">
          <a:xfrm>
            <a:off x="1838325" y="4019550"/>
            <a:ext cx="1295400" cy="4318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200">
                <a:latin typeface="Courier New" panose="02070309020205020404" pitchFamily="49" charset="0"/>
              </a:rPr>
              <a:t> </a:t>
            </a:r>
            <a:endParaRPr lang="en-US" altLang="en-US"/>
          </a:p>
        </p:txBody>
      </p:sp>
      <p:sp>
        <p:nvSpPr>
          <p:cNvPr id="50195" name="Text Box 10">
            <a:extLst>
              <a:ext uri="{FF2B5EF4-FFF2-40B4-BE49-F238E27FC236}">
                <a16:creationId xmlns:a16="http://schemas.microsoft.com/office/drawing/2014/main" id="{A03A7C22-2A16-F66C-CC09-7BC32830BE52}"/>
              </a:ext>
            </a:extLst>
          </p:cNvPr>
          <p:cNvSpPr txBox="1">
            <a:spLocks noChangeArrowheads="1"/>
          </p:cNvSpPr>
          <p:nvPr>
            <p:custDataLst>
              <p:tags r:id="rId10"/>
            </p:custDataLst>
          </p:nvPr>
        </p:nvSpPr>
        <p:spPr bwMode="auto">
          <a:xfrm>
            <a:off x="5724525" y="4019550"/>
            <a:ext cx="1295400" cy="461963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endParaRPr lang="en-US" altLang="en-US"/>
          </a:p>
        </p:txBody>
      </p:sp>
      <p:sp>
        <p:nvSpPr>
          <p:cNvPr id="50196" name="Text Box 10">
            <a:extLst>
              <a:ext uri="{FF2B5EF4-FFF2-40B4-BE49-F238E27FC236}">
                <a16:creationId xmlns:a16="http://schemas.microsoft.com/office/drawing/2014/main" id="{16FFB982-6CF2-0BC7-6E9A-8E1D84049A55}"/>
              </a:ext>
            </a:extLst>
          </p:cNvPr>
          <p:cNvSpPr txBox="1">
            <a:spLocks noChangeArrowheads="1"/>
          </p:cNvSpPr>
          <p:nvPr>
            <p:custDataLst>
              <p:tags r:id="rId11"/>
            </p:custDataLst>
          </p:nvPr>
        </p:nvSpPr>
        <p:spPr bwMode="auto">
          <a:xfrm>
            <a:off x="7019925" y="4019550"/>
            <a:ext cx="1295400" cy="439738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200">
                <a:latin typeface="Courier New" panose="02070309020205020404" pitchFamily="49" charset="0"/>
              </a:rPr>
              <a:t>null</a:t>
            </a:r>
            <a:endParaRPr lang="en-US" altLang="en-US"/>
          </a:p>
        </p:txBody>
      </p:sp>
      <p:sp>
        <p:nvSpPr>
          <p:cNvPr id="50197" name="TextBox 66">
            <a:extLst>
              <a:ext uri="{FF2B5EF4-FFF2-40B4-BE49-F238E27FC236}">
                <a16:creationId xmlns:a16="http://schemas.microsoft.com/office/drawing/2014/main" id="{624E4F64-0F6B-DDF4-1FB8-248B0699D6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70088" y="3649663"/>
            <a:ext cx="12954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2000"/>
              <a:t>[0]</a:t>
            </a:r>
          </a:p>
        </p:txBody>
      </p:sp>
      <p:sp>
        <p:nvSpPr>
          <p:cNvPr id="50198" name="TextBox 67">
            <a:extLst>
              <a:ext uri="{FF2B5EF4-FFF2-40B4-BE49-F238E27FC236}">
                <a16:creationId xmlns:a16="http://schemas.microsoft.com/office/drawing/2014/main" id="{23B96973-A59B-46D9-FBCB-6F83116CE6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65488" y="3641725"/>
            <a:ext cx="12954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2000"/>
              <a:t>[1]</a:t>
            </a:r>
          </a:p>
        </p:txBody>
      </p:sp>
      <p:sp>
        <p:nvSpPr>
          <p:cNvPr id="50199" name="TextBox 68">
            <a:extLst>
              <a:ext uri="{FF2B5EF4-FFF2-40B4-BE49-F238E27FC236}">
                <a16:creationId xmlns:a16="http://schemas.microsoft.com/office/drawing/2014/main" id="{1596D8EA-6E81-ED2E-FA4B-478007BCE0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25963" y="3659188"/>
            <a:ext cx="12954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2000"/>
              <a:t>[2]</a:t>
            </a:r>
          </a:p>
        </p:txBody>
      </p:sp>
      <p:sp>
        <p:nvSpPr>
          <p:cNvPr id="50200" name="TextBox 69">
            <a:extLst>
              <a:ext uri="{FF2B5EF4-FFF2-40B4-BE49-F238E27FC236}">
                <a16:creationId xmlns:a16="http://schemas.microsoft.com/office/drawing/2014/main" id="{E2E733B5-BA13-4A8D-B6A7-5E725F0A64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38825" y="3648075"/>
            <a:ext cx="12954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2000"/>
              <a:t>[3]</a:t>
            </a:r>
          </a:p>
        </p:txBody>
      </p:sp>
      <p:sp>
        <p:nvSpPr>
          <p:cNvPr id="50201" name="TextBox 70">
            <a:extLst>
              <a:ext uri="{FF2B5EF4-FFF2-40B4-BE49-F238E27FC236}">
                <a16:creationId xmlns:a16="http://schemas.microsoft.com/office/drawing/2014/main" id="{421FE83A-835F-5E36-E16E-F0F158D52F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16763" y="3660775"/>
            <a:ext cx="12954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2000"/>
              <a:t>[4]</a:t>
            </a:r>
          </a:p>
        </p:txBody>
      </p:sp>
      <p:sp>
        <p:nvSpPr>
          <p:cNvPr id="72" name="Rectangular Callout 71">
            <a:extLst>
              <a:ext uri="{FF2B5EF4-FFF2-40B4-BE49-F238E27FC236}">
                <a16:creationId xmlns:a16="http://schemas.microsoft.com/office/drawing/2014/main" id="{428EB33F-640A-AF02-3DED-1D4D76559956}"/>
              </a:ext>
            </a:extLst>
          </p:cNvPr>
          <p:cNvSpPr/>
          <p:nvPr/>
        </p:nvSpPr>
        <p:spPr>
          <a:xfrm>
            <a:off x="406400" y="4054475"/>
            <a:ext cx="1295400" cy="423863"/>
          </a:xfrm>
          <a:prstGeom prst="wedgeRectCallout">
            <a:avLst>
              <a:gd name="adj1" fmla="val 59185"/>
              <a:gd name="adj2" fmla="val -238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/>
              <a:t>After</a:t>
            </a:r>
          </a:p>
        </p:txBody>
      </p:sp>
      <p:sp>
        <p:nvSpPr>
          <p:cNvPr id="73" name="Rectangular Callout 72">
            <a:extLst>
              <a:ext uri="{FF2B5EF4-FFF2-40B4-BE49-F238E27FC236}">
                <a16:creationId xmlns:a16="http://schemas.microsoft.com/office/drawing/2014/main" id="{2E9E828C-81F4-C5CD-E561-990E599F3091}"/>
              </a:ext>
            </a:extLst>
          </p:cNvPr>
          <p:cNvSpPr/>
          <p:nvPr/>
        </p:nvSpPr>
        <p:spPr>
          <a:xfrm>
            <a:off x="442913" y="3351213"/>
            <a:ext cx="1444625" cy="400050"/>
          </a:xfrm>
          <a:prstGeom prst="wedgeRectCallout">
            <a:avLst>
              <a:gd name="adj1" fmla="val 51882"/>
              <a:gd name="adj2" fmla="val 11696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/>
              <a:t>Top=-1</a:t>
            </a:r>
          </a:p>
        </p:txBody>
      </p:sp>
      <p:sp>
        <p:nvSpPr>
          <p:cNvPr id="30" name="Horizontal Scroll 29">
            <a:extLst>
              <a:ext uri="{FF2B5EF4-FFF2-40B4-BE49-F238E27FC236}">
                <a16:creationId xmlns:a16="http://schemas.microsoft.com/office/drawing/2014/main" id="{F4AC6095-2460-ACF3-69A1-D3A24D4D526B}"/>
              </a:ext>
            </a:extLst>
          </p:cNvPr>
          <p:cNvSpPr/>
          <p:nvPr/>
        </p:nvSpPr>
        <p:spPr>
          <a:xfrm>
            <a:off x="787400" y="4878388"/>
            <a:ext cx="7569200" cy="1474787"/>
          </a:xfrm>
          <a:prstGeom prst="horizontalScroll">
            <a:avLst/>
          </a:prstGeom>
          <a:ln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/>
          <a:lstStyle/>
          <a:p>
            <a:pPr algn="ctr">
              <a:defRPr/>
            </a:pPr>
            <a:r>
              <a:rPr lang="en-US" sz="3000" dirty="0">
                <a:solidFill>
                  <a:srgbClr val="800000"/>
                </a:solidFill>
              </a:rPr>
              <a:t>We cannot remove any more elements when top==-1</a:t>
            </a:r>
          </a:p>
        </p:txBody>
      </p:sp>
    </p:spTree>
    <p:custDataLst>
      <p:tags r:id="rId1"/>
    </p:custData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Title 1">
            <a:extLst>
              <a:ext uri="{FF2B5EF4-FFF2-40B4-BE49-F238E27FC236}">
                <a16:creationId xmlns:a16="http://schemas.microsoft.com/office/drawing/2014/main" id="{8254DCA6-240B-A983-9DEC-B59EA726FFBC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0" y="268288"/>
            <a:ext cx="9144000" cy="1325562"/>
          </a:xfrm>
          <a:solidFill>
            <a:srgbClr val="002060">
              <a:alpha val="90195"/>
            </a:srgbClr>
          </a:solidFill>
          <a:ln>
            <a:solidFill>
              <a:srgbClr val="00206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 eaLnBrk="1" hangingPunct="1"/>
            <a:r>
              <a:rPr lang="en-US" altLang="en-US" sz="4000" b="1">
                <a:solidFill>
                  <a:schemeClr val="bg1"/>
                </a:solidFill>
              </a:rPr>
              <a:t>What happens when the stack is full?</a:t>
            </a:r>
          </a:p>
        </p:txBody>
      </p:sp>
      <p:sp>
        <p:nvSpPr>
          <p:cNvPr id="52226" name="AutoShape 2" descr="Image result for zju logo">
            <a:extLst>
              <a:ext uri="{FF2B5EF4-FFF2-40B4-BE49-F238E27FC236}">
                <a16:creationId xmlns:a16="http://schemas.microsoft.com/office/drawing/2014/main" id="{53D7D669-00FC-B54D-1DC7-2F539E4F3E3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52227" name="AutoShape 4" descr="Image result for zju logo">
            <a:extLst>
              <a:ext uri="{FF2B5EF4-FFF2-40B4-BE49-F238E27FC236}">
                <a16:creationId xmlns:a16="http://schemas.microsoft.com/office/drawing/2014/main" id="{1739EBEB-9E2C-7853-679F-5EA18D01152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07975" y="7938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52228" name="Text Box 6">
            <a:extLst>
              <a:ext uri="{FF2B5EF4-FFF2-40B4-BE49-F238E27FC236}">
                <a16:creationId xmlns:a16="http://schemas.microsoft.com/office/drawing/2014/main" id="{10FFC0D0-5190-3E88-855E-7ACFE72B89CC}"/>
              </a:ext>
            </a:extLst>
          </p:cNvPr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4465638" y="2557463"/>
            <a:ext cx="1295400" cy="461962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/>
              <a:t>C</a:t>
            </a:r>
          </a:p>
        </p:txBody>
      </p:sp>
      <p:sp>
        <p:nvSpPr>
          <p:cNvPr id="52229" name="Text Box 8">
            <a:extLst>
              <a:ext uri="{FF2B5EF4-FFF2-40B4-BE49-F238E27FC236}">
                <a16:creationId xmlns:a16="http://schemas.microsoft.com/office/drawing/2014/main" id="{D8723CFA-6B2A-0694-B25C-4CB29EE8F3BD}"/>
              </a:ext>
            </a:extLst>
          </p:cNvPr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3170238" y="2557463"/>
            <a:ext cx="1295400" cy="461962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/>
              <a:t>B</a:t>
            </a:r>
          </a:p>
        </p:txBody>
      </p:sp>
      <p:sp>
        <p:nvSpPr>
          <p:cNvPr id="52230" name="Text Box 9">
            <a:extLst>
              <a:ext uri="{FF2B5EF4-FFF2-40B4-BE49-F238E27FC236}">
                <a16:creationId xmlns:a16="http://schemas.microsoft.com/office/drawing/2014/main" id="{ACEFC2A8-0367-B942-A2B5-4A7F7FAA2703}"/>
              </a:ext>
            </a:extLst>
          </p:cNvPr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1874838" y="2557463"/>
            <a:ext cx="1295400" cy="4318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200">
                <a:latin typeface="Courier New" panose="02070309020205020404" pitchFamily="49" charset="0"/>
              </a:rPr>
              <a:t> A</a:t>
            </a:r>
            <a:endParaRPr lang="en-US" altLang="en-US"/>
          </a:p>
        </p:txBody>
      </p:sp>
      <p:sp>
        <p:nvSpPr>
          <p:cNvPr id="52231" name="Text Box 10">
            <a:extLst>
              <a:ext uri="{FF2B5EF4-FFF2-40B4-BE49-F238E27FC236}">
                <a16:creationId xmlns:a16="http://schemas.microsoft.com/office/drawing/2014/main" id="{0272B208-EE12-7562-65C2-79F323A839E9}"/>
              </a:ext>
            </a:extLst>
          </p:cNvPr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5761038" y="2557463"/>
            <a:ext cx="1295400" cy="461962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/>
              <a:t>D</a:t>
            </a:r>
          </a:p>
        </p:txBody>
      </p:sp>
      <p:sp>
        <p:nvSpPr>
          <p:cNvPr id="52232" name="Text Box 10">
            <a:extLst>
              <a:ext uri="{FF2B5EF4-FFF2-40B4-BE49-F238E27FC236}">
                <a16:creationId xmlns:a16="http://schemas.microsoft.com/office/drawing/2014/main" id="{6E278F2C-D3F8-D516-5564-3D060CA8038B}"/>
              </a:ext>
            </a:extLst>
          </p:cNvPr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7056438" y="2557463"/>
            <a:ext cx="1295400" cy="439737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200">
                <a:latin typeface="Courier New" panose="02070309020205020404" pitchFamily="49" charset="0"/>
              </a:rPr>
              <a:t>E</a:t>
            </a:r>
            <a:endParaRPr lang="en-US" altLang="en-US"/>
          </a:p>
        </p:txBody>
      </p:sp>
      <p:sp>
        <p:nvSpPr>
          <p:cNvPr id="52233" name="TextBox 95">
            <a:extLst>
              <a:ext uri="{FF2B5EF4-FFF2-40B4-BE49-F238E27FC236}">
                <a16:creationId xmlns:a16="http://schemas.microsoft.com/office/drawing/2014/main" id="{19DF7AFA-CF3C-5218-6864-7F9A7F7780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06600" y="2187575"/>
            <a:ext cx="12954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2000"/>
              <a:t>[0]</a:t>
            </a:r>
          </a:p>
        </p:txBody>
      </p:sp>
      <p:sp>
        <p:nvSpPr>
          <p:cNvPr id="52234" name="TextBox 96">
            <a:extLst>
              <a:ext uri="{FF2B5EF4-FFF2-40B4-BE49-F238E27FC236}">
                <a16:creationId xmlns:a16="http://schemas.microsoft.com/office/drawing/2014/main" id="{D9ED222B-B0C5-E8DA-87B3-E72CAA3185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02000" y="2178050"/>
            <a:ext cx="1295400" cy="401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2000"/>
              <a:t>[1]</a:t>
            </a:r>
          </a:p>
        </p:txBody>
      </p:sp>
      <p:sp>
        <p:nvSpPr>
          <p:cNvPr id="52235" name="TextBox 97">
            <a:extLst>
              <a:ext uri="{FF2B5EF4-FFF2-40B4-BE49-F238E27FC236}">
                <a16:creationId xmlns:a16="http://schemas.microsoft.com/office/drawing/2014/main" id="{0121AF97-5131-9743-D0A4-C0DC926AFA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62475" y="2197100"/>
            <a:ext cx="12954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2000"/>
              <a:t>[2]</a:t>
            </a:r>
          </a:p>
        </p:txBody>
      </p:sp>
      <p:sp>
        <p:nvSpPr>
          <p:cNvPr id="52236" name="TextBox 98">
            <a:extLst>
              <a:ext uri="{FF2B5EF4-FFF2-40B4-BE49-F238E27FC236}">
                <a16:creationId xmlns:a16="http://schemas.microsoft.com/office/drawing/2014/main" id="{9BF60C96-7C47-E168-8E75-00EF5C89BC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75338" y="2185988"/>
            <a:ext cx="12954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2000"/>
              <a:t>[3]</a:t>
            </a:r>
          </a:p>
        </p:txBody>
      </p:sp>
      <p:sp>
        <p:nvSpPr>
          <p:cNvPr id="52237" name="TextBox 99">
            <a:extLst>
              <a:ext uri="{FF2B5EF4-FFF2-40B4-BE49-F238E27FC236}">
                <a16:creationId xmlns:a16="http://schemas.microsoft.com/office/drawing/2014/main" id="{5A1EB196-AD00-BD08-A9B9-41AEED8E11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53275" y="2198688"/>
            <a:ext cx="12954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2000"/>
              <a:t>[4]</a:t>
            </a:r>
          </a:p>
        </p:txBody>
      </p:sp>
      <p:sp>
        <p:nvSpPr>
          <p:cNvPr id="56" name="Rectangular Callout 55">
            <a:extLst>
              <a:ext uri="{FF2B5EF4-FFF2-40B4-BE49-F238E27FC236}">
                <a16:creationId xmlns:a16="http://schemas.microsoft.com/office/drawing/2014/main" id="{A51953DA-9B2E-9072-9B2C-8AE792B5F673}"/>
              </a:ext>
            </a:extLst>
          </p:cNvPr>
          <p:cNvSpPr/>
          <p:nvPr/>
        </p:nvSpPr>
        <p:spPr>
          <a:xfrm>
            <a:off x="479425" y="1887538"/>
            <a:ext cx="1444625" cy="400050"/>
          </a:xfrm>
          <a:prstGeom prst="wedgeRectCallout">
            <a:avLst>
              <a:gd name="adj1" fmla="val 51882"/>
              <a:gd name="adj2" fmla="val 11696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/>
              <a:t>Top=?</a:t>
            </a:r>
          </a:p>
        </p:txBody>
      </p:sp>
    </p:spTree>
    <p:custDataLst>
      <p:tags r:id="rId1"/>
    </p:custData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1">
            <a:extLst>
              <a:ext uri="{FF2B5EF4-FFF2-40B4-BE49-F238E27FC236}">
                <a16:creationId xmlns:a16="http://schemas.microsoft.com/office/drawing/2014/main" id="{6E99F326-6353-DF11-B41D-86067CDA002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Data Structures: A Pseudocode Approach with C</a:t>
            </a:r>
          </a:p>
        </p:txBody>
      </p:sp>
      <p:sp>
        <p:nvSpPr>
          <p:cNvPr id="8" name="Slide Number Placeholder 2">
            <a:extLst>
              <a:ext uri="{FF2B5EF4-FFF2-40B4-BE49-F238E27FC236}">
                <a16:creationId xmlns:a16="http://schemas.microsoft.com/office/drawing/2014/main" id="{29691AB7-CBF0-360B-E5A1-C62DB742943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0D2CA5F-BD74-A245-9BDA-1F081EFB5CD4}" type="slidenum">
              <a:rPr lang="en-US" altLang="en-US"/>
              <a:pPr>
                <a:defRPr/>
              </a:pPr>
              <a:t>27</a:t>
            </a:fld>
            <a:endParaRPr lang="en-US" altLang="en-US"/>
          </a:p>
        </p:txBody>
      </p:sp>
      <p:sp>
        <p:nvSpPr>
          <p:cNvPr id="54275" name="Rectangle 2">
            <a:extLst>
              <a:ext uri="{FF2B5EF4-FFF2-40B4-BE49-F238E27FC236}">
                <a16:creationId xmlns:a16="http://schemas.microsoft.com/office/drawing/2014/main" id="{98BA9183-F329-C45A-CC46-0EAAB1A245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1371600"/>
          </a:xfrm>
          <a:prstGeom prst="rect">
            <a:avLst/>
          </a:prstGeom>
          <a:solidFill>
            <a:schemeClr val="bg1">
              <a:alpha val="50195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endParaRPr lang="en-US" altLang="en-US"/>
          </a:p>
        </p:txBody>
      </p:sp>
      <p:sp>
        <p:nvSpPr>
          <p:cNvPr id="54276" name="Text Box 3">
            <a:extLst>
              <a:ext uri="{FF2B5EF4-FFF2-40B4-BE49-F238E27FC236}">
                <a16:creationId xmlns:a16="http://schemas.microsoft.com/office/drawing/2014/main" id="{BA34D404-EE57-21D1-D06B-78EEE79487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354013"/>
            <a:ext cx="848995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3600">
                <a:latin typeface="Arial" panose="020B0604020202020204" pitchFamily="34" charset="0"/>
              </a:rPr>
              <a:t>3-2   Stack Linked List Implementation</a:t>
            </a:r>
          </a:p>
        </p:txBody>
      </p:sp>
      <p:sp>
        <p:nvSpPr>
          <p:cNvPr id="54277" name="Text Box 5">
            <a:extLst>
              <a:ext uri="{FF2B5EF4-FFF2-40B4-BE49-F238E27FC236}">
                <a16:creationId xmlns:a16="http://schemas.microsoft.com/office/drawing/2014/main" id="{06B8D21B-DFD1-85C6-09D8-1269918FBE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9600" y="6400800"/>
            <a:ext cx="1841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 sz="1800"/>
          </a:p>
        </p:txBody>
      </p:sp>
      <p:sp>
        <p:nvSpPr>
          <p:cNvPr id="569352" name="Rectangle 8">
            <a:extLst>
              <a:ext uri="{FF2B5EF4-FFF2-40B4-BE49-F238E27FC236}">
                <a16:creationId xmlns:a16="http://schemas.microsoft.com/office/drawing/2014/main" id="{C7015682-7AD6-1B2C-246B-D2C24AFCF1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52575"/>
            <a:ext cx="8305800" cy="1373188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lang="en-US" altLang="en-US" sz="2800" i="1">
                <a:effectLst>
                  <a:outerShdw blurRad="38100" dist="38100" dir="2700000" algn="tl">
                    <a:srgbClr val="C0C0C0"/>
                  </a:outerShdw>
                </a:effectLst>
              </a:rPr>
              <a:t>In this section we present a linked-list design for a stack. After developing the data structures, we write pseudocode algorithms for the stack ADT.</a:t>
            </a:r>
          </a:p>
        </p:txBody>
      </p:sp>
      <p:sp>
        <p:nvSpPr>
          <p:cNvPr id="54279" name="Rectangle 9">
            <a:extLst>
              <a:ext uri="{FF2B5EF4-FFF2-40B4-BE49-F238E27FC236}">
                <a16:creationId xmlns:a16="http://schemas.microsoft.com/office/drawing/2014/main" id="{0019D208-ACF8-8DB1-309B-89B947535E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3335338"/>
            <a:ext cx="4572000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buFontTx/>
              <a:buChar char="•"/>
            </a:pPr>
            <a:r>
              <a:rPr lang="fr-FR" altLang="en-US" sz="2800">
                <a:solidFill>
                  <a:schemeClr val="folHlink"/>
                </a:solidFill>
              </a:rPr>
              <a:t> Data Structure</a:t>
            </a:r>
          </a:p>
          <a:p>
            <a:pPr>
              <a:buFontTx/>
              <a:buChar char="•"/>
            </a:pPr>
            <a:r>
              <a:rPr lang="fr-FR" altLang="en-US" sz="2800">
                <a:solidFill>
                  <a:schemeClr val="folHlink"/>
                </a:solidFill>
              </a:rPr>
              <a:t> Algorithms</a:t>
            </a:r>
            <a:endParaRPr lang="en-US" altLang="en-US" sz="2800">
              <a:solidFill>
                <a:schemeClr val="folHlink"/>
              </a:solidFill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1">
            <a:extLst>
              <a:ext uri="{FF2B5EF4-FFF2-40B4-BE49-F238E27FC236}">
                <a16:creationId xmlns:a16="http://schemas.microsoft.com/office/drawing/2014/main" id="{5CE4AF16-7EE1-A2F4-B5AE-2CC5A05620E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Data Structures: A Pseudocode Approach with C</a:t>
            </a:r>
          </a:p>
        </p:txBody>
      </p:sp>
      <p:sp>
        <p:nvSpPr>
          <p:cNvPr id="4" name="Slide Number Placeholder 2">
            <a:extLst>
              <a:ext uri="{FF2B5EF4-FFF2-40B4-BE49-F238E27FC236}">
                <a16:creationId xmlns:a16="http://schemas.microsoft.com/office/drawing/2014/main" id="{5BF0436D-DFF8-4CAF-0B4C-99038D2ACF4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E0AF93BB-44AE-314A-9A8E-BD124EDB2D45}" type="slidenum">
              <a:rPr lang="en-US" altLang="en-US"/>
              <a:pPr>
                <a:defRPr/>
              </a:pPr>
              <a:t>28</a:t>
            </a:fld>
            <a:endParaRPr lang="en-US" altLang="en-US"/>
          </a:p>
        </p:txBody>
      </p:sp>
      <p:pic>
        <p:nvPicPr>
          <p:cNvPr id="55299" name="Picture 12">
            <a:extLst>
              <a:ext uri="{FF2B5EF4-FFF2-40B4-BE49-F238E27FC236}">
                <a16:creationId xmlns:a16="http://schemas.microsoft.com/office/drawing/2014/main" id="{4BA9FDCD-4AE7-FFB4-F054-938B14464F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4813" y="1828800"/>
            <a:ext cx="8358187" cy="3295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1">
            <a:extLst>
              <a:ext uri="{FF2B5EF4-FFF2-40B4-BE49-F238E27FC236}">
                <a16:creationId xmlns:a16="http://schemas.microsoft.com/office/drawing/2014/main" id="{9C894CB2-C0D5-1746-97B6-BD12D07DC06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Data Structures: A Pseudocode Approach with C</a:t>
            </a:r>
          </a:p>
        </p:txBody>
      </p:sp>
      <p:sp>
        <p:nvSpPr>
          <p:cNvPr id="4" name="Slide Number Placeholder 2">
            <a:extLst>
              <a:ext uri="{FF2B5EF4-FFF2-40B4-BE49-F238E27FC236}">
                <a16:creationId xmlns:a16="http://schemas.microsoft.com/office/drawing/2014/main" id="{4A78BB6F-E889-4464-3EB3-2F98ACEB450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015576F-2FA9-6440-AE1E-943724E143DB}" type="slidenum">
              <a:rPr lang="en-US" altLang="en-US"/>
              <a:pPr>
                <a:defRPr/>
              </a:pPr>
              <a:t>29</a:t>
            </a:fld>
            <a:endParaRPr lang="en-US" altLang="en-US"/>
          </a:p>
        </p:txBody>
      </p:sp>
      <p:pic>
        <p:nvPicPr>
          <p:cNvPr id="56323" name="Picture 12">
            <a:extLst>
              <a:ext uri="{FF2B5EF4-FFF2-40B4-BE49-F238E27FC236}">
                <a16:creationId xmlns:a16="http://schemas.microsoft.com/office/drawing/2014/main" id="{E3475512-999C-225A-5544-0122473DCA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1676400"/>
            <a:ext cx="8534400" cy="3856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1">
            <a:extLst>
              <a:ext uri="{FF2B5EF4-FFF2-40B4-BE49-F238E27FC236}">
                <a16:creationId xmlns:a16="http://schemas.microsoft.com/office/drawing/2014/main" id="{5155B716-087E-1BD1-FCDC-6E5F16B86DD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Data Structures: A Pseudocode Approach with C</a:t>
            </a:r>
          </a:p>
        </p:txBody>
      </p:sp>
      <p:sp>
        <p:nvSpPr>
          <p:cNvPr id="4" name="Slide Number Placeholder 2">
            <a:extLst>
              <a:ext uri="{FF2B5EF4-FFF2-40B4-BE49-F238E27FC236}">
                <a16:creationId xmlns:a16="http://schemas.microsoft.com/office/drawing/2014/main" id="{00410AB7-CC1E-53D3-C82F-04086DC471F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397EA32-C595-C843-AAC0-17B48DE7DC85}" type="slidenum">
              <a:rPr lang="en-US" altLang="en-US"/>
              <a:pPr>
                <a:defRPr/>
              </a:pPr>
              <a:t>30</a:t>
            </a:fld>
            <a:endParaRPr lang="en-US" altLang="en-US"/>
          </a:p>
        </p:txBody>
      </p:sp>
      <p:pic>
        <p:nvPicPr>
          <p:cNvPr id="57347" name="Picture 12">
            <a:extLst>
              <a:ext uri="{FF2B5EF4-FFF2-40B4-BE49-F238E27FC236}">
                <a16:creationId xmlns:a16="http://schemas.microsoft.com/office/drawing/2014/main" id="{D551223F-F97C-5280-F0C0-093C3D7155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1348"/>
          <a:stretch>
            <a:fillRect/>
          </a:stretch>
        </p:blipFill>
        <p:spPr bwMode="auto">
          <a:xfrm>
            <a:off x="82550" y="2362200"/>
            <a:ext cx="7924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1">
            <a:extLst>
              <a:ext uri="{FF2B5EF4-FFF2-40B4-BE49-F238E27FC236}">
                <a16:creationId xmlns:a16="http://schemas.microsoft.com/office/drawing/2014/main" id="{5FF7BB38-5644-4152-B111-A8C2372C017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Data Structures: A Pseudocode Approach with C</a:t>
            </a:r>
          </a:p>
        </p:txBody>
      </p:sp>
      <p:sp>
        <p:nvSpPr>
          <p:cNvPr id="4" name="Slide Number Placeholder 2">
            <a:extLst>
              <a:ext uri="{FF2B5EF4-FFF2-40B4-BE49-F238E27FC236}">
                <a16:creationId xmlns:a16="http://schemas.microsoft.com/office/drawing/2014/main" id="{BF40733F-8B5F-56F6-B766-F44D4FC8751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92C7A8BB-7C2A-2349-B431-14E7BD0285F7}" type="slidenum">
              <a:rPr lang="en-US" altLang="en-US"/>
              <a:pPr>
                <a:defRPr/>
              </a:pPr>
              <a:t>31</a:t>
            </a:fld>
            <a:endParaRPr lang="en-US" altLang="en-US"/>
          </a:p>
        </p:txBody>
      </p:sp>
      <p:pic>
        <p:nvPicPr>
          <p:cNvPr id="58371" name="Picture 11">
            <a:extLst>
              <a:ext uri="{FF2B5EF4-FFF2-40B4-BE49-F238E27FC236}">
                <a16:creationId xmlns:a16="http://schemas.microsoft.com/office/drawing/2014/main" id="{4D466297-144A-2346-5B24-F0FA8AAB3D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8913" y="1295400"/>
            <a:ext cx="8726487" cy="4041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1">
            <a:extLst>
              <a:ext uri="{FF2B5EF4-FFF2-40B4-BE49-F238E27FC236}">
                <a16:creationId xmlns:a16="http://schemas.microsoft.com/office/drawing/2014/main" id="{97746653-6494-815C-8786-A93712BD9B8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Data Structures: A Pseudocode Approach with C</a:t>
            </a:r>
          </a:p>
        </p:txBody>
      </p:sp>
      <p:sp>
        <p:nvSpPr>
          <p:cNvPr id="4" name="Slide Number Placeholder 2">
            <a:extLst>
              <a:ext uri="{FF2B5EF4-FFF2-40B4-BE49-F238E27FC236}">
                <a16:creationId xmlns:a16="http://schemas.microsoft.com/office/drawing/2014/main" id="{8B92DB93-F153-8826-3C4A-006B6C23238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F825EDB-C65B-FB4E-AC00-C7B744861502}" type="slidenum">
              <a:rPr lang="en-US" altLang="en-US"/>
              <a:pPr>
                <a:defRPr/>
              </a:pPr>
              <a:t>32</a:t>
            </a:fld>
            <a:endParaRPr lang="en-US" altLang="en-US"/>
          </a:p>
        </p:txBody>
      </p:sp>
      <p:pic>
        <p:nvPicPr>
          <p:cNvPr id="59395" name="Picture 12">
            <a:extLst>
              <a:ext uri="{FF2B5EF4-FFF2-40B4-BE49-F238E27FC236}">
                <a16:creationId xmlns:a16="http://schemas.microsoft.com/office/drawing/2014/main" id="{ADA58800-62A3-0A97-3D9D-86EC81E0F4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5181"/>
          <a:stretch>
            <a:fillRect/>
          </a:stretch>
        </p:blipFill>
        <p:spPr bwMode="auto">
          <a:xfrm>
            <a:off x="457200" y="1524000"/>
            <a:ext cx="7924800" cy="213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1">
            <a:extLst>
              <a:ext uri="{FF2B5EF4-FFF2-40B4-BE49-F238E27FC236}">
                <a16:creationId xmlns:a16="http://schemas.microsoft.com/office/drawing/2014/main" id="{219819FE-070E-0A58-8BC3-E50C4C1C730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Data Structures: A Pseudocode Approach with C</a:t>
            </a:r>
          </a:p>
        </p:txBody>
      </p:sp>
      <p:sp>
        <p:nvSpPr>
          <p:cNvPr id="4" name="Slide Number Placeholder 2">
            <a:extLst>
              <a:ext uri="{FF2B5EF4-FFF2-40B4-BE49-F238E27FC236}">
                <a16:creationId xmlns:a16="http://schemas.microsoft.com/office/drawing/2014/main" id="{B58CF394-195B-E99B-A792-BA0B9D32AC1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C19D5506-29EF-B24E-9E30-4848D6E0C20F}" type="slidenum">
              <a:rPr lang="en-US" altLang="en-US"/>
              <a:pPr>
                <a:defRPr/>
              </a:pPr>
              <a:t>33</a:t>
            </a:fld>
            <a:endParaRPr lang="en-US" altLang="en-US"/>
          </a:p>
        </p:txBody>
      </p:sp>
      <p:pic>
        <p:nvPicPr>
          <p:cNvPr id="60419" name="Picture 11">
            <a:extLst>
              <a:ext uri="{FF2B5EF4-FFF2-40B4-BE49-F238E27FC236}">
                <a16:creationId xmlns:a16="http://schemas.microsoft.com/office/drawing/2014/main" id="{3752BC46-71CB-33CF-62E8-928ABB85F8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1143000"/>
            <a:ext cx="8382000" cy="4124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1">
            <a:extLst>
              <a:ext uri="{FF2B5EF4-FFF2-40B4-BE49-F238E27FC236}">
                <a16:creationId xmlns:a16="http://schemas.microsoft.com/office/drawing/2014/main" id="{F3B2E450-98F0-FFC7-CE1B-BE01F34EFFB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Data Structures: A Pseudocode Approach with C</a:t>
            </a:r>
          </a:p>
        </p:txBody>
      </p:sp>
      <p:sp>
        <p:nvSpPr>
          <p:cNvPr id="4" name="Slide Number Placeholder 2">
            <a:extLst>
              <a:ext uri="{FF2B5EF4-FFF2-40B4-BE49-F238E27FC236}">
                <a16:creationId xmlns:a16="http://schemas.microsoft.com/office/drawing/2014/main" id="{E74D75A4-F276-0484-3A21-8D5967687D5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C5AE3DC-7A82-6F4E-B5CA-31AE99438362}" type="slidenum">
              <a:rPr lang="en-US" altLang="en-US"/>
              <a:pPr>
                <a:defRPr/>
              </a:pPr>
              <a:t>34</a:t>
            </a:fld>
            <a:endParaRPr lang="en-US" altLang="en-US"/>
          </a:p>
        </p:txBody>
      </p:sp>
      <p:pic>
        <p:nvPicPr>
          <p:cNvPr id="61443" name="Picture 11">
            <a:extLst>
              <a:ext uri="{FF2B5EF4-FFF2-40B4-BE49-F238E27FC236}">
                <a16:creationId xmlns:a16="http://schemas.microsoft.com/office/drawing/2014/main" id="{D1EE7254-F531-A139-93DC-9A907E1D42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295400"/>
            <a:ext cx="8593138" cy="4202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1">
            <a:extLst>
              <a:ext uri="{FF2B5EF4-FFF2-40B4-BE49-F238E27FC236}">
                <a16:creationId xmlns:a16="http://schemas.microsoft.com/office/drawing/2014/main" id="{62CB58CD-3BC8-0159-9981-8994FF2F537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Data Structures: A Pseudocode Approach with C</a:t>
            </a:r>
          </a:p>
        </p:txBody>
      </p:sp>
      <p:sp>
        <p:nvSpPr>
          <p:cNvPr id="4" name="Slide Number Placeholder 2">
            <a:extLst>
              <a:ext uri="{FF2B5EF4-FFF2-40B4-BE49-F238E27FC236}">
                <a16:creationId xmlns:a16="http://schemas.microsoft.com/office/drawing/2014/main" id="{7DA23727-1689-5BBC-BA90-904D6868982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08A8061-8299-FE41-B47D-C3F8E434421B}" type="slidenum">
              <a:rPr lang="en-US" altLang="en-US"/>
              <a:pPr>
                <a:defRPr/>
              </a:pPr>
              <a:t>35</a:t>
            </a:fld>
            <a:endParaRPr lang="en-US" altLang="en-US"/>
          </a:p>
        </p:txBody>
      </p:sp>
      <p:pic>
        <p:nvPicPr>
          <p:cNvPr id="62467" name="Picture 12">
            <a:extLst>
              <a:ext uri="{FF2B5EF4-FFF2-40B4-BE49-F238E27FC236}">
                <a16:creationId xmlns:a16="http://schemas.microsoft.com/office/drawing/2014/main" id="{52796249-DC89-C5AC-C5BA-6A0497BEE7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2" b="42799"/>
          <a:stretch>
            <a:fillRect/>
          </a:stretch>
        </p:blipFill>
        <p:spPr bwMode="auto">
          <a:xfrm>
            <a:off x="381000" y="914400"/>
            <a:ext cx="7924800" cy="3505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1">
            <a:extLst>
              <a:ext uri="{FF2B5EF4-FFF2-40B4-BE49-F238E27FC236}">
                <a16:creationId xmlns:a16="http://schemas.microsoft.com/office/drawing/2014/main" id="{F838A13E-0583-4867-6BE8-722FC742065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Data Structures: A Pseudocode Approach with C</a:t>
            </a:r>
          </a:p>
        </p:txBody>
      </p:sp>
      <p:sp>
        <p:nvSpPr>
          <p:cNvPr id="4" name="Slide Number Placeholder 2">
            <a:extLst>
              <a:ext uri="{FF2B5EF4-FFF2-40B4-BE49-F238E27FC236}">
                <a16:creationId xmlns:a16="http://schemas.microsoft.com/office/drawing/2014/main" id="{07E8CDE6-5D61-D813-6A32-CD2E69876F7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B84D5D5-7D69-E541-9219-38215BA4EDEC}" type="slidenum">
              <a:rPr lang="en-US" altLang="en-US"/>
              <a:pPr>
                <a:defRPr/>
              </a:pPr>
              <a:t>36</a:t>
            </a:fld>
            <a:endParaRPr lang="en-US" altLang="en-US"/>
          </a:p>
        </p:txBody>
      </p:sp>
      <p:pic>
        <p:nvPicPr>
          <p:cNvPr id="63491" name="Picture 12">
            <a:extLst>
              <a:ext uri="{FF2B5EF4-FFF2-40B4-BE49-F238E27FC236}">
                <a16:creationId xmlns:a16="http://schemas.microsoft.com/office/drawing/2014/main" id="{8C83D6BA-086B-CA18-88E3-3299022DC1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2" b="25389"/>
          <a:stretch>
            <a:fillRect/>
          </a:stretch>
        </p:blipFill>
        <p:spPr bwMode="auto">
          <a:xfrm>
            <a:off x="381000" y="914400"/>
            <a:ext cx="7924800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ular Callout 4">
            <a:extLst>
              <a:ext uri="{FF2B5EF4-FFF2-40B4-BE49-F238E27FC236}">
                <a16:creationId xmlns:a16="http://schemas.microsoft.com/office/drawing/2014/main" id="{BFF0A983-1A07-60DB-B32A-E1C563FB8D98}"/>
              </a:ext>
            </a:extLst>
          </p:cNvPr>
          <p:cNvSpPr/>
          <p:nvPr/>
        </p:nvSpPr>
        <p:spPr>
          <a:xfrm>
            <a:off x="1295400" y="5664200"/>
            <a:ext cx="2514600" cy="401638"/>
          </a:xfrm>
          <a:prstGeom prst="wedgeRectCallout">
            <a:avLst>
              <a:gd name="adj1" fmla="val 39943"/>
              <a:gd name="adj2" fmla="val -92974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/>
              <a:t>Pop Operation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1">
            <a:extLst>
              <a:ext uri="{FF2B5EF4-FFF2-40B4-BE49-F238E27FC236}">
                <a16:creationId xmlns:a16="http://schemas.microsoft.com/office/drawing/2014/main" id="{70773344-85F9-2D03-75CD-26919ECD40C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Data Structures: A Pseudocode Approach with C</a:t>
            </a:r>
          </a:p>
        </p:txBody>
      </p:sp>
      <p:sp>
        <p:nvSpPr>
          <p:cNvPr id="4" name="Slide Number Placeholder 2">
            <a:extLst>
              <a:ext uri="{FF2B5EF4-FFF2-40B4-BE49-F238E27FC236}">
                <a16:creationId xmlns:a16="http://schemas.microsoft.com/office/drawing/2014/main" id="{6A55B1F5-0BE2-85AB-675F-96BDBCD888F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FACAA99-AC71-B147-BD12-28DC1D8BC2C7}" type="slidenum">
              <a:rPr lang="en-US" altLang="en-US"/>
              <a:pPr>
                <a:defRPr/>
              </a:pPr>
              <a:t>37</a:t>
            </a:fld>
            <a:endParaRPr lang="en-US" altLang="en-US"/>
          </a:p>
        </p:txBody>
      </p:sp>
      <p:pic>
        <p:nvPicPr>
          <p:cNvPr id="64515" name="Picture 11">
            <a:extLst>
              <a:ext uri="{FF2B5EF4-FFF2-40B4-BE49-F238E27FC236}">
                <a16:creationId xmlns:a16="http://schemas.microsoft.com/office/drawing/2014/main" id="{8C6D1F01-0F7F-38FF-D99B-32B3E90FED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838200"/>
            <a:ext cx="8534400" cy="4772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1">
            <a:extLst>
              <a:ext uri="{FF2B5EF4-FFF2-40B4-BE49-F238E27FC236}">
                <a16:creationId xmlns:a16="http://schemas.microsoft.com/office/drawing/2014/main" id="{99A3C7A3-190F-3BED-95D2-0E8F2C6C9B5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Data Structures: A Pseudocode Approach with C</a:t>
            </a:r>
          </a:p>
        </p:txBody>
      </p:sp>
      <p:sp>
        <p:nvSpPr>
          <p:cNvPr id="4" name="Slide Number Placeholder 2">
            <a:extLst>
              <a:ext uri="{FF2B5EF4-FFF2-40B4-BE49-F238E27FC236}">
                <a16:creationId xmlns:a16="http://schemas.microsoft.com/office/drawing/2014/main" id="{91757C80-F949-4C7C-EB93-3C27BEA35F8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F9A8E053-6D47-4842-818B-89431BB03A42}" type="slidenum">
              <a:rPr lang="en-US" altLang="en-US"/>
              <a:pPr>
                <a:defRPr/>
              </a:pPr>
              <a:t>38</a:t>
            </a:fld>
            <a:endParaRPr lang="en-US" altLang="en-US"/>
          </a:p>
        </p:txBody>
      </p:sp>
      <p:pic>
        <p:nvPicPr>
          <p:cNvPr id="65539" name="Picture 11">
            <a:extLst>
              <a:ext uri="{FF2B5EF4-FFF2-40B4-BE49-F238E27FC236}">
                <a16:creationId xmlns:a16="http://schemas.microsoft.com/office/drawing/2014/main" id="{92FDCD6B-87D1-2FDC-6499-989CE0E8FF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6063" y="609600"/>
            <a:ext cx="8593137" cy="5335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1">
            <a:extLst>
              <a:ext uri="{FF2B5EF4-FFF2-40B4-BE49-F238E27FC236}">
                <a16:creationId xmlns:a16="http://schemas.microsoft.com/office/drawing/2014/main" id="{B0D083AB-7364-B204-6EFE-D04D3AE6D51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Data Structures: A Pseudocode Approach with C</a:t>
            </a:r>
          </a:p>
        </p:txBody>
      </p:sp>
      <p:sp>
        <p:nvSpPr>
          <p:cNvPr id="4" name="Slide Number Placeholder 2">
            <a:extLst>
              <a:ext uri="{FF2B5EF4-FFF2-40B4-BE49-F238E27FC236}">
                <a16:creationId xmlns:a16="http://schemas.microsoft.com/office/drawing/2014/main" id="{FF452E48-CA8D-02FF-13F2-544C6B12621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84A1F3E-E845-B04F-9758-EB38405F6EB9}" type="slidenum">
              <a:rPr lang="en-US" altLang="en-US"/>
              <a:pPr>
                <a:defRPr/>
              </a:pPr>
              <a:t>39</a:t>
            </a:fld>
            <a:endParaRPr lang="en-US" altLang="en-US"/>
          </a:p>
        </p:txBody>
      </p:sp>
      <p:pic>
        <p:nvPicPr>
          <p:cNvPr id="66563" name="Picture 12">
            <a:extLst>
              <a:ext uri="{FF2B5EF4-FFF2-40B4-BE49-F238E27FC236}">
                <a16:creationId xmlns:a16="http://schemas.microsoft.com/office/drawing/2014/main" id="{279F14B4-1FCC-2D4F-CA01-C240CC1537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2" b="25389"/>
          <a:stretch>
            <a:fillRect/>
          </a:stretch>
        </p:blipFill>
        <p:spPr bwMode="auto">
          <a:xfrm>
            <a:off x="381000" y="914400"/>
            <a:ext cx="7924800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Horizontal Scroll 5">
            <a:extLst>
              <a:ext uri="{FF2B5EF4-FFF2-40B4-BE49-F238E27FC236}">
                <a16:creationId xmlns:a16="http://schemas.microsoft.com/office/drawing/2014/main" id="{171D25B8-4155-08C6-7D41-1D1E54875377}"/>
              </a:ext>
            </a:extLst>
          </p:cNvPr>
          <p:cNvSpPr/>
          <p:nvPr/>
        </p:nvSpPr>
        <p:spPr>
          <a:xfrm>
            <a:off x="492125" y="5586413"/>
            <a:ext cx="8159750" cy="714375"/>
          </a:xfrm>
          <a:prstGeom prst="horizontalScroll">
            <a:avLst/>
          </a:prstGeom>
          <a:ln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/>
          <a:lstStyle/>
          <a:p>
            <a:pPr algn="ctr">
              <a:defRPr/>
            </a:pPr>
            <a:r>
              <a:rPr lang="en-US" dirty="0">
                <a:solidFill>
                  <a:srgbClr val="800000"/>
                </a:solidFill>
              </a:rPr>
              <a:t>What happens if we call </a:t>
            </a:r>
            <a:r>
              <a:rPr lang="en-US" dirty="0" err="1">
                <a:solidFill>
                  <a:srgbClr val="800000"/>
                </a:solidFill>
              </a:rPr>
              <a:t>stackTop</a:t>
            </a:r>
            <a:r>
              <a:rPr lang="en-US" dirty="0">
                <a:solidFill>
                  <a:srgbClr val="800000"/>
                </a:solidFill>
              </a:rPr>
              <a:t> function?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1">
            <a:extLst>
              <a:ext uri="{FF2B5EF4-FFF2-40B4-BE49-F238E27FC236}">
                <a16:creationId xmlns:a16="http://schemas.microsoft.com/office/drawing/2014/main" id="{060F2BF0-8E8D-CD48-55D1-1816BD47FA5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Data Structures: A Pseudocode Approach with C</a:t>
            </a:r>
          </a:p>
        </p:txBody>
      </p:sp>
      <p:sp>
        <p:nvSpPr>
          <p:cNvPr id="4" name="Slide Number Placeholder 2">
            <a:extLst>
              <a:ext uri="{FF2B5EF4-FFF2-40B4-BE49-F238E27FC236}">
                <a16:creationId xmlns:a16="http://schemas.microsoft.com/office/drawing/2014/main" id="{759666AB-64A7-910F-399D-1DE8DE484D4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22E2ED0-BC93-5345-8099-96F6D624DAFA}" type="slidenum">
              <a:rPr lang="en-US" altLang="en-US"/>
              <a:pPr>
                <a:defRPr/>
              </a:pPr>
              <a:t>40</a:t>
            </a:fld>
            <a:endParaRPr lang="en-US" altLang="en-US"/>
          </a:p>
        </p:txBody>
      </p:sp>
      <p:pic>
        <p:nvPicPr>
          <p:cNvPr id="67587" name="Picture 11">
            <a:extLst>
              <a:ext uri="{FF2B5EF4-FFF2-40B4-BE49-F238E27FC236}">
                <a16:creationId xmlns:a16="http://schemas.microsoft.com/office/drawing/2014/main" id="{57A4031F-168A-E36C-46E6-2883A941C4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27"/>
          <a:stretch>
            <a:fillRect/>
          </a:stretch>
        </p:blipFill>
        <p:spPr bwMode="auto">
          <a:xfrm>
            <a:off x="228600" y="381000"/>
            <a:ext cx="8583613" cy="5262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1">
            <a:extLst>
              <a:ext uri="{FF2B5EF4-FFF2-40B4-BE49-F238E27FC236}">
                <a16:creationId xmlns:a16="http://schemas.microsoft.com/office/drawing/2014/main" id="{8C3ABAF0-B59D-733C-EF8E-B97EC8AB381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Data Structures: A Pseudocode Approach with C</a:t>
            </a:r>
          </a:p>
        </p:txBody>
      </p:sp>
      <p:sp>
        <p:nvSpPr>
          <p:cNvPr id="4" name="Slide Number Placeholder 2">
            <a:extLst>
              <a:ext uri="{FF2B5EF4-FFF2-40B4-BE49-F238E27FC236}">
                <a16:creationId xmlns:a16="http://schemas.microsoft.com/office/drawing/2014/main" id="{8C8EA77B-3828-07D4-6ADB-0C9761719F9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6FBC83F-0744-7842-AD1F-2ED24E9AE8E5}" type="slidenum">
              <a:rPr lang="en-US" altLang="en-US"/>
              <a:pPr>
                <a:defRPr/>
              </a:pPr>
              <a:t>41</a:t>
            </a:fld>
            <a:endParaRPr lang="en-US" altLang="en-US"/>
          </a:p>
        </p:txBody>
      </p:sp>
      <p:pic>
        <p:nvPicPr>
          <p:cNvPr id="68611" name="Picture 11">
            <a:extLst>
              <a:ext uri="{FF2B5EF4-FFF2-40B4-BE49-F238E27FC236}">
                <a16:creationId xmlns:a16="http://schemas.microsoft.com/office/drawing/2014/main" id="{895339C9-1FAF-5770-CDD7-D38D24A207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990600"/>
            <a:ext cx="8593138" cy="4227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1">
            <a:extLst>
              <a:ext uri="{FF2B5EF4-FFF2-40B4-BE49-F238E27FC236}">
                <a16:creationId xmlns:a16="http://schemas.microsoft.com/office/drawing/2014/main" id="{2DF987B7-06E0-A3F3-F55E-C6E49B06497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Data Structures: A Pseudocode Approach with C</a:t>
            </a:r>
          </a:p>
        </p:txBody>
      </p:sp>
      <p:sp>
        <p:nvSpPr>
          <p:cNvPr id="4" name="Slide Number Placeholder 2">
            <a:extLst>
              <a:ext uri="{FF2B5EF4-FFF2-40B4-BE49-F238E27FC236}">
                <a16:creationId xmlns:a16="http://schemas.microsoft.com/office/drawing/2014/main" id="{0BBB946D-E7F0-984A-C6AA-243C2D3CA69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086A6B4C-07BC-164E-A2F8-E824432854B2}" type="slidenum">
              <a:rPr lang="en-US" altLang="en-US"/>
              <a:pPr>
                <a:defRPr/>
              </a:pPr>
              <a:t>42</a:t>
            </a:fld>
            <a:endParaRPr lang="en-US" altLang="en-US"/>
          </a:p>
        </p:txBody>
      </p:sp>
      <p:pic>
        <p:nvPicPr>
          <p:cNvPr id="69635" name="Picture 11">
            <a:extLst>
              <a:ext uri="{FF2B5EF4-FFF2-40B4-BE49-F238E27FC236}">
                <a16:creationId xmlns:a16="http://schemas.microsoft.com/office/drawing/2014/main" id="{97003A29-E8E0-85CB-1174-F6FAA5FF57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914400"/>
            <a:ext cx="8583613" cy="472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1">
            <a:extLst>
              <a:ext uri="{FF2B5EF4-FFF2-40B4-BE49-F238E27FC236}">
                <a16:creationId xmlns:a16="http://schemas.microsoft.com/office/drawing/2014/main" id="{0A7CA558-AF8D-2949-A7C8-06FB3DE30DE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Data Structures: A Pseudocode Approach with C</a:t>
            </a:r>
          </a:p>
        </p:txBody>
      </p:sp>
      <p:sp>
        <p:nvSpPr>
          <p:cNvPr id="4" name="Slide Number Placeholder 2">
            <a:extLst>
              <a:ext uri="{FF2B5EF4-FFF2-40B4-BE49-F238E27FC236}">
                <a16:creationId xmlns:a16="http://schemas.microsoft.com/office/drawing/2014/main" id="{BF6EE771-D469-59FD-9762-8BEE02A886D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8FC0610-36F7-C349-BA26-813F25FDC3D7}" type="slidenum">
              <a:rPr lang="en-US" altLang="en-US"/>
              <a:pPr>
                <a:defRPr/>
              </a:pPr>
              <a:t>43</a:t>
            </a:fld>
            <a:endParaRPr lang="en-US" altLang="en-US"/>
          </a:p>
        </p:txBody>
      </p:sp>
      <p:pic>
        <p:nvPicPr>
          <p:cNvPr id="70659" name="Picture 11">
            <a:extLst>
              <a:ext uri="{FF2B5EF4-FFF2-40B4-BE49-F238E27FC236}">
                <a16:creationId xmlns:a16="http://schemas.microsoft.com/office/drawing/2014/main" id="{B95037E3-7267-AC01-0049-AF04052E40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1371600"/>
            <a:ext cx="8601075" cy="381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1">
            <a:extLst>
              <a:ext uri="{FF2B5EF4-FFF2-40B4-BE49-F238E27FC236}">
                <a16:creationId xmlns:a16="http://schemas.microsoft.com/office/drawing/2014/main" id="{141E8023-1592-BD8F-472E-7096BA3BAB2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Data Structures: A Pseudocode Approach with C</a:t>
            </a:r>
          </a:p>
        </p:txBody>
      </p:sp>
      <p:sp>
        <p:nvSpPr>
          <p:cNvPr id="4" name="Slide Number Placeholder 2">
            <a:extLst>
              <a:ext uri="{FF2B5EF4-FFF2-40B4-BE49-F238E27FC236}">
                <a16:creationId xmlns:a16="http://schemas.microsoft.com/office/drawing/2014/main" id="{C6C881F9-725E-BD76-03F5-381C1011D26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304976F-8630-624F-BDC2-A1F17592FD4C}" type="slidenum">
              <a:rPr lang="en-US" altLang="en-US"/>
              <a:pPr>
                <a:defRPr/>
              </a:pPr>
              <a:t>44</a:t>
            </a:fld>
            <a:endParaRPr lang="en-US" altLang="en-US"/>
          </a:p>
        </p:txBody>
      </p:sp>
      <p:pic>
        <p:nvPicPr>
          <p:cNvPr id="71683" name="Picture 11">
            <a:extLst>
              <a:ext uri="{FF2B5EF4-FFF2-40B4-BE49-F238E27FC236}">
                <a16:creationId xmlns:a16="http://schemas.microsoft.com/office/drawing/2014/main" id="{DACC825F-443B-09F3-EA39-63B92E297E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600200"/>
            <a:ext cx="8763000" cy="304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1">
            <a:extLst>
              <a:ext uri="{FF2B5EF4-FFF2-40B4-BE49-F238E27FC236}">
                <a16:creationId xmlns:a16="http://schemas.microsoft.com/office/drawing/2014/main" id="{4C6F9445-3F74-BB99-D1FA-12AB3976215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Data Structures: A Pseudocode Approach with C</a:t>
            </a:r>
          </a:p>
        </p:txBody>
      </p:sp>
      <p:sp>
        <p:nvSpPr>
          <p:cNvPr id="4" name="Slide Number Placeholder 2">
            <a:extLst>
              <a:ext uri="{FF2B5EF4-FFF2-40B4-BE49-F238E27FC236}">
                <a16:creationId xmlns:a16="http://schemas.microsoft.com/office/drawing/2014/main" id="{CA3BDA76-CD98-C7E0-5204-ACA7695248E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CD23A06E-04B3-9042-9E3A-6374E3A45BDF}" type="slidenum">
              <a:rPr lang="en-US" altLang="en-US"/>
              <a:pPr>
                <a:defRPr/>
              </a:pPr>
              <a:t>45</a:t>
            </a:fld>
            <a:endParaRPr lang="en-US" altLang="en-US"/>
          </a:p>
        </p:txBody>
      </p:sp>
      <p:pic>
        <p:nvPicPr>
          <p:cNvPr id="72707" name="Picture 12">
            <a:extLst>
              <a:ext uri="{FF2B5EF4-FFF2-40B4-BE49-F238E27FC236}">
                <a16:creationId xmlns:a16="http://schemas.microsoft.com/office/drawing/2014/main" id="{2A1BDF2E-DD94-7A7B-1ADC-B924094271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2" b="25389"/>
          <a:stretch>
            <a:fillRect/>
          </a:stretch>
        </p:blipFill>
        <p:spPr bwMode="auto">
          <a:xfrm>
            <a:off x="381000" y="914400"/>
            <a:ext cx="7924800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Horizontal Scroll 5">
            <a:extLst>
              <a:ext uri="{FF2B5EF4-FFF2-40B4-BE49-F238E27FC236}">
                <a16:creationId xmlns:a16="http://schemas.microsoft.com/office/drawing/2014/main" id="{8DFD17C4-645A-B3FC-3489-7F67C070CF8F}"/>
              </a:ext>
            </a:extLst>
          </p:cNvPr>
          <p:cNvSpPr/>
          <p:nvPr/>
        </p:nvSpPr>
        <p:spPr>
          <a:xfrm>
            <a:off x="492125" y="5586413"/>
            <a:ext cx="8159750" cy="714375"/>
          </a:xfrm>
          <a:prstGeom prst="horizontalScroll">
            <a:avLst/>
          </a:prstGeom>
          <a:ln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/>
          <a:lstStyle/>
          <a:p>
            <a:pPr algn="ctr">
              <a:defRPr/>
            </a:pPr>
            <a:r>
              <a:rPr lang="en-US" dirty="0">
                <a:solidFill>
                  <a:srgbClr val="800000"/>
                </a:solidFill>
              </a:rPr>
              <a:t>What happens if we destroy the stack?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1">
            <a:extLst>
              <a:ext uri="{FF2B5EF4-FFF2-40B4-BE49-F238E27FC236}">
                <a16:creationId xmlns:a16="http://schemas.microsoft.com/office/drawing/2014/main" id="{55A0DC98-E611-48D4-4402-B33155147A1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Data Structures: A Pseudocode Approach with C</a:t>
            </a:r>
          </a:p>
        </p:txBody>
      </p:sp>
      <p:sp>
        <p:nvSpPr>
          <p:cNvPr id="4" name="Slide Number Placeholder 2">
            <a:extLst>
              <a:ext uri="{FF2B5EF4-FFF2-40B4-BE49-F238E27FC236}">
                <a16:creationId xmlns:a16="http://schemas.microsoft.com/office/drawing/2014/main" id="{C1639F3F-E1A7-8A59-DADA-323DF5D9B9E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A80E127-307A-A647-9DA1-8BF7562096AD}" type="slidenum">
              <a:rPr lang="en-US" altLang="en-US"/>
              <a:pPr>
                <a:defRPr/>
              </a:pPr>
              <a:t>46</a:t>
            </a:fld>
            <a:endParaRPr lang="en-US" altLang="en-US"/>
          </a:p>
        </p:txBody>
      </p:sp>
      <p:pic>
        <p:nvPicPr>
          <p:cNvPr id="73731" name="Picture 12">
            <a:extLst>
              <a:ext uri="{FF2B5EF4-FFF2-40B4-BE49-F238E27FC236}">
                <a16:creationId xmlns:a16="http://schemas.microsoft.com/office/drawing/2014/main" id="{53108BA2-E9C6-E0E3-D930-D83F32349F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520" b="4848"/>
          <a:stretch>
            <a:fillRect/>
          </a:stretch>
        </p:blipFill>
        <p:spPr bwMode="auto">
          <a:xfrm>
            <a:off x="381000" y="157163"/>
            <a:ext cx="7924800" cy="5862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1">
            <a:extLst>
              <a:ext uri="{FF2B5EF4-FFF2-40B4-BE49-F238E27FC236}">
                <a16:creationId xmlns:a16="http://schemas.microsoft.com/office/drawing/2014/main" id="{8DAD7B79-AF9C-6F6C-57D2-5B66E3FDC14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Data Structures: A Pseudocode Approach with C</a:t>
            </a:r>
          </a:p>
        </p:txBody>
      </p:sp>
      <p:sp>
        <p:nvSpPr>
          <p:cNvPr id="4" name="Slide Number Placeholder 2">
            <a:extLst>
              <a:ext uri="{FF2B5EF4-FFF2-40B4-BE49-F238E27FC236}">
                <a16:creationId xmlns:a16="http://schemas.microsoft.com/office/drawing/2014/main" id="{C99C4048-BBC4-5048-09E1-AF8362CDED7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3A36321-5630-4E40-B1AD-2730EB5B953C}" type="slidenum">
              <a:rPr lang="en-US" altLang="en-US"/>
              <a:pPr>
                <a:defRPr/>
              </a:pPr>
              <a:t>47</a:t>
            </a:fld>
            <a:endParaRPr lang="en-US" altLang="en-US"/>
          </a:p>
        </p:txBody>
      </p:sp>
      <p:pic>
        <p:nvPicPr>
          <p:cNvPr id="74755" name="Picture 11">
            <a:extLst>
              <a:ext uri="{FF2B5EF4-FFF2-40B4-BE49-F238E27FC236}">
                <a16:creationId xmlns:a16="http://schemas.microsoft.com/office/drawing/2014/main" id="{2B97459B-6A69-0FBF-1728-DFC7CF41A7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1828800"/>
            <a:ext cx="8745538" cy="289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1">
            <a:extLst>
              <a:ext uri="{FF2B5EF4-FFF2-40B4-BE49-F238E27FC236}">
                <a16:creationId xmlns:a16="http://schemas.microsoft.com/office/drawing/2014/main" id="{F3FA5E3C-7BB7-30C7-16DA-3E3ECCF9732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Data Structures: A Pseudocode Approach with C</a:t>
            </a:r>
          </a:p>
        </p:txBody>
      </p:sp>
      <p:sp>
        <p:nvSpPr>
          <p:cNvPr id="7" name="Slide Number Placeholder 2">
            <a:extLst>
              <a:ext uri="{FF2B5EF4-FFF2-40B4-BE49-F238E27FC236}">
                <a16:creationId xmlns:a16="http://schemas.microsoft.com/office/drawing/2014/main" id="{567682FA-C6CE-6758-75EC-89D3BC21B34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827401C4-7558-C14C-8CED-BD96C3AE4E74}" type="slidenum">
              <a:rPr lang="en-US" altLang="en-US"/>
              <a:pPr>
                <a:defRPr/>
              </a:pPr>
              <a:t>48</a:t>
            </a:fld>
            <a:endParaRPr lang="en-US" altLang="en-US"/>
          </a:p>
        </p:txBody>
      </p:sp>
      <p:sp>
        <p:nvSpPr>
          <p:cNvPr id="75779" name="Rectangle 2">
            <a:extLst>
              <a:ext uri="{FF2B5EF4-FFF2-40B4-BE49-F238E27FC236}">
                <a16:creationId xmlns:a16="http://schemas.microsoft.com/office/drawing/2014/main" id="{A8B3A10A-861D-C2C8-4D14-C762609467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1371600"/>
          </a:xfrm>
          <a:prstGeom prst="rect">
            <a:avLst/>
          </a:prstGeom>
          <a:solidFill>
            <a:srgbClr val="FFFF6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endParaRPr lang="en-US" altLang="en-US"/>
          </a:p>
        </p:txBody>
      </p:sp>
      <p:sp>
        <p:nvSpPr>
          <p:cNvPr id="75780" name="Text Box 3">
            <a:extLst>
              <a:ext uri="{FF2B5EF4-FFF2-40B4-BE49-F238E27FC236}">
                <a16:creationId xmlns:a16="http://schemas.microsoft.com/office/drawing/2014/main" id="{BE8F67E7-FDEA-9602-1871-07777B0386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354013"/>
            <a:ext cx="760095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3600">
                <a:latin typeface="Arial" panose="020B0604020202020204" pitchFamily="34" charset="0"/>
              </a:rPr>
              <a:t>3-3   C Language Implementations</a:t>
            </a:r>
          </a:p>
        </p:txBody>
      </p:sp>
      <p:sp>
        <p:nvSpPr>
          <p:cNvPr id="75781" name="Text Box 5">
            <a:extLst>
              <a:ext uri="{FF2B5EF4-FFF2-40B4-BE49-F238E27FC236}">
                <a16:creationId xmlns:a16="http://schemas.microsoft.com/office/drawing/2014/main" id="{50AE1643-59A6-CBEB-3BF2-9294DF869B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9600" y="6400800"/>
            <a:ext cx="1841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 sz="1800"/>
          </a:p>
        </p:txBody>
      </p:sp>
      <p:sp>
        <p:nvSpPr>
          <p:cNvPr id="570376" name="Rectangle 8">
            <a:extLst>
              <a:ext uri="{FF2B5EF4-FFF2-40B4-BE49-F238E27FC236}">
                <a16:creationId xmlns:a16="http://schemas.microsoft.com/office/drawing/2014/main" id="{8C731E49-76FC-54F5-DB28-5D3F3BA78E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371600"/>
            <a:ext cx="8534400" cy="1373188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lang="en-US" altLang="en-US" sz="2800" i="1">
                <a:effectLst>
                  <a:outerShdw blurRad="38100" dist="38100" dir="2700000" algn="tl">
                    <a:srgbClr val="C0C0C0"/>
                  </a:outerShdw>
                </a:effectLst>
              </a:rPr>
              <a:t>This section presents a simple non-ADT implementation of a stack. We develop a simple program that inserts random characters into the stack and then prints them.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1">
            <a:extLst>
              <a:ext uri="{FF2B5EF4-FFF2-40B4-BE49-F238E27FC236}">
                <a16:creationId xmlns:a16="http://schemas.microsoft.com/office/drawing/2014/main" id="{53F849F3-80B5-9EE5-068D-BD501A843EE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Data Structures: A Pseudocode Approach with C</a:t>
            </a:r>
          </a:p>
        </p:txBody>
      </p:sp>
      <p:sp>
        <p:nvSpPr>
          <p:cNvPr id="4" name="Slide Number Placeholder 2">
            <a:extLst>
              <a:ext uri="{FF2B5EF4-FFF2-40B4-BE49-F238E27FC236}">
                <a16:creationId xmlns:a16="http://schemas.microsoft.com/office/drawing/2014/main" id="{16150A4C-19AD-40AE-E5A1-1197C029415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AB882151-F47B-D54E-BBCD-AEAC3B8D154D}" type="slidenum">
              <a:rPr lang="en-US" altLang="en-US"/>
              <a:pPr>
                <a:defRPr/>
              </a:pPr>
              <a:t>49</a:t>
            </a:fld>
            <a:endParaRPr lang="en-US" altLang="en-US"/>
          </a:p>
        </p:txBody>
      </p:sp>
      <p:pic>
        <p:nvPicPr>
          <p:cNvPr id="76803" name="Picture 11">
            <a:extLst>
              <a:ext uri="{FF2B5EF4-FFF2-40B4-BE49-F238E27FC236}">
                <a16:creationId xmlns:a16="http://schemas.microsoft.com/office/drawing/2014/main" id="{585904DD-7E30-21F8-DC8D-EF079C4432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2201"/>
          <a:stretch>
            <a:fillRect/>
          </a:stretch>
        </p:blipFill>
        <p:spPr bwMode="auto">
          <a:xfrm>
            <a:off x="304800" y="914400"/>
            <a:ext cx="8534400" cy="472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1">
            <a:extLst>
              <a:ext uri="{FF2B5EF4-FFF2-40B4-BE49-F238E27FC236}">
                <a16:creationId xmlns:a16="http://schemas.microsoft.com/office/drawing/2014/main" id="{75B68D57-CD45-59B6-C861-CB15C357520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Data Structures: A Pseudocode Approach with C</a:t>
            </a:r>
          </a:p>
        </p:txBody>
      </p:sp>
      <p:sp>
        <p:nvSpPr>
          <p:cNvPr id="4" name="Slide Number Placeholder 2">
            <a:extLst>
              <a:ext uri="{FF2B5EF4-FFF2-40B4-BE49-F238E27FC236}">
                <a16:creationId xmlns:a16="http://schemas.microsoft.com/office/drawing/2014/main" id="{85CD50FB-0293-254D-4E33-B261A115180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9E49D1D-06F5-ED40-A9E3-0931C2899509}" type="slidenum">
              <a:rPr lang="en-US" altLang="en-US"/>
              <a:pPr>
                <a:defRPr/>
              </a:pPr>
              <a:t>50</a:t>
            </a:fld>
            <a:endParaRPr lang="en-US" altLang="en-US"/>
          </a:p>
        </p:txBody>
      </p:sp>
      <p:pic>
        <p:nvPicPr>
          <p:cNvPr id="77827" name="Picture 11">
            <a:extLst>
              <a:ext uri="{FF2B5EF4-FFF2-40B4-BE49-F238E27FC236}">
                <a16:creationId xmlns:a16="http://schemas.microsoft.com/office/drawing/2014/main" id="{594263C7-1E86-72E8-9160-865F12AC9E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228600"/>
            <a:ext cx="6858000" cy="6172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1">
            <a:extLst>
              <a:ext uri="{FF2B5EF4-FFF2-40B4-BE49-F238E27FC236}">
                <a16:creationId xmlns:a16="http://schemas.microsoft.com/office/drawing/2014/main" id="{3D703408-02E8-6084-C9F0-C144EFD1E67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Data Structures: A Pseudocode Approach with C</a:t>
            </a:r>
          </a:p>
        </p:txBody>
      </p:sp>
      <p:sp>
        <p:nvSpPr>
          <p:cNvPr id="4" name="Slide Number Placeholder 2">
            <a:extLst>
              <a:ext uri="{FF2B5EF4-FFF2-40B4-BE49-F238E27FC236}">
                <a16:creationId xmlns:a16="http://schemas.microsoft.com/office/drawing/2014/main" id="{28A3F725-E280-1F97-F280-94DF1EF8B93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B010666D-A8F9-F343-A458-8A2E81160D35}" type="slidenum">
              <a:rPr lang="en-US" altLang="en-US"/>
              <a:pPr>
                <a:defRPr/>
              </a:pPr>
              <a:t>51</a:t>
            </a:fld>
            <a:endParaRPr lang="en-US" altLang="en-US"/>
          </a:p>
        </p:txBody>
      </p:sp>
      <p:pic>
        <p:nvPicPr>
          <p:cNvPr id="78851" name="Picture 11">
            <a:extLst>
              <a:ext uri="{FF2B5EF4-FFF2-40B4-BE49-F238E27FC236}">
                <a16:creationId xmlns:a16="http://schemas.microsoft.com/office/drawing/2014/main" id="{7A360879-2463-F550-FF68-F5A3280858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179388"/>
            <a:ext cx="7358063" cy="6145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1">
            <a:extLst>
              <a:ext uri="{FF2B5EF4-FFF2-40B4-BE49-F238E27FC236}">
                <a16:creationId xmlns:a16="http://schemas.microsoft.com/office/drawing/2014/main" id="{06DDE0F3-6907-2A26-9E5B-2F94C233EEA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Data Structures: A Pseudocode Approach with C</a:t>
            </a:r>
          </a:p>
        </p:txBody>
      </p:sp>
      <p:sp>
        <p:nvSpPr>
          <p:cNvPr id="6" name="Slide Number Placeholder 2">
            <a:extLst>
              <a:ext uri="{FF2B5EF4-FFF2-40B4-BE49-F238E27FC236}">
                <a16:creationId xmlns:a16="http://schemas.microsoft.com/office/drawing/2014/main" id="{62904F7D-B6CB-92CA-DCFD-AEC01542548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08BD1880-638D-3948-92BB-8DB7AACB3FFB}" type="slidenum">
              <a:rPr lang="en-US" altLang="en-US"/>
              <a:pPr>
                <a:defRPr/>
              </a:pPr>
              <a:t>52</a:t>
            </a:fld>
            <a:endParaRPr lang="en-US" altLang="en-US"/>
          </a:p>
        </p:txBody>
      </p:sp>
      <p:pic>
        <p:nvPicPr>
          <p:cNvPr id="79875" name="Picture 11">
            <a:extLst>
              <a:ext uri="{FF2B5EF4-FFF2-40B4-BE49-F238E27FC236}">
                <a16:creationId xmlns:a16="http://schemas.microsoft.com/office/drawing/2014/main" id="{1B9F0004-C60C-55D9-E783-3E5E30480E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048" t="5078" b="48489"/>
          <a:stretch>
            <a:fillRect/>
          </a:stretch>
        </p:blipFill>
        <p:spPr bwMode="auto">
          <a:xfrm>
            <a:off x="914400" y="838200"/>
            <a:ext cx="5943600" cy="2459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9876" name="Picture 12">
            <a:extLst>
              <a:ext uri="{FF2B5EF4-FFF2-40B4-BE49-F238E27FC236}">
                <a16:creationId xmlns:a16="http://schemas.microsoft.com/office/drawing/2014/main" id="{7C45736F-92B5-1B61-49B0-4FF275428E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4626" b="96373"/>
          <a:stretch>
            <a:fillRect/>
          </a:stretch>
        </p:blipFill>
        <p:spPr bwMode="auto">
          <a:xfrm>
            <a:off x="228600" y="457200"/>
            <a:ext cx="29718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9877" name="Picture 14">
            <a:extLst>
              <a:ext uri="{FF2B5EF4-FFF2-40B4-BE49-F238E27FC236}">
                <a16:creationId xmlns:a16="http://schemas.microsoft.com/office/drawing/2014/main" id="{1FAC55D2-520B-4F73-2A83-F6B8F2FF0B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048" t="51511"/>
          <a:stretch>
            <a:fillRect/>
          </a:stretch>
        </p:blipFill>
        <p:spPr bwMode="auto">
          <a:xfrm>
            <a:off x="914400" y="3352800"/>
            <a:ext cx="5943600" cy="297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1">
            <a:extLst>
              <a:ext uri="{FF2B5EF4-FFF2-40B4-BE49-F238E27FC236}">
                <a16:creationId xmlns:a16="http://schemas.microsoft.com/office/drawing/2014/main" id="{D3B37D5B-DF01-998E-4E40-77B6F483F84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Data Structures: A Pseudocode Approach with C</a:t>
            </a: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F0FC2F5F-9CB2-1CF4-3C11-A4F292E7A09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4E87C27-C639-1141-9294-0E4C021BE66A}" type="slidenum">
              <a:rPr lang="en-US" altLang="en-US"/>
              <a:pPr>
                <a:defRPr/>
              </a:pPr>
              <a:t>53</a:t>
            </a:fld>
            <a:endParaRPr lang="en-US" altLang="en-US"/>
          </a:p>
        </p:txBody>
      </p:sp>
      <p:pic>
        <p:nvPicPr>
          <p:cNvPr id="80899" name="Picture 11">
            <a:extLst>
              <a:ext uri="{FF2B5EF4-FFF2-40B4-BE49-F238E27FC236}">
                <a16:creationId xmlns:a16="http://schemas.microsoft.com/office/drawing/2014/main" id="{AFCEF25F-01B8-588B-0FC5-41C3B2D73A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152400"/>
            <a:ext cx="6858000" cy="2586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0900" name="Picture 12">
            <a:extLst>
              <a:ext uri="{FF2B5EF4-FFF2-40B4-BE49-F238E27FC236}">
                <a16:creationId xmlns:a16="http://schemas.microsoft.com/office/drawing/2014/main" id="{5D82569A-9C4D-023D-4154-7B49A8F877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2667000"/>
            <a:ext cx="6934200" cy="3095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1">
            <a:extLst>
              <a:ext uri="{FF2B5EF4-FFF2-40B4-BE49-F238E27FC236}">
                <a16:creationId xmlns:a16="http://schemas.microsoft.com/office/drawing/2014/main" id="{57763737-B7C5-DB79-8196-B3CE7BD93E2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Data Structures: A Pseudocode Approach with C</a:t>
            </a:r>
          </a:p>
        </p:txBody>
      </p:sp>
      <p:sp>
        <p:nvSpPr>
          <p:cNvPr id="4" name="Slide Number Placeholder 2">
            <a:extLst>
              <a:ext uri="{FF2B5EF4-FFF2-40B4-BE49-F238E27FC236}">
                <a16:creationId xmlns:a16="http://schemas.microsoft.com/office/drawing/2014/main" id="{0E917C24-A25F-D76C-6DC1-5D0B9698701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864F1A2-1A5E-EF41-924D-ABE126B1D651}" type="slidenum">
              <a:rPr lang="en-US" altLang="en-US"/>
              <a:pPr>
                <a:defRPr/>
              </a:pPr>
              <a:t>54</a:t>
            </a:fld>
            <a:endParaRPr lang="en-US" altLang="en-US"/>
          </a:p>
        </p:txBody>
      </p:sp>
      <p:pic>
        <p:nvPicPr>
          <p:cNvPr id="81923" name="Picture 11">
            <a:extLst>
              <a:ext uri="{FF2B5EF4-FFF2-40B4-BE49-F238E27FC236}">
                <a16:creationId xmlns:a16="http://schemas.microsoft.com/office/drawing/2014/main" id="{34C71077-DA80-F813-01D4-B2CA89721D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228600"/>
            <a:ext cx="7880350" cy="5965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1">
            <a:extLst>
              <a:ext uri="{FF2B5EF4-FFF2-40B4-BE49-F238E27FC236}">
                <a16:creationId xmlns:a16="http://schemas.microsoft.com/office/drawing/2014/main" id="{DF1C0B77-D965-A165-6678-A1F489AD186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Data Structures: A Pseudocode Approach with C</a:t>
            </a:r>
          </a:p>
        </p:txBody>
      </p:sp>
      <p:sp>
        <p:nvSpPr>
          <p:cNvPr id="8" name="Slide Number Placeholder 2">
            <a:extLst>
              <a:ext uri="{FF2B5EF4-FFF2-40B4-BE49-F238E27FC236}">
                <a16:creationId xmlns:a16="http://schemas.microsoft.com/office/drawing/2014/main" id="{F01162D5-68A9-747A-F2AF-58284FA2D9D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8CBC1703-985B-9640-8C1D-75EF5F4389FB}" type="slidenum">
              <a:rPr lang="en-US" altLang="en-US"/>
              <a:pPr>
                <a:defRPr/>
              </a:pPr>
              <a:t>55</a:t>
            </a:fld>
            <a:endParaRPr lang="en-US" altLang="en-US"/>
          </a:p>
        </p:txBody>
      </p:sp>
      <p:sp>
        <p:nvSpPr>
          <p:cNvPr id="82947" name="Rectangle 2">
            <a:extLst>
              <a:ext uri="{FF2B5EF4-FFF2-40B4-BE49-F238E27FC236}">
                <a16:creationId xmlns:a16="http://schemas.microsoft.com/office/drawing/2014/main" id="{034CECE4-EB16-E5EB-D726-8218B14CCD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13716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endParaRPr lang="en-US" altLang="en-US"/>
          </a:p>
        </p:txBody>
      </p:sp>
      <p:sp>
        <p:nvSpPr>
          <p:cNvPr id="82948" name="Text Box 3">
            <a:extLst>
              <a:ext uri="{FF2B5EF4-FFF2-40B4-BE49-F238E27FC236}">
                <a16:creationId xmlns:a16="http://schemas.microsoft.com/office/drawing/2014/main" id="{A07228E9-18AA-DAEB-3857-D9DFBE4541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354013"/>
            <a:ext cx="351155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3600">
                <a:latin typeface="Arial" panose="020B0604020202020204" pitchFamily="34" charset="0"/>
              </a:rPr>
              <a:t>3-4   Stack ADT</a:t>
            </a:r>
          </a:p>
        </p:txBody>
      </p:sp>
      <p:sp>
        <p:nvSpPr>
          <p:cNvPr id="82949" name="Text Box 5">
            <a:extLst>
              <a:ext uri="{FF2B5EF4-FFF2-40B4-BE49-F238E27FC236}">
                <a16:creationId xmlns:a16="http://schemas.microsoft.com/office/drawing/2014/main" id="{090EDA2D-EB78-FC53-705E-ED9FDB6163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9600" y="6400800"/>
            <a:ext cx="1841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 sz="1800"/>
          </a:p>
        </p:txBody>
      </p:sp>
      <p:sp>
        <p:nvSpPr>
          <p:cNvPr id="571400" name="Rectangle 8">
            <a:extLst>
              <a:ext uri="{FF2B5EF4-FFF2-40B4-BE49-F238E27FC236}">
                <a16:creationId xmlns:a16="http://schemas.microsoft.com/office/drawing/2014/main" id="{9579D53F-0FD9-6628-588D-EB73BF003A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1676400"/>
            <a:ext cx="8229600" cy="1373188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lang="en-US" altLang="en-US" sz="2800" i="1">
                <a:effectLst>
                  <a:outerShdw blurRad="38100" dist="38100" dir="2700000" algn="tl">
                    <a:srgbClr val="C0C0C0"/>
                  </a:outerShdw>
                </a:effectLst>
              </a:rPr>
              <a:t>We begin the discussion of the stack ADT with a discussion of the stack structure and its application interface. We then develop the required functions. </a:t>
            </a:r>
          </a:p>
        </p:txBody>
      </p:sp>
      <p:sp>
        <p:nvSpPr>
          <p:cNvPr id="82951" name="Rectangle 9">
            <a:extLst>
              <a:ext uri="{FF2B5EF4-FFF2-40B4-BE49-F238E27FC236}">
                <a16:creationId xmlns:a16="http://schemas.microsoft.com/office/drawing/2014/main" id="{30063315-C065-9557-912E-95A687235A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3335338"/>
            <a:ext cx="4572000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buFontTx/>
              <a:buChar char="•"/>
            </a:pPr>
            <a:r>
              <a:rPr lang="fr-FR" altLang="en-US" sz="2800">
                <a:solidFill>
                  <a:schemeClr val="folHlink"/>
                </a:solidFill>
              </a:rPr>
              <a:t> Data Structure</a:t>
            </a:r>
          </a:p>
          <a:p>
            <a:pPr>
              <a:buFontTx/>
              <a:buChar char="•"/>
            </a:pPr>
            <a:r>
              <a:rPr lang="fr-FR" altLang="en-US" sz="2800">
                <a:solidFill>
                  <a:schemeClr val="folHlink"/>
                </a:solidFill>
              </a:rPr>
              <a:t> ADT Implemenation</a:t>
            </a:r>
            <a:endParaRPr lang="en-US" altLang="en-US" sz="2800">
              <a:solidFill>
                <a:schemeClr val="folHlink"/>
              </a:solidFill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1">
            <a:extLst>
              <a:ext uri="{FF2B5EF4-FFF2-40B4-BE49-F238E27FC236}">
                <a16:creationId xmlns:a16="http://schemas.microsoft.com/office/drawing/2014/main" id="{9FD3A928-677A-22AB-D4C3-0AAE01AEF83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Data Structures: A Pseudocode Approach with C</a:t>
            </a:r>
          </a:p>
        </p:txBody>
      </p:sp>
      <p:sp>
        <p:nvSpPr>
          <p:cNvPr id="4" name="Slide Number Placeholder 2">
            <a:extLst>
              <a:ext uri="{FF2B5EF4-FFF2-40B4-BE49-F238E27FC236}">
                <a16:creationId xmlns:a16="http://schemas.microsoft.com/office/drawing/2014/main" id="{24D82709-E760-261A-9C04-B0BFF50DA9E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F01C8D4-9320-2E4B-A379-56F222135579}" type="slidenum">
              <a:rPr lang="en-US" altLang="en-US"/>
              <a:pPr>
                <a:defRPr/>
              </a:pPr>
              <a:t>56</a:t>
            </a:fld>
            <a:endParaRPr lang="en-US" altLang="en-US"/>
          </a:p>
        </p:txBody>
      </p:sp>
      <p:pic>
        <p:nvPicPr>
          <p:cNvPr id="83971" name="Picture 11">
            <a:extLst>
              <a:ext uri="{FF2B5EF4-FFF2-40B4-BE49-F238E27FC236}">
                <a16:creationId xmlns:a16="http://schemas.microsoft.com/office/drawing/2014/main" id="{E849CCBA-C96A-EC92-66B1-21E87368FE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762000"/>
            <a:ext cx="8534400" cy="533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1">
            <a:extLst>
              <a:ext uri="{FF2B5EF4-FFF2-40B4-BE49-F238E27FC236}">
                <a16:creationId xmlns:a16="http://schemas.microsoft.com/office/drawing/2014/main" id="{E774ECA6-E78D-C4C4-C6D7-AEDC93C2074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Data Structures: A Pseudocode Approach with C</a:t>
            </a:r>
          </a:p>
        </p:txBody>
      </p:sp>
      <p:sp>
        <p:nvSpPr>
          <p:cNvPr id="4" name="Slide Number Placeholder 2">
            <a:extLst>
              <a:ext uri="{FF2B5EF4-FFF2-40B4-BE49-F238E27FC236}">
                <a16:creationId xmlns:a16="http://schemas.microsoft.com/office/drawing/2014/main" id="{881E6F28-B894-54AE-AC69-0941D6BF23F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A654DF8-BE1D-E843-8706-454CFAB51098}" type="slidenum">
              <a:rPr lang="en-US" altLang="en-US"/>
              <a:pPr>
                <a:defRPr/>
              </a:pPr>
              <a:t>57</a:t>
            </a:fld>
            <a:endParaRPr lang="en-US" altLang="en-US"/>
          </a:p>
        </p:txBody>
      </p:sp>
      <p:pic>
        <p:nvPicPr>
          <p:cNvPr id="84995" name="Picture 11">
            <a:extLst>
              <a:ext uri="{FF2B5EF4-FFF2-40B4-BE49-F238E27FC236}">
                <a16:creationId xmlns:a16="http://schemas.microsoft.com/office/drawing/2014/main" id="{6E62ED5E-36B8-48C9-F952-F1D886200B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990600"/>
            <a:ext cx="8410575" cy="472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1">
            <a:extLst>
              <a:ext uri="{FF2B5EF4-FFF2-40B4-BE49-F238E27FC236}">
                <a16:creationId xmlns:a16="http://schemas.microsoft.com/office/drawing/2014/main" id="{EDACE1EF-7F5B-7422-E944-1BFBD39BCF6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Data Structures: A Pseudocode Approach with C</a:t>
            </a:r>
          </a:p>
        </p:txBody>
      </p:sp>
      <p:sp>
        <p:nvSpPr>
          <p:cNvPr id="4" name="Slide Number Placeholder 2">
            <a:extLst>
              <a:ext uri="{FF2B5EF4-FFF2-40B4-BE49-F238E27FC236}">
                <a16:creationId xmlns:a16="http://schemas.microsoft.com/office/drawing/2014/main" id="{8EA82F22-9D63-EC89-CF42-E6A0A2540FE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4AE97999-C59B-5D46-9B72-BD85F98E8964}" type="slidenum">
              <a:rPr lang="en-US" altLang="en-US"/>
              <a:pPr>
                <a:defRPr/>
              </a:pPr>
              <a:t>58</a:t>
            </a:fld>
            <a:endParaRPr lang="en-US" altLang="en-US"/>
          </a:p>
        </p:txBody>
      </p:sp>
      <p:pic>
        <p:nvPicPr>
          <p:cNvPr id="86019" name="Picture 11">
            <a:extLst>
              <a:ext uri="{FF2B5EF4-FFF2-40B4-BE49-F238E27FC236}">
                <a16:creationId xmlns:a16="http://schemas.microsoft.com/office/drawing/2014/main" id="{2C46A97C-7C85-D079-EBF8-BCB286EC8A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685800"/>
            <a:ext cx="8401050" cy="5395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1">
            <a:extLst>
              <a:ext uri="{FF2B5EF4-FFF2-40B4-BE49-F238E27FC236}">
                <a16:creationId xmlns:a16="http://schemas.microsoft.com/office/drawing/2014/main" id="{60B1FAB7-A22E-01FC-A0C6-B8D7B6178EF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Data Structures: A Pseudocode Approach with C</a:t>
            </a: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49E921F5-69F7-90CD-AEB8-F74CBD1380B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FEC99CC-8AF0-884A-BBA7-BD0FDC620918}" type="slidenum">
              <a:rPr lang="en-US" altLang="en-US"/>
              <a:pPr>
                <a:defRPr/>
              </a:pPr>
              <a:t>59</a:t>
            </a:fld>
            <a:endParaRPr lang="en-US" altLang="en-US"/>
          </a:p>
        </p:txBody>
      </p:sp>
      <p:pic>
        <p:nvPicPr>
          <p:cNvPr id="87043" name="Picture 11">
            <a:extLst>
              <a:ext uri="{FF2B5EF4-FFF2-40B4-BE49-F238E27FC236}">
                <a16:creationId xmlns:a16="http://schemas.microsoft.com/office/drawing/2014/main" id="{BDAEFC9A-3443-54B2-04B6-7EA6288D2F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685800"/>
            <a:ext cx="7239000" cy="312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7044" name="Picture 12">
            <a:extLst>
              <a:ext uri="{FF2B5EF4-FFF2-40B4-BE49-F238E27FC236}">
                <a16:creationId xmlns:a16="http://schemas.microsoft.com/office/drawing/2014/main" id="{1920C4C2-EC51-949D-8FC3-F686A10503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3733800"/>
            <a:ext cx="7315200" cy="2792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1">
            <a:extLst>
              <a:ext uri="{FF2B5EF4-FFF2-40B4-BE49-F238E27FC236}">
                <a16:creationId xmlns:a16="http://schemas.microsoft.com/office/drawing/2014/main" id="{69A507C3-DD73-46FC-37B1-F4E40731EE2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Data Structures: A Pseudocode Approach with C</a:t>
            </a:r>
          </a:p>
        </p:txBody>
      </p:sp>
      <p:sp>
        <p:nvSpPr>
          <p:cNvPr id="4" name="Slide Number Placeholder 2">
            <a:extLst>
              <a:ext uri="{FF2B5EF4-FFF2-40B4-BE49-F238E27FC236}">
                <a16:creationId xmlns:a16="http://schemas.microsoft.com/office/drawing/2014/main" id="{92BB4D81-E4AB-0503-751B-1A100E1926F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426D18B1-A38B-A841-AF24-688B54715A00}" type="slidenum">
              <a:rPr lang="en-US" altLang="en-US"/>
              <a:pPr>
                <a:defRPr/>
              </a:pPr>
              <a:t>60</a:t>
            </a:fld>
            <a:endParaRPr lang="en-US" altLang="en-US"/>
          </a:p>
        </p:txBody>
      </p:sp>
      <p:pic>
        <p:nvPicPr>
          <p:cNvPr id="88067" name="Picture 11">
            <a:extLst>
              <a:ext uri="{FF2B5EF4-FFF2-40B4-BE49-F238E27FC236}">
                <a16:creationId xmlns:a16="http://schemas.microsoft.com/office/drawing/2014/main" id="{F06EFDEE-720D-1093-DA59-A9B74E9B0B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200" y="1676400"/>
            <a:ext cx="5791200" cy="2716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1">
            <a:extLst>
              <a:ext uri="{FF2B5EF4-FFF2-40B4-BE49-F238E27FC236}">
                <a16:creationId xmlns:a16="http://schemas.microsoft.com/office/drawing/2014/main" id="{218B4A39-E267-ECA4-548B-E3A21156657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Data Structures: A Pseudocode Approach with C</a:t>
            </a:r>
          </a:p>
        </p:txBody>
      </p:sp>
      <p:sp>
        <p:nvSpPr>
          <p:cNvPr id="4" name="Slide Number Placeholder 2">
            <a:extLst>
              <a:ext uri="{FF2B5EF4-FFF2-40B4-BE49-F238E27FC236}">
                <a16:creationId xmlns:a16="http://schemas.microsoft.com/office/drawing/2014/main" id="{B6E9EFEF-BE83-B5FD-FDFA-C8BE14C5954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9D5A29A-A5D6-B949-B566-8F2C12260ECD}" type="slidenum">
              <a:rPr lang="en-US" altLang="en-US"/>
              <a:pPr>
                <a:defRPr/>
              </a:pPr>
              <a:t>61</a:t>
            </a:fld>
            <a:endParaRPr lang="en-US" altLang="en-US"/>
          </a:p>
        </p:txBody>
      </p:sp>
      <p:pic>
        <p:nvPicPr>
          <p:cNvPr id="89091" name="Picture 11">
            <a:extLst>
              <a:ext uri="{FF2B5EF4-FFF2-40B4-BE49-F238E27FC236}">
                <a16:creationId xmlns:a16="http://schemas.microsoft.com/office/drawing/2014/main" id="{68A8ADE4-96F3-1C88-1F2D-DB9B3012F7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4950" y="1828800"/>
            <a:ext cx="8680450" cy="3276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1">
            <a:extLst>
              <a:ext uri="{FF2B5EF4-FFF2-40B4-BE49-F238E27FC236}">
                <a16:creationId xmlns:a16="http://schemas.microsoft.com/office/drawing/2014/main" id="{4A5A769E-636C-B809-0CEC-0935081C34F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Data Structures: A Pseudocode Approach with C</a:t>
            </a:r>
          </a:p>
        </p:txBody>
      </p:sp>
      <p:sp>
        <p:nvSpPr>
          <p:cNvPr id="4" name="Slide Number Placeholder 2">
            <a:extLst>
              <a:ext uri="{FF2B5EF4-FFF2-40B4-BE49-F238E27FC236}">
                <a16:creationId xmlns:a16="http://schemas.microsoft.com/office/drawing/2014/main" id="{15735B98-9841-7058-8789-6E5E01AA1EC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9D0657AD-5598-B44E-93CA-DA8C6B3277F8}" type="slidenum">
              <a:rPr lang="en-US" altLang="en-US"/>
              <a:pPr>
                <a:defRPr/>
              </a:pPr>
              <a:t>62</a:t>
            </a:fld>
            <a:endParaRPr lang="en-US" altLang="en-US"/>
          </a:p>
        </p:txBody>
      </p:sp>
      <p:pic>
        <p:nvPicPr>
          <p:cNvPr id="90115" name="Picture 11">
            <a:extLst>
              <a:ext uri="{FF2B5EF4-FFF2-40B4-BE49-F238E27FC236}">
                <a16:creationId xmlns:a16="http://schemas.microsoft.com/office/drawing/2014/main" id="{207D674E-50AD-B955-FBCE-779937D5F4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5950" y="533400"/>
            <a:ext cx="8528050" cy="381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1">
            <a:extLst>
              <a:ext uri="{FF2B5EF4-FFF2-40B4-BE49-F238E27FC236}">
                <a16:creationId xmlns:a16="http://schemas.microsoft.com/office/drawing/2014/main" id="{C75CE231-1E9E-109A-763D-F128E84DF1F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Data Structures: A Pseudocode Approach with C</a:t>
            </a:r>
          </a:p>
        </p:txBody>
      </p:sp>
      <p:sp>
        <p:nvSpPr>
          <p:cNvPr id="6" name="Slide Number Placeholder 2">
            <a:extLst>
              <a:ext uri="{FF2B5EF4-FFF2-40B4-BE49-F238E27FC236}">
                <a16:creationId xmlns:a16="http://schemas.microsoft.com/office/drawing/2014/main" id="{AFBA7664-01CD-0BB6-D5C0-A640D066C9F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A78282C1-B38B-C64D-AFFC-249C348CE3EB}" type="slidenum">
              <a:rPr lang="en-US" altLang="en-US"/>
              <a:pPr>
                <a:defRPr/>
              </a:pPr>
              <a:t>63</a:t>
            </a:fld>
            <a:endParaRPr lang="en-US" altLang="en-US"/>
          </a:p>
        </p:txBody>
      </p:sp>
      <p:pic>
        <p:nvPicPr>
          <p:cNvPr id="91139" name="Picture 11">
            <a:extLst>
              <a:ext uri="{FF2B5EF4-FFF2-40B4-BE49-F238E27FC236}">
                <a16:creationId xmlns:a16="http://schemas.microsoft.com/office/drawing/2014/main" id="{6FB621E7-E339-8977-068F-C8B3618E1E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6249"/>
          <a:stretch>
            <a:fillRect/>
          </a:stretch>
        </p:blipFill>
        <p:spPr bwMode="auto">
          <a:xfrm>
            <a:off x="533400" y="0"/>
            <a:ext cx="6318250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1140" name="Picture 12">
            <a:extLst>
              <a:ext uri="{FF2B5EF4-FFF2-40B4-BE49-F238E27FC236}">
                <a16:creationId xmlns:a16="http://schemas.microsoft.com/office/drawing/2014/main" id="{02BE5D8C-5966-C5FC-7CFD-26793C94C8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551" t="6786" b="62193"/>
          <a:stretch>
            <a:fillRect/>
          </a:stretch>
        </p:blipFill>
        <p:spPr bwMode="auto">
          <a:xfrm>
            <a:off x="1828800" y="990600"/>
            <a:ext cx="5029200" cy="2073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1141" name="Picture 13">
            <a:extLst>
              <a:ext uri="{FF2B5EF4-FFF2-40B4-BE49-F238E27FC236}">
                <a16:creationId xmlns:a16="http://schemas.microsoft.com/office/drawing/2014/main" id="{663B1893-83F4-7704-2A3F-6B1115B55B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658" t="37807"/>
          <a:stretch>
            <a:fillRect/>
          </a:stretch>
        </p:blipFill>
        <p:spPr bwMode="auto">
          <a:xfrm>
            <a:off x="1752600" y="3048000"/>
            <a:ext cx="5105400" cy="2762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1">
            <a:extLst>
              <a:ext uri="{FF2B5EF4-FFF2-40B4-BE49-F238E27FC236}">
                <a16:creationId xmlns:a16="http://schemas.microsoft.com/office/drawing/2014/main" id="{F543E45D-7AB1-3732-E654-81676D2A4BC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Data Structures: A Pseudocode Approach with C</a:t>
            </a:r>
          </a:p>
        </p:txBody>
      </p:sp>
      <p:sp>
        <p:nvSpPr>
          <p:cNvPr id="4" name="Slide Number Placeholder 2">
            <a:extLst>
              <a:ext uri="{FF2B5EF4-FFF2-40B4-BE49-F238E27FC236}">
                <a16:creationId xmlns:a16="http://schemas.microsoft.com/office/drawing/2014/main" id="{1E59066B-8484-31EC-4643-2679378D7D2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47C643A-E8AB-2F40-ADBF-DD95C085FEEC}" type="slidenum">
              <a:rPr lang="en-US" altLang="en-US"/>
              <a:pPr>
                <a:defRPr/>
              </a:pPr>
              <a:t>64</a:t>
            </a:fld>
            <a:endParaRPr lang="en-US" altLang="en-US"/>
          </a:p>
        </p:txBody>
      </p:sp>
      <p:pic>
        <p:nvPicPr>
          <p:cNvPr id="92163" name="Picture 11">
            <a:extLst>
              <a:ext uri="{FF2B5EF4-FFF2-40B4-BE49-F238E27FC236}">
                <a16:creationId xmlns:a16="http://schemas.microsoft.com/office/drawing/2014/main" id="{DD2581BD-E442-C887-F3AD-4C68CC0AEC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1371600"/>
            <a:ext cx="8528050" cy="3771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1">
            <a:extLst>
              <a:ext uri="{FF2B5EF4-FFF2-40B4-BE49-F238E27FC236}">
                <a16:creationId xmlns:a16="http://schemas.microsoft.com/office/drawing/2014/main" id="{D6D75823-1CF8-5054-6319-80345569C51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Data Structures: A Pseudocode Approach with C</a:t>
            </a:r>
          </a:p>
        </p:txBody>
      </p:sp>
      <p:sp>
        <p:nvSpPr>
          <p:cNvPr id="4" name="Slide Number Placeholder 2">
            <a:extLst>
              <a:ext uri="{FF2B5EF4-FFF2-40B4-BE49-F238E27FC236}">
                <a16:creationId xmlns:a16="http://schemas.microsoft.com/office/drawing/2014/main" id="{8CCC1764-0EB5-CA5B-7D02-834FF2AEC15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9829614-D921-5944-AE7E-19BE7AF9836D}" type="slidenum">
              <a:rPr lang="en-US" altLang="en-US"/>
              <a:pPr>
                <a:defRPr/>
              </a:pPr>
              <a:t>65</a:t>
            </a:fld>
            <a:endParaRPr lang="en-US" altLang="en-US"/>
          </a:p>
        </p:txBody>
      </p:sp>
      <p:pic>
        <p:nvPicPr>
          <p:cNvPr id="93187" name="Picture 11">
            <a:extLst>
              <a:ext uri="{FF2B5EF4-FFF2-40B4-BE49-F238E27FC236}">
                <a16:creationId xmlns:a16="http://schemas.microsoft.com/office/drawing/2014/main" id="{35A77B38-A2FC-3FA7-2D48-D2AE3D9D4D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101600"/>
            <a:ext cx="7459663" cy="614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.5|3.8|3.9|8.1|27.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.5|3.8|3.9|8.1|27.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.5|3.8|3.9|8.1|27.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.5|3.8|3.9|8.1|27.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.5|3.8|3.9|8.1|27.1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.5|3.8|3.9|8.1|27.1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.5|3.8|3.9|8.1|27.1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.5|3.8|3.9|8.1|27.1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.5|3.8|3.9|8.1|27.1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.5|3.8|3.9|8.1|27.1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.5|3.8|3.9|8.1|27.1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.5|3.8|3.9|8.1|27.1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.5|3.8|3.9|8.1|27.1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heme/theme1.xml><?xml version="1.0" encoding="utf-8"?>
<a:theme xmlns:a="http://schemas.openxmlformats.org/drawingml/2006/main" name="Blends">
  <a:themeElements>
    <a:clrScheme name="Blends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2988</TotalTime>
  <Words>1516</Words>
  <Application>Microsoft Macintosh PowerPoint</Application>
  <PresentationFormat>On-screen Show (4:3)</PresentationFormat>
  <Paragraphs>411</Paragraphs>
  <Slides>65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65</vt:i4>
      </vt:variant>
    </vt:vector>
  </HeadingPairs>
  <TitlesOfParts>
    <vt:vector size="72" baseType="lpstr">
      <vt:lpstr>Arial</vt:lpstr>
      <vt:lpstr>Courier New</vt:lpstr>
      <vt:lpstr>McGrawHill-Italic</vt:lpstr>
      <vt:lpstr>Tahoma</vt:lpstr>
      <vt:lpstr>Times New Roman</vt:lpstr>
      <vt:lpstr>Wingdings</vt:lpstr>
      <vt:lpstr>Blends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Stack can be implemented as an array</vt:lpstr>
      <vt:lpstr>Stack as an array</vt:lpstr>
      <vt:lpstr>Add an element to the stack: arrayStack.add(“A”)</vt:lpstr>
      <vt:lpstr>Add three more elements to the stack: arrayStack.push(“B”),  arrayStack.add(“C”),  arrayStack.add(“D”)  </vt:lpstr>
      <vt:lpstr>Now remove an element</vt:lpstr>
      <vt:lpstr>Now remove an element</vt:lpstr>
      <vt:lpstr>We need to update the top variable</vt:lpstr>
      <vt:lpstr>We need to update the top variable</vt:lpstr>
      <vt:lpstr>We need to update the top variable</vt:lpstr>
      <vt:lpstr>What happens if we continue removing elements from the stack?</vt:lpstr>
      <vt:lpstr>What happens if we continue removing elements from the stack?</vt:lpstr>
      <vt:lpstr>What happens if we continue removing elements from the stack?</vt:lpstr>
      <vt:lpstr>What happens when the stack is full?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Valued Gateway Client</dc:creator>
  <cp:lastModifiedBy>Muhammad Asaduzzaman</cp:lastModifiedBy>
  <cp:revision>129</cp:revision>
  <dcterms:created xsi:type="dcterms:W3CDTF">2000-01-15T04:50:39Z</dcterms:created>
  <dcterms:modified xsi:type="dcterms:W3CDTF">2025-07-23T19:17:31Z</dcterms:modified>
</cp:coreProperties>
</file>