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sldIdLst>
    <p:sldId id="256" r:id="rId2"/>
    <p:sldId id="257" r:id="rId3"/>
    <p:sldId id="258" r:id="rId4"/>
    <p:sldId id="259" r:id="rId5"/>
    <p:sldId id="260" r:id="rId6"/>
    <p:sldId id="328" r:id="rId7"/>
    <p:sldId id="329" r:id="rId8"/>
    <p:sldId id="330" r:id="rId9"/>
    <p:sldId id="331" r:id="rId10"/>
    <p:sldId id="295" r:id="rId11"/>
    <p:sldId id="332" r:id="rId12"/>
    <p:sldId id="296" r:id="rId13"/>
    <p:sldId id="298" r:id="rId14"/>
    <p:sldId id="299" r:id="rId15"/>
    <p:sldId id="297" r:id="rId16"/>
    <p:sldId id="333" r:id="rId17"/>
    <p:sldId id="261" r:id="rId18"/>
    <p:sldId id="262" r:id="rId19"/>
    <p:sldId id="334" r:id="rId20"/>
    <p:sldId id="263" r:id="rId21"/>
    <p:sldId id="264" r:id="rId22"/>
    <p:sldId id="300" r:id="rId23"/>
    <p:sldId id="265" r:id="rId24"/>
    <p:sldId id="335" r:id="rId25"/>
    <p:sldId id="336" r:id="rId26"/>
    <p:sldId id="301" r:id="rId27"/>
    <p:sldId id="302" r:id="rId28"/>
    <p:sldId id="337" r:id="rId29"/>
    <p:sldId id="266" r:id="rId30"/>
    <p:sldId id="267" r:id="rId31"/>
    <p:sldId id="268" r:id="rId32"/>
    <p:sldId id="303" r:id="rId33"/>
    <p:sldId id="327" r:id="rId34"/>
    <p:sldId id="269" r:id="rId35"/>
    <p:sldId id="304" r:id="rId36"/>
    <p:sldId id="305" r:id="rId37"/>
    <p:sldId id="306" r:id="rId38"/>
    <p:sldId id="338" r:id="rId39"/>
    <p:sldId id="340" r:id="rId40"/>
    <p:sldId id="339" r:id="rId41"/>
    <p:sldId id="342" r:id="rId42"/>
    <p:sldId id="341" r:id="rId43"/>
    <p:sldId id="343" r:id="rId44"/>
    <p:sldId id="344" r:id="rId45"/>
    <p:sldId id="346" r:id="rId46"/>
    <p:sldId id="347" r:id="rId47"/>
    <p:sldId id="349" r:id="rId48"/>
    <p:sldId id="350" r:id="rId49"/>
    <p:sldId id="351" r:id="rId50"/>
    <p:sldId id="352" r:id="rId51"/>
    <p:sldId id="348" r:id="rId52"/>
    <p:sldId id="353" r:id="rId53"/>
    <p:sldId id="354" r:id="rId54"/>
    <p:sldId id="355" r:id="rId55"/>
    <p:sldId id="356" r:id="rId56"/>
    <p:sldId id="357" r:id="rId57"/>
    <p:sldId id="371" r:id="rId58"/>
    <p:sldId id="372" r:id="rId59"/>
    <p:sldId id="373" r:id="rId60"/>
    <p:sldId id="374" r:id="rId61"/>
    <p:sldId id="375" r:id="rId62"/>
    <p:sldId id="381" r:id="rId63"/>
    <p:sldId id="376" r:id="rId64"/>
    <p:sldId id="377" r:id="rId65"/>
    <p:sldId id="378" r:id="rId66"/>
    <p:sldId id="379" r:id="rId67"/>
    <p:sldId id="380" r:id="rId68"/>
    <p:sldId id="382" r:id="rId69"/>
    <p:sldId id="383" r:id="rId70"/>
    <p:sldId id="384" r:id="rId71"/>
    <p:sldId id="385" r:id="rId72"/>
    <p:sldId id="401" r:id="rId73"/>
    <p:sldId id="402" r:id="rId74"/>
    <p:sldId id="403" r:id="rId75"/>
    <p:sldId id="404" r:id="rId76"/>
    <p:sldId id="405" r:id="rId77"/>
    <p:sldId id="406" r:id="rId78"/>
    <p:sldId id="408" r:id="rId79"/>
    <p:sldId id="407" r:id="rId80"/>
    <p:sldId id="409" r:id="rId81"/>
    <p:sldId id="410" r:id="rId82"/>
    <p:sldId id="411" r:id="rId83"/>
    <p:sldId id="412" r:id="rId84"/>
    <p:sldId id="413" r:id="rId85"/>
    <p:sldId id="414" r:id="rId86"/>
    <p:sldId id="415" r:id="rId87"/>
    <p:sldId id="416" r:id="rId88"/>
    <p:sldId id="417" r:id="rId89"/>
    <p:sldId id="418" r:id="rId90"/>
    <p:sldId id="419" r:id="rId91"/>
    <p:sldId id="270" r:id="rId92"/>
    <p:sldId id="271" r:id="rId93"/>
    <p:sldId id="307" r:id="rId94"/>
    <p:sldId id="308" r:id="rId95"/>
    <p:sldId id="309" r:id="rId96"/>
    <p:sldId id="272" r:id="rId97"/>
    <p:sldId id="273" r:id="rId98"/>
    <p:sldId id="274" r:id="rId99"/>
    <p:sldId id="275" r:id="rId100"/>
    <p:sldId id="276" r:id="rId101"/>
    <p:sldId id="310" r:id="rId102"/>
    <p:sldId id="277" r:id="rId103"/>
    <p:sldId id="278" r:id="rId104"/>
    <p:sldId id="279" r:id="rId105"/>
    <p:sldId id="311" r:id="rId106"/>
    <p:sldId id="280" r:id="rId107"/>
    <p:sldId id="312" r:id="rId108"/>
    <p:sldId id="281" r:id="rId109"/>
    <p:sldId id="313" r:id="rId110"/>
    <p:sldId id="282" r:id="rId111"/>
    <p:sldId id="283" r:id="rId112"/>
    <p:sldId id="284" r:id="rId113"/>
    <p:sldId id="314" r:id="rId114"/>
    <p:sldId id="285" r:id="rId115"/>
    <p:sldId id="286" r:id="rId116"/>
    <p:sldId id="287" r:id="rId117"/>
    <p:sldId id="315" r:id="rId118"/>
    <p:sldId id="291" r:id="rId119"/>
    <p:sldId id="323" r:id="rId120"/>
    <p:sldId id="294" r:id="rId121"/>
    <p:sldId id="325" r:id="rId122"/>
    <p:sldId id="326" r:id="rId1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7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7B3FBEB-742B-FC97-A609-7D94CAE44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2DB6ACF9-8720-AB9A-E125-7F74A3F2D6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B8A03CA-E5FC-AFEB-FD03-FEE7294C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B981E-2EC0-874C-B8CC-F5DF956028FC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4DE5AD-953B-94D0-11E2-2B25CAF7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A02521E-D6AD-7891-2F16-775DFAF1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52C36-08F7-4246-AB26-C4517A867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40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F56DF-3671-6CBC-9BFA-61287CA2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EE02F-0EAC-144C-9D4A-1CFBDA4E8CB0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3DB42-A932-DA1C-54BE-0AAAA85F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8EA78-3B44-8E9F-3FD5-B459FA57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6FD5E-ECC7-4A47-A474-EC40A3D019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552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74CC9-1508-BCC6-8D1E-AF7C0B2B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A4CE7-E26A-2F4A-9384-843F21CBF83C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D174C-529E-8790-DF99-B4D5006A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4ECC6-DA5F-8E09-A872-D5494ED9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B9A0E-1F73-304A-B5AB-14265334D3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04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6DF8C1-1F03-599C-9BB0-255E0163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06C89-EF15-4040-B9B1-DE66AAAD34B8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66D426-2C24-6ABE-2B16-03A8347A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1EC49E-83F0-4A7E-C0F4-CC0993CB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9D03-105C-D94D-8FD4-9E3D899D03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93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AA6B929-E0E0-8004-6BF4-F3C620CD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7D221-0786-934C-BE7D-2C97D93C85D2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E2BEF1-2EBB-D645-2C47-18E71C1C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D53E833-0773-73FE-F2C8-86ECA319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440070-F2A8-FC4A-81AB-3C58643410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70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0080CAB-994F-2858-BCA2-ECADA0D5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5A0EF-CBA2-9C4A-BD4F-349A373C23E1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E8F3ECC-40C0-2ED6-3B32-7171D128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F945D8-10A4-3E7A-1AA8-014CABAF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79C3C5-045C-A149-ABF1-5F7E78FF32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7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66F14B-0DF2-953F-88E1-B99B0704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55DCF-141D-BE48-8DF1-061280B9B2D1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21D0B0-4B01-F5BF-47CA-BC3579B6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01FB776-53B7-3F31-07D1-12D20A1C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2E0C8E-E7FD-F34D-871E-A1BB0C36E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13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58A095-8FD4-67AA-7574-96C73C6E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10A61-9F96-9F43-866C-1C2A23D163BF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EF87831-7CDB-8AC4-9AAB-B05039B9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81B8EF-577D-D65D-65AC-B68243D5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20ABE-D51E-D641-A640-1D60C3EB2E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22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2B8BAA3-EFCB-8788-57F9-CE160400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C3C91-317F-1A47-A124-0BA5B27C0111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294FFF-3F96-F355-ACFB-DCB13CB7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56408E-46DD-11D2-3BB1-9D8668FC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C5FEE-F619-0D4F-823A-27D958885E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03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76477-5FD7-ACD8-1740-83C2CC5D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0A414-83AE-FE41-B0E0-6ECD817F4E41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5E4B-A1E3-D566-87AE-85D826A8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67C59-975B-EF9A-C91F-1C5C6762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63CAF2-63F4-DD47-B164-B80C21B9C8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56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D1A39-58BE-77E7-74DA-CC1347F2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34C0C-7438-F041-8377-3B4C0D741F8E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0BD5E-815B-48D8-D11F-62B89432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035AC-8287-7E2C-E08D-CA05F127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CE735-54A6-8F46-93F8-E96DDB0B8A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90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5DF72D8-379F-5D1C-3C78-9CC778129C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5B6466D-3742-3996-2E3A-6FBAAFA871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DCBA5-04F0-AD9E-CE8A-6420608B4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2AB541A-7DC8-CF47-9408-17439D0F2BF4}" type="datetimeFigureOut">
              <a:rPr lang="en-US"/>
              <a:pPr>
                <a:defRPr/>
              </a:pPr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08225-A6AB-A0BD-F91E-B0ADD2084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72B56-F946-E229-6EB4-30EAE3CA8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F4052D93-E44C-7646-9C4E-A8F1F30C82E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A65EE837-98BD-8261-4E06-C1689DF547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2" TargetMode="External"/><Relationship Id="rId2" Type="http://schemas.openxmlformats.org/officeDocument/2006/relationships/hyperlink" Target="CodeSamples3.htm#Listing 6.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CodeSamples3.htm#Listing 6.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6" TargetMode="External"/><Relationship Id="rId2" Type="http://schemas.openxmlformats.org/officeDocument/2006/relationships/hyperlink" Target="CodeSamples3.htm#Listing 6.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8" TargetMode="External"/><Relationship Id="rId2" Type="http://schemas.openxmlformats.org/officeDocument/2006/relationships/hyperlink" Target="CodeSamples3.htm#Listing 6.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10" TargetMode="External"/><Relationship Id="rId2" Type="http://schemas.openxmlformats.org/officeDocument/2006/relationships/hyperlink" Target="CodeSamples3.htm#Listing 6.9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11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13" TargetMode="External"/><Relationship Id="rId2" Type="http://schemas.openxmlformats.org/officeDocument/2006/relationships/hyperlink" Target="CodeSamples3.htm#Listing 6.12" TargetMode="Externa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CodeSamples3.htm#Listing 6.13" TargetMode="External"/><Relationship Id="rId2" Type="http://schemas.openxmlformats.org/officeDocument/2006/relationships/hyperlink" Target="CodeSamples3.htm#Listing 6.14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13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CodeSamples3.htm#Listing 6.15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1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16" TargetMode="Externa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CodeSamples3.htm#Listing 6.17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18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CodeSamples3.htm#Listing 6.1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CodeSamples3.htm#Listing 6.20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CodeSamples3.htm#Listing 6.22" TargetMode="Externa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BDEB04B-FD67-7E6F-4130-FF08F3E68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16125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en-US"/>
              <a:t>More About Objects and Methods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7F271C4A-51D5-75B9-7531-90E5106C2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95800"/>
            <a:ext cx="6858000" cy="1655763"/>
          </a:xfrm>
        </p:spPr>
        <p:txBody>
          <a:bodyPr/>
          <a:lstStyle/>
          <a:p>
            <a:pPr eaLnBrk="1" hangingPunct="1"/>
            <a:r>
              <a:rPr lang="en-US" altLang="en-US"/>
              <a:t>Chapter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EDE2EC5F-FF9E-FD66-9409-224FDD03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E77AB8B4-0DCB-3B4D-3639-8FA403FD6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375" y="1600200"/>
            <a:ext cx="7591425" cy="4525963"/>
          </a:xfrm>
        </p:spPr>
        <p:txBody>
          <a:bodyPr/>
          <a:lstStyle/>
          <a:p>
            <a:pPr eaLnBrk="1" hangingPunct="1"/>
            <a:r>
              <a:rPr lang="en-US" altLang="en-US"/>
              <a:t>Define and use constructors</a:t>
            </a:r>
          </a:p>
          <a:p>
            <a:pPr eaLnBrk="1" hangingPunct="1"/>
            <a:r>
              <a:rPr lang="en-US" altLang="en-US"/>
              <a:t>Write and use static variables and methods</a:t>
            </a:r>
          </a:p>
          <a:p>
            <a:pPr eaLnBrk="1" hangingPunct="1"/>
            <a:r>
              <a:rPr lang="en-US" altLang="en-US"/>
              <a:t>Use methods from class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Math</a:t>
            </a:r>
          </a:p>
          <a:p>
            <a:pPr eaLnBrk="1" hangingPunct="1"/>
            <a:r>
              <a:rPr lang="en-US" altLang="en-US"/>
              <a:t>Use predefined wrapper classes</a:t>
            </a:r>
          </a:p>
          <a:p>
            <a:pPr eaLnBrk="1" hangingPunct="1"/>
            <a:r>
              <a:rPr lang="en-US" altLang="en-US"/>
              <a:t>Use stubs, drivers to test classes and 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8DD7330-B6A1-BCE6-D101-C81629AD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03D10D4F-A0BB-E190-57C2-FB6C5A3D7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513" y="1600200"/>
            <a:ext cx="7888287" cy="4525963"/>
          </a:xfrm>
        </p:spPr>
        <p:txBody>
          <a:bodyPr/>
          <a:lstStyle/>
          <a:p>
            <a:pPr eaLnBrk="1" hangingPunct="1"/>
            <a:r>
              <a:rPr lang="en-US" altLang="en-US"/>
              <a:t>Write and use overloaded methods</a:t>
            </a:r>
          </a:p>
          <a:p>
            <a:pPr eaLnBrk="1" hangingPunct="1"/>
            <a:r>
              <a:rPr lang="en-US" altLang="en-US"/>
              <a:t>Define and use enumeration methods</a:t>
            </a:r>
          </a:p>
          <a:p>
            <a:pPr eaLnBrk="1" hangingPunct="1"/>
            <a:r>
              <a:rPr lang="en-US" altLang="en-US"/>
              <a:t>Define and use packages and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import</a:t>
            </a:r>
            <a:r>
              <a:rPr lang="en-US" altLang="en-US"/>
              <a:t> statements</a:t>
            </a:r>
          </a:p>
          <a:p>
            <a:pPr eaLnBrk="1" hangingPunct="1"/>
            <a:r>
              <a:rPr lang="en-US" altLang="en-US"/>
              <a:t>Add buttons and images to JavaFX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1E431B8-B5E4-F701-E68A-54FDEF54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Constructors: Outline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A5D540E-8031-56BE-B9C3-6095A9092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188" y="1870075"/>
            <a:ext cx="7440612" cy="4256088"/>
          </a:xfrm>
        </p:spPr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  <a:p>
            <a:pPr eaLnBrk="1" hangingPunct="1"/>
            <a:r>
              <a:rPr lang="en-US" altLang="en-US"/>
              <a:t>Calling Methods from Constructors</a:t>
            </a:r>
          </a:p>
          <a:p>
            <a:pPr eaLnBrk="1" hangingPunct="1"/>
            <a:r>
              <a:rPr lang="en-US" altLang="en-US"/>
              <a:t>Calling a Constructor from Other Constructors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C8BF577-4D75-D244-A966-CDD0520F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96881A2-60F9-F95C-89E4-8F2674BD0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" y="1474788"/>
            <a:ext cx="8458200" cy="4525962"/>
          </a:xfrm>
        </p:spPr>
        <p:txBody>
          <a:bodyPr/>
          <a:lstStyle/>
          <a:p>
            <a:pPr eaLnBrk="1" hangingPunct="1"/>
            <a:r>
              <a:rPr lang="en-US" altLang="en-US"/>
              <a:t>A special method called when instance of an object created with new</a:t>
            </a:r>
          </a:p>
          <a:p>
            <a:pPr lvl="1" eaLnBrk="1" hangingPunct="1"/>
            <a:r>
              <a:rPr lang="en-US" altLang="en-US"/>
              <a:t>Create objects</a:t>
            </a:r>
          </a:p>
          <a:p>
            <a:pPr lvl="1" eaLnBrk="1" hangingPunct="1"/>
            <a:r>
              <a:rPr lang="en-US" altLang="en-US"/>
              <a:t>Initialize values of instance variables</a:t>
            </a:r>
          </a:p>
          <a:p>
            <a:pPr eaLnBrk="1" hangingPunct="1"/>
            <a:r>
              <a:rPr lang="en-US" altLang="en-US"/>
              <a:t>Can have parameters</a:t>
            </a:r>
          </a:p>
          <a:p>
            <a:pPr lvl="1" eaLnBrk="1" hangingPunct="1"/>
            <a:r>
              <a:rPr lang="en-US" altLang="en-US"/>
              <a:t>To specify initial values if desired</a:t>
            </a:r>
          </a:p>
          <a:p>
            <a:pPr eaLnBrk="1" hangingPunct="1"/>
            <a:r>
              <a:rPr lang="en-US" altLang="en-US"/>
              <a:t>May have multiple definitions</a:t>
            </a:r>
          </a:p>
          <a:p>
            <a:pPr lvl="1" eaLnBrk="1" hangingPunct="1"/>
            <a:r>
              <a:rPr lang="en-US" altLang="en-US"/>
              <a:t>Each with different numbers or types of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A0E64B-F1A7-C320-F0FB-4EFCF2165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772" y="858348"/>
            <a:ext cx="8022981" cy="5329315"/>
          </a:xfrm>
        </p:spPr>
      </p:pic>
    </p:spTree>
    <p:extLst>
      <p:ext uri="{BB962C8B-B14F-4D97-AF65-F5344CB8AC3E}">
        <p14:creationId xmlns:p14="http://schemas.microsoft.com/office/powerpoint/2010/main" val="42005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F014-93E9-2040-0488-375EBC96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815051-6A0C-D0B6-F6F8-C411A7BF9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12" y="73228"/>
            <a:ext cx="7772400" cy="67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CECE-1FD5-2FBD-D01C-C76C08FC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4D2856-6000-F407-3735-DC0AE3096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55" y="70338"/>
            <a:ext cx="6291136" cy="672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4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FB8D-31F0-FEFA-36D6-C3ED6BBD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796D8-4F4F-578E-7FE1-772FFF8BF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47869"/>
            <a:ext cx="5974157" cy="63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3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0CBD9AD-1D9A-2A2F-83AC-55AADEF5B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C0AA0BAB-3089-75FD-648B-A6839D60C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class to represent pets</a:t>
            </a:r>
          </a:p>
          <a:p>
            <a:pPr eaLnBrk="1" hangingPunct="1"/>
            <a:r>
              <a:rPr lang="en-US" altLang="en-US"/>
              <a:t>Figure 6.1  Class Diagram for Class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Pet</a:t>
            </a:r>
          </a:p>
        </p:txBody>
      </p:sp>
      <p:pic>
        <p:nvPicPr>
          <p:cNvPr id="8196" name="Picture 5">
            <a:extLst>
              <a:ext uri="{FF2B5EF4-FFF2-40B4-BE49-F238E27FC236}">
                <a16:creationId xmlns:a16="http://schemas.microsoft.com/office/drawing/2014/main" id="{3A463359-F3FD-FF3F-5E1A-A0C797792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2870200"/>
            <a:ext cx="5530850" cy="3386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8A97D-E762-2061-70A8-C2F0E0EE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PET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A314F-515E-F93C-A215-C3B7F0F88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64" y="1606062"/>
            <a:ext cx="7718586" cy="4608940"/>
          </a:xfrm>
        </p:spPr>
      </p:pic>
    </p:spTree>
    <p:extLst>
      <p:ext uri="{BB962C8B-B14F-4D97-AF65-F5344CB8AC3E}">
        <p14:creationId xmlns:p14="http://schemas.microsoft.com/office/powerpoint/2010/main" val="72303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DE2584A-1550-790E-D6ED-54B51266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F639BB9-8EE7-1FF2-145B-F232A872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3675"/>
            <a:ext cx="8229600" cy="4662488"/>
          </a:xfrm>
        </p:spPr>
        <p:txBody>
          <a:bodyPr/>
          <a:lstStyle/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6.1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Pet</a:t>
            </a:r>
            <a:endParaRPr lang="en-US" altLang="en-US" sz="3600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Note different constructors</a:t>
            </a:r>
          </a:p>
          <a:p>
            <a:pPr lvl="1" eaLnBrk="1" hangingPunct="1"/>
            <a:r>
              <a:rPr lang="en-US" altLang="en-US"/>
              <a:t>Default</a:t>
            </a:r>
          </a:p>
          <a:p>
            <a:pPr lvl="1" eaLnBrk="1" hangingPunct="1"/>
            <a:r>
              <a:rPr lang="en-US" altLang="en-US"/>
              <a:t>With 3 parameters</a:t>
            </a:r>
          </a:p>
          <a:p>
            <a:pPr lvl="1" eaLnBrk="1" hangingPunct="1"/>
            <a:r>
              <a:rPr lang="en-US" altLang="en-US"/>
              <a:t>With String parameter</a:t>
            </a:r>
          </a:p>
          <a:p>
            <a:pPr lvl="1" eaLnBrk="1" hangingPunct="1"/>
            <a:r>
              <a:rPr lang="en-US" altLang="en-US"/>
              <a:t>With double parameter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6.2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PetDemo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>
            <a:extLst>
              <a:ext uri="{FF2B5EF4-FFF2-40B4-BE49-F238E27FC236}">
                <a16:creationId xmlns:a16="http://schemas.microsoft.com/office/drawing/2014/main" id="{97741E36-6CEE-4E33-571E-275394D8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</p:txBody>
      </p:sp>
      <p:pic>
        <p:nvPicPr>
          <p:cNvPr id="10243" name="Picture 2">
            <a:extLst>
              <a:ext uri="{FF2B5EF4-FFF2-40B4-BE49-F238E27FC236}">
                <a16:creationId xmlns:a16="http://schemas.microsoft.com/office/drawing/2014/main" id="{D0440D75-E295-73DA-8333-E2E28E2A4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1706563"/>
            <a:ext cx="6265863" cy="4054475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 Box 7">
            <a:extLst>
              <a:ext uri="{FF2B5EF4-FFF2-40B4-BE49-F238E27FC236}">
                <a16:creationId xmlns:a16="http://schemas.microsoft.com/office/drawing/2014/main" id="{CEE4D3D6-3623-1E73-233D-C46259E74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725" y="362267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A261480-813B-EA25-47E8-5BCFB7C3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Constructors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4AD398F-3263-8046-D37B-8020268C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 without parameters is the default constructor</a:t>
            </a:r>
          </a:p>
          <a:p>
            <a:pPr lvl="1" eaLnBrk="1" hangingPunct="1"/>
            <a:r>
              <a:rPr lang="en-US" altLang="en-US"/>
              <a:t>Java will define this automatically if the class designer does not define any constructors</a:t>
            </a:r>
          </a:p>
          <a:p>
            <a:pPr lvl="1" eaLnBrk="1" hangingPunct="1"/>
            <a:r>
              <a:rPr lang="en-US" altLang="en-US"/>
              <a:t>If you </a:t>
            </a:r>
            <a:r>
              <a:rPr lang="en-US" altLang="en-US" u="sng"/>
              <a:t>do</a:t>
            </a:r>
            <a:r>
              <a:rPr lang="en-US" altLang="en-US"/>
              <a:t> define a constructor, Java will </a:t>
            </a:r>
            <a:r>
              <a:rPr lang="en-US" altLang="en-US" u="sng"/>
              <a:t>not</a:t>
            </a:r>
            <a:r>
              <a:rPr lang="en-US" altLang="en-US"/>
              <a:t> automatically define a default constructor</a:t>
            </a:r>
          </a:p>
          <a:p>
            <a:pPr eaLnBrk="1" hangingPunct="1"/>
            <a:r>
              <a:rPr lang="en-US" altLang="en-US"/>
              <a:t>Usually default constructors not included in class diagram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7" name="Rectangle 1229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1" name="Rectangle 1230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3" name="Rectangle 1230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07" name="Rectangle 1230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le 1">
            <a:extLst>
              <a:ext uri="{FF2B5EF4-FFF2-40B4-BE49-F238E27FC236}">
                <a16:creationId xmlns:a16="http://schemas.microsoft.com/office/drawing/2014/main" id="{EC981531-E887-0726-1947-4A1DA00B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eaLnBrk="1" hangingPunct="1"/>
            <a:r>
              <a:rPr lang="en-US" altLang="en-US" sz="3500">
                <a:solidFill>
                  <a:srgbClr val="FFFFFF"/>
                </a:solidFill>
              </a:rPr>
              <a:t>Defining Constructors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1CF54505-4CD5-8546-8327-FA3259172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630" y="387224"/>
            <a:ext cx="2468879" cy="83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 eaLnBrk="1" hangingPunct="1">
              <a:spcBef>
                <a:spcPts val="1000"/>
              </a:spcBef>
              <a:buNone/>
            </a:pPr>
            <a:r>
              <a:rPr lang="en-US" altLang="en-US" sz="1700">
                <a:solidFill>
                  <a:srgbClr val="FFFFFF"/>
                </a:solidFill>
              </a:rPr>
              <a:t>Figure 6.2 A constructor returning a reference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3953409-D985-0D65-A981-C651A5546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11" y="3001698"/>
            <a:ext cx="3848316" cy="2357093"/>
          </a:xfrm>
          <a:prstGeom prst="rect">
            <a:avLst/>
          </a:prstGeom>
        </p:spPr>
      </p:pic>
      <p:pic>
        <p:nvPicPr>
          <p:cNvPr id="12292" name="Picture 6">
            <a:extLst>
              <a:ext uri="{FF2B5EF4-FFF2-40B4-BE49-F238E27FC236}">
                <a16:creationId xmlns:a16="http://schemas.microsoft.com/office/drawing/2014/main" id="{88A6FC9B-2B14-84FF-4C6E-98BFFFC93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8873" y="2701456"/>
            <a:ext cx="3848316" cy="303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E68F-A3CB-74DE-8944-C49F5DEF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DCE7F-91DE-7794-93CF-B0D85F7CD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187" y="1500065"/>
            <a:ext cx="4778508" cy="4877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14836-75F4-80D8-EBFA-4F0D29F57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" y="1500065"/>
            <a:ext cx="4119547" cy="48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81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463CE49F-F665-1436-0904-B82BAAEE9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82600"/>
            <a:ext cx="860425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Calling Methods from Other Constructors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C82C5BF7-B9D6-DB00-DE80-D63C8A9C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 can call other class methods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6.3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Pet2   </a:t>
            </a:r>
          </a:p>
          <a:p>
            <a:pPr lvl="1" eaLnBrk="1" hangingPunct="1"/>
            <a:r>
              <a:rPr lang="en-US" altLang="en-US"/>
              <a:t>Note method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set</a:t>
            </a:r>
          </a:p>
          <a:p>
            <a:pPr lvl="1" eaLnBrk="1" hangingPunct="1"/>
            <a:r>
              <a:rPr lang="en-US" altLang="en-US"/>
              <a:t>Keeps from repeating code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92F562AA-9645-AE10-8F1D-AF9299928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2473325"/>
            <a:ext cx="5564188" cy="1260475"/>
          </a:xfrm>
          <a:prstGeom prst="rect">
            <a:avLst/>
          </a:prstGeom>
          <a:noFill/>
          <a:ln>
            <a:noFill/>
          </a:ln>
          <a:effectLst>
            <a:outerShdw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22F6C1-0E25-0DB7-FC6E-149879CD4046}"/>
              </a:ext>
            </a:extLst>
          </p:cNvPr>
          <p:cNvCxnSpPr>
            <a:endCxn id="7" idx="7"/>
          </p:cNvCxnSpPr>
          <p:nvPr/>
        </p:nvCxnSpPr>
        <p:spPr>
          <a:xfrm rot="10800000" flipV="1">
            <a:off x="3090863" y="2133600"/>
            <a:ext cx="2471737" cy="9937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B533301-9D26-4B29-64A5-463C376E9002}"/>
              </a:ext>
            </a:extLst>
          </p:cNvPr>
          <p:cNvSpPr/>
          <p:nvPr/>
        </p:nvSpPr>
        <p:spPr>
          <a:xfrm>
            <a:off x="2270125" y="3063875"/>
            <a:ext cx="960438" cy="441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CAFD110-C0AD-7B15-505F-12E2226F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3" y="503238"/>
            <a:ext cx="8645525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Calling Constructor from Other Constructors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953554EB-A2B2-5C99-BE72-A035592C1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From listing 6.3 we have the initial constructor and method set</a:t>
            </a:r>
          </a:p>
          <a:p>
            <a:pPr eaLnBrk="1" hangingPunct="1"/>
            <a:r>
              <a:rPr lang="en-US" altLang="en-US"/>
              <a:t>In the other constructors use the this reference to call initial constructor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revised class</a:t>
            </a:r>
            <a:r>
              <a:rPr lang="en-US" altLang="en-US"/>
              <a:t>, listing 6.4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Pet3</a:t>
            </a:r>
          </a:p>
          <a:p>
            <a:pPr lvl="1" eaLnBrk="1" hangingPunct="1"/>
            <a:r>
              <a:rPr lang="en-US" altLang="en-US"/>
              <a:t>Note calls to initial constructor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7211-E09E-0F45-CE13-E6D344B6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8515350" cy="1325563"/>
          </a:xfrm>
        </p:spPr>
        <p:txBody>
          <a:bodyPr/>
          <a:lstStyle/>
          <a:p>
            <a:r>
              <a:rPr lang="en-US" altLang="en-US" sz="3600" dirty="0"/>
              <a:t>Calling Constructor from Other Constructors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89C0D-BDA8-B6CE-C078-57467B686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346200"/>
            <a:ext cx="693420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31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D86F397-9E0A-CF27-FFFF-346FBBA4D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63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Static Variables &amp; Methods: Outline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BD001FD-3D6F-2D35-2CE6-A3EB7036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163" y="1600200"/>
            <a:ext cx="8021637" cy="4525963"/>
          </a:xfrm>
        </p:spPr>
        <p:txBody>
          <a:bodyPr/>
          <a:lstStyle/>
          <a:p>
            <a:pPr eaLnBrk="1" hangingPunct="1"/>
            <a:r>
              <a:rPr lang="en-US" altLang="en-US"/>
              <a:t>Static Variables</a:t>
            </a:r>
          </a:p>
          <a:p>
            <a:pPr eaLnBrk="1" hangingPunct="1"/>
            <a:r>
              <a:rPr lang="en-US" altLang="en-US"/>
              <a:t>Static Methods</a:t>
            </a:r>
          </a:p>
          <a:p>
            <a:pPr eaLnBrk="1" hangingPunct="1"/>
            <a:r>
              <a:rPr lang="en-US" altLang="en-US"/>
              <a:t>Dividing the Task of a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Method into Subtasks</a:t>
            </a:r>
          </a:p>
          <a:p>
            <a:pPr eaLnBrk="1" hangingPunct="1"/>
            <a:r>
              <a:rPr lang="en-US" altLang="en-US"/>
              <a:t>Adding a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Method to a class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Math</a:t>
            </a:r>
            <a:r>
              <a:rPr lang="en-US" altLang="en-US"/>
              <a:t> Class</a:t>
            </a:r>
          </a:p>
          <a:p>
            <a:pPr eaLnBrk="1" hangingPunct="1"/>
            <a:r>
              <a:rPr lang="en-US" altLang="en-US"/>
              <a:t>Wrapper Classes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62D898A-88D5-5F28-7DF0-B2850837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Variables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3AC8CDE-6C26-F66A-94BB-A7C5FB95E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35572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Static variables are shared by all objects of a class</a:t>
            </a:r>
          </a:p>
          <a:p>
            <a:pPr lvl="1" eaLnBrk="1" hangingPunct="1"/>
            <a:r>
              <a:rPr lang="en-US" altLang="en-US"/>
              <a:t>Variables declared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static final </a:t>
            </a:r>
            <a:r>
              <a:rPr lang="en-US" altLang="en-US"/>
              <a:t>are considered constants – value cannot be changed</a:t>
            </a:r>
          </a:p>
          <a:p>
            <a:pPr eaLnBrk="1" hangingPunct="1"/>
            <a:r>
              <a:rPr lang="en-US" altLang="en-US"/>
              <a:t>Variables declared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static</a:t>
            </a:r>
            <a:r>
              <a:rPr lang="en-US" altLang="en-US"/>
              <a:t> (without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final</a:t>
            </a:r>
            <a:r>
              <a:rPr lang="en-US" altLang="en-US"/>
              <a:t>) can be changed</a:t>
            </a:r>
          </a:p>
          <a:p>
            <a:pPr lvl="1" eaLnBrk="1" hangingPunct="1"/>
            <a:r>
              <a:rPr lang="en-US" altLang="en-US"/>
              <a:t>Only one instance of the variable exists</a:t>
            </a:r>
          </a:p>
          <a:p>
            <a:pPr lvl="1" eaLnBrk="1" hangingPunct="1"/>
            <a:r>
              <a:rPr lang="en-US" altLang="en-US"/>
              <a:t>It can be accessed by all instances of the 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75D292C-DF90-895F-674E-BDE7AE8B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Variables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8E690405-7A2C-5AC3-AF7E-82466A243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variables also called </a:t>
            </a:r>
            <a:r>
              <a:rPr lang="en-US" altLang="en-US" i="1"/>
              <a:t>class variables</a:t>
            </a:r>
            <a:endParaRPr lang="en-US" altLang="en-US"/>
          </a:p>
          <a:p>
            <a:pPr lvl="1" eaLnBrk="1" hangingPunct="1"/>
            <a:r>
              <a:rPr lang="en-US" altLang="en-US"/>
              <a:t>Contrast with </a:t>
            </a:r>
            <a:r>
              <a:rPr lang="en-US" altLang="en-US" i="1"/>
              <a:t>instance variables</a:t>
            </a:r>
            <a:endParaRPr lang="en-US" altLang="en-US"/>
          </a:p>
          <a:p>
            <a:pPr eaLnBrk="1" hangingPunct="1"/>
            <a:r>
              <a:rPr lang="en-US" altLang="en-US"/>
              <a:t>Do not confuse class variables with variables of a class type</a:t>
            </a:r>
          </a:p>
          <a:p>
            <a:pPr eaLnBrk="1" hangingPunct="1"/>
            <a:r>
              <a:rPr lang="en-US" altLang="en-US"/>
              <a:t>Both static variables and instance variables are sometimes called </a:t>
            </a:r>
            <a:r>
              <a:rPr lang="en-US" altLang="en-US" i="1"/>
              <a:t>fields</a:t>
            </a:r>
            <a:r>
              <a:rPr lang="en-US" altLang="en-US"/>
              <a:t> or </a:t>
            </a:r>
            <a:r>
              <a:rPr lang="en-US" altLang="en-US" i="1"/>
              <a:t>data members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AC5B916-2830-549C-9821-42345E49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Methods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A5AB301-783D-9FA5-6EC5-9CE69756B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methods may have no relation to any type of object</a:t>
            </a:r>
          </a:p>
          <a:p>
            <a:pPr eaLnBrk="1" hangingPunct="1"/>
            <a:r>
              <a:rPr lang="en-US" altLang="en-US"/>
              <a:t>Example</a:t>
            </a:r>
          </a:p>
          <a:p>
            <a:pPr lvl="1" eaLnBrk="1" hangingPunct="1"/>
            <a:r>
              <a:rPr lang="en-US" altLang="en-US"/>
              <a:t>Compute max of two integers</a:t>
            </a:r>
          </a:p>
          <a:p>
            <a:pPr lvl="1" eaLnBrk="1" hangingPunct="1"/>
            <a:r>
              <a:rPr lang="en-US" altLang="en-US"/>
              <a:t>Convert character from upper- to lower case</a:t>
            </a:r>
          </a:p>
          <a:p>
            <a:pPr eaLnBrk="1" hangingPunct="1"/>
            <a:r>
              <a:rPr lang="en-US" altLang="en-US"/>
              <a:t>Static method declared </a:t>
            </a:r>
            <a:r>
              <a:rPr lang="en-US" altLang="en-US" u="sng"/>
              <a:t>in</a:t>
            </a:r>
            <a:r>
              <a:rPr lang="en-US" altLang="en-US"/>
              <a:t> a class</a:t>
            </a:r>
          </a:p>
          <a:p>
            <a:pPr lvl="1" eaLnBrk="1" hangingPunct="1"/>
            <a:r>
              <a:rPr lang="en-US" altLang="en-US"/>
              <a:t>Can be invoked </a:t>
            </a:r>
            <a:r>
              <a:rPr lang="en-US" altLang="en-US" u="sng"/>
              <a:t>without</a:t>
            </a:r>
            <a:r>
              <a:rPr lang="en-US" altLang="en-US"/>
              <a:t> using an object</a:t>
            </a:r>
          </a:p>
          <a:p>
            <a:pPr lvl="1" eaLnBrk="1" hangingPunct="1"/>
            <a:r>
              <a:rPr lang="en-US" altLang="en-US"/>
              <a:t>Instead use the class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CE1F3E-6A1F-2A70-D235-BBD9AD3B9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59" y="702999"/>
            <a:ext cx="7038082" cy="371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04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3F13-54CD-C092-AED2-1FCC4CF0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3B187-B59C-8911-1FBA-40E4BE814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55" y="93400"/>
            <a:ext cx="5077938" cy="26815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6FF315-BCBF-51CD-1172-1A45DB394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692" y="2882484"/>
            <a:ext cx="6179908" cy="388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02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6DFC396-51D0-405A-8F7A-B6409BA9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Static Methods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67715689-47D5-05B2-4D26-4435F4E6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6.5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DimensionConverter</a:t>
            </a:r>
            <a:endParaRPr lang="en-US" altLang="en-US" sz="2800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demonstration program</a:t>
            </a:r>
            <a:r>
              <a:rPr lang="en-US" altLang="en-US"/>
              <a:t>, listing 6.6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DimensionConverterDemo</a:t>
            </a:r>
            <a:endParaRPr lang="en-US" altLang="en-US" sz="2800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B1812435-A534-0DCA-C535-C6A96BCCF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4313238"/>
            <a:ext cx="6534150" cy="1638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7">
            <a:extLst>
              <a:ext uri="{FF2B5EF4-FFF2-40B4-BE49-F238E27FC236}">
                <a16:creationId xmlns:a16="http://schemas.microsoft.com/office/drawing/2014/main" id="{B1512747-48D7-66DA-5B46-30EF799DA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456882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8F572AB-6098-5D3E-F043-ABACBFA1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0513"/>
            <a:ext cx="8482013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Mixing Static and Nonstatic Methods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10B1FD5-8332-6328-23E7-82F6FF12F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6.7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SavingsAccount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 program</a:t>
            </a:r>
            <a:r>
              <a:rPr lang="en-US" altLang="en-US"/>
              <a:t>, listing 6.8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SavingsAccountDemo</a:t>
            </a:r>
          </a:p>
          <a:p>
            <a:pPr eaLnBrk="1" hangingPunct="1"/>
            <a:endParaRPr lang="en-US" altLang="en-US"/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F93BE9E8-8A35-B3BF-ABC8-0B7CECD89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3895725"/>
            <a:ext cx="6505575" cy="2257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7">
            <a:extLst>
              <a:ext uri="{FF2B5EF4-FFF2-40B4-BE49-F238E27FC236}">
                <a16:creationId xmlns:a16="http://schemas.microsoft.com/office/drawing/2014/main" id="{405DABF9-3CC9-C8BA-67EF-9A885F7F9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456882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7F76-49C4-F38F-611F-0A0D4EBD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main Method to a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0E39-7B79-DF71-AEA3-F002B59AD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50" y="1690688"/>
            <a:ext cx="74803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89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D0E1-9519-9FDB-7E5D-6F709861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Tasks of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ea typeface="+mn-ea"/>
                <a:cs typeface="+mn-cs"/>
              </a:rPr>
              <a:t>main</a:t>
            </a:r>
            <a:r>
              <a:rPr lang="en-US" dirty="0"/>
              <a:t> in Subtasks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BB0ECEA-85C6-07C8-52C2-BACBFBA82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145732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Program may have</a:t>
            </a:r>
          </a:p>
          <a:p>
            <a:pPr lvl="1" eaLnBrk="1" hangingPunct="1"/>
            <a:r>
              <a:rPr lang="en-US" altLang="en-US"/>
              <a:t>Complicated logic</a:t>
            </a:r>
          </a:p>
          <a:p>
            <a:pPr lvl="1" eaLnBrk="1" hangingPunct="1"/>
            <a:r>
              <a:rPr lang="en-US" altLang="en-US"/>
              <a:t>Repetitive code</a:t>
            </a:r>
          </a:p>
          <a:p>
            <a:pPr eaLnBrk="1" hangingPunct="1"/>
            <a:r>
              <a:rPr lang="en-US" altLang="en-US"/>
              <a:t>Create static methods to accomplish subtasks </a:t>
            </a:r>
          </a:p>
          <a:p>
            <a:pPr eaLnBrk="1" hangingPunct="1"/>
            <a:r>
              <a:rPr lang="en-US" altLang="en-US"/>
              <a:t>Consider </a:t>
            </a:r>
            <a:r>
              <a:rPr lang="en-US" altLang="en-US">
                <a:hlinkClick r:id="rId2" action="ppaction://hlinkfile"/>
              </a:rPr>
              <a:t>example code</a:t>
            </a:r>
            <a:r>
              <a:rPr lang="en-US" altLang="en-US"/>
              <a:t>, listing 6.9</a:t>
            </a:r>
            <a:br>
              <a:rPr lang="en-US" altLang="en-US"/>
            </a:br>
            <a:r>
              <a:rPr lang="en-US" altLang="en-US"/>
              <a:t>a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method with repetitive code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3" action="ppaction://hlinkfile"/>
              </a:rPr>
              <a:t>alternative code</a:t>
            </a:r>
            <a:r>
              <a:rPr lang="en-US" altLang="en-US"/>
              <a:t>, listing 6.10</a:t>
            </a:r>
            <a:br>
              <a:rPr lang="en-US" altLang="en-US"/>
            </a:br>
            <a:r>
              <a:rPr lang="en-US" altLang="en-US"/>
              <a:t>uses helping methods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84A81-A5D6-700E-5CFF-6CD59A956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Adding Method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ea typeface="+mn-ea"/>
                <a:cs typeface="+mn-cs"/>
              </a:rPr>
              <a:t>main</a:t>
            </a:r>
            <a:r>
              <a:rPr lang="en-US" dirty="0"/>
              <a:t> to a Class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1B9522CE-ADAD-9D28-5962-BAB5D14F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Method main used so far in its own class within a separate file</a:t>
            </a:r>
          </a:p>
          <a:p>
            <a:pPr eaLnBrk="1" hangingPunct="1"/>
            <a:r>
              <a:rPr lang="en-US" altLang="en-US" sz="2800"/>
              <a:t>Often useful to include method main within class definition</a:t>
            </a:r>
          </a:p>
          <a:p>
            <a:pPr lvl="1" eaLnBrk="1" hangingPunct="1"/>
            <a:r>
              <a:rPr lang="en-US" altLang="en-US" sz="2400"/>
              <a:t>To create objects in other classes</a:t>
            </a:r>
          </a:p>
          <a:p>
            <a:pPr lvl="1" eaLnBrk="1" hangingPunct="1"/>
            <a:r>
              <a:rPr lang="en-US" altLang="en-US" sz="2400"/>
              <a:t>To be run as a program</a:t>
            </a:r>
          </a:p>
          <a:p>
            <a:pPr eaLnBrk="1" hangingPunct="1"/>
            <a:r>
              <a:rPr lang="en-US" altLang="en-US" sz="2800"/>
              <a:t>Note </a:t>
            </a:r>
            <a:r>
              <a:rPr lang="en-US" altLang="en-US" sz="2800">
                <a:hlinkClick r:id="rId2" action="ppaction://hlinkfile"/>
              </a:rPr>
              <a:t>example code</a:t>
            </a:r>
            <a:r>
              <a:rPr lang="en-US" altLang="en-US" sz="2800"/>
              <a:t>, listing 6.11</a:t>
            </a:r>
            <a:br>
              <a:rPr lang="en-US" altLang="en-US" sz="2800"/>
            </a:br>
            <a:r>
              <a:rPr lang="en-US" altLang="en-US" sz="2800"/>
              <a:t>a redefined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</a:t>
            </a:r>
            <a:endParaRPr lang="en-US" altLang="en-US" sz="3600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2400"/>
              <a:t>When used as ordinary class, method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 sz="2400"/>
              <a:t> ignored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1598-A638-6BED-EC04-DC089982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ea typeface="+mn-ea"/>
                <a:cs typeface="+mn-cs"/>
              </a:rPr>
              <a:t>Math</a:t>
            </a:r>
            <a:r>
              <a:rPr lang="en-US" dirty="0"/>
              <a:t> Class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425E6AC-F3BA-89D7-EBBE-966DC9ED4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Provides many standard mathematical methods</a:t>
            </a:r>
          </a:p>
          <a:p>
            <a:pPr lvl="1" eaLnBrk="1" hangingPunct="1"/>
            <a:r>
              <a:rPr lang="en-US" altLang="en-US" sz="2400"/>
              <a:t>Automatically provided, no import needed</a:t>
            </a:r>
          </a:p>
          <a:p>
            <a:pPr eaLnBrk="1" hangingPunct="1"/>
            <a:r>
              <a:rPr lang="en-US" altLang="en-US" sz="2800"/>
              <a:t>Example methods, figure 6.3a</a:t>
            </a: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8FC28CF2-6D7F-FD4E-74B7-C78618128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3063875"/>
            <a:ext cx="6965950" cy="30273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3BF8D8C4-2DCA-F4EB-CB95-9C902F73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Math</a:t>
            </a:r>
            <a:r>
              <a:rPr lang="en-US" altLang="en-US"/>
              <a:t> Class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1A84577-6A4B-49CC-9392-E59A171C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methods, figure 6.3b</a:t>
            </a:r>
          </a:p>
          <a:p>
            <a:pPr eaLnBrk="1" hangingPunct="1"/>
            <a:endParaRPr lang="en-US" altLang="en-US"/>
          </a:p>
        </p:txBody>
      </p:sp>
      <p:grpSp>
        <p:nvGrpSpPr>
          <p:cNvPr id="24580" name="Group 9">
            <a:extLst>
              <a:ext uri="{FF2B5EF4-FFF2-40B4-BE49-F238E27FC236}">
                <a16:creationId xmlns:a16="http://schemas.microsoft.com/office/drawing/2014/main" id="{567ACC23-177D-07F2-C0C4-A9944E3F9107}"/>
              </a:ext>
            </a:extLst>
          </p:cNvPr>
          <p:cNvGrpSpPr>
            <a:grpSpLocks/>
          </p:cNvGrpSpPr>
          <p:nvPr/>
        </p:nvGrpSpPr>
        <p:grpSpPr bwMode="auto">
          <a:xfrm>
            <a:off x="1347788" y="2424113"/>
            <a:ext cx="6421437" cy="3733800"/>
            <a:chOff x="1514475" y="2861324"/>
            <a:chExt cx="6421997" cy="3734739"/>
          </a:xfrm>
        </p:grpSpPr>
        <p:pic>
          <p:nvPicPr>
            <p:cNvPr id="24581" name="Picture 8">
              <a:extLst>
                <a:ext uri="{FF2B5EF4-FFF2-40B4-BE49-F238E27FC236}">
                  <a16:creationId xmlns:a16="http://schemas.microsoft.com/office/drawing/2014/main" id="{EF8B10E8-8AC1-C73B-4DD7-98151415E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0425"/>
            <a:stretch>
              <a:fillRect/>
            </a:stretch>
          </p:blipFill>
          <p:spPr bwMode="auto">
            <a:xfrm>
              <a:off x="1516062" y="2861324"/>
              <a:ext cx="6420410" cy="57799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4582" name="Picture 8">
              <a:extLst>
                <a:ext uri="{FF2B5EF4-FFF2-40B4-BE49-F238E27FC236}">
                  <a16:creationId xmlns:a16="http://schemas.microsoft.com/office/drawing/2014/main" id="{D451881F-0CDC-CB52-D40D-3AA5C043F6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420"/>
            <a:stretch>
              <a:fillRect/>
            </a:stretch>
          </p:blipFill>
          <p:spPr bwMode="auto">
            <a:xfrm>
              <a:off x="1514475" y="3425028"/>
              <a:ext cx="6420410" cy="317103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7883689-2B9B-8CBD-A4BD-479488B9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Random Numbers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600E02CA-212F-EE41-2500-7EE591D7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Math.random()</a:t>
            </a:r>
            <a:r>
              <a:rPr lang="en-US" altLang="en-US"/>
              <a:t>returns a random double that is greater than or equal to zero and less than 1</a:t>
            </a:r>
          </a:p>
          <a:p>
            <a:pPr eaLnBrk="1" hangingPunct="1"/>
            <a:r>
              <a:rPr lang="en-US" altLang="en-US"/>
              <a:t>Java also has a </a:t>
            </a: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class to generate random numbers</a:t>
            </a:r>
          </a:p>
          <a:p>
            <a:pPr eaLnBrk="1" hangingPunct="1"/>
            <a:r>
              <a:rPr lang="en-US" altLang="en-US"/>
              <a:t>Can scale using addition and multiplication; the following simulates rolling a six sided die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/>
              <a:t>	</a:t>
            </a: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int die = (int) (6.0 * Math.random()) + 1;</a:t>
            </a:r>
            <a:endParaRPr lang="en-US" alt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13EF56B-5521-C1E6-C259-870B5A0B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Wrapper Classes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6D9205B7-FB66-FA89-8019-5C3C35383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that arguments of primitive type treated differently from those of a class type</a:t>
            </a:r>
          </a:p>
          <a:p>
            <a:pPr lvl="1" eaLnBrk="1" hangingPunct="1"/>
            <a:r>
              <a:rPr lang="en-US" altLang="en-US"/>
              <a:t>May need to treat primitive value as an object</a:t>
            </a:r>
          </a:p>
          <a:p>
            <a:pPr eaLnBrk="1" hangingPunct="1"/>
            <a:r>
              <a:rPr lang="en-US" altLang="en-US"/>
              <a:t>Java provides </a:t>
            </a:r>
            <a:r>
              <a:rPr lang="en-US" altLang="en-US" i="1"/>
              <a:t>wrapper classes </a:t>
            </a:r>
            <a:r>
              <a:rPr lang="en-US" altLang="en-US"/>
              <a:t>for each primitive type</a:t>
            </a:r>
          </a:p>
          <a:p>
            <a:pPr lvl="1" eaLnBrk="1" hangingPunct="1"/>
            <a:r>
              <a:rPr lang="en-US" altLang="en-US"/>
              <a:t>Methods provided to act on values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9678F68-5255-3250-83E4-864E4013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Wrapper Classes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305B2E0-395D-32F1-00B7-4CC1F4A9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Allow programmer to have an object that corresponds to value of primitive type</a:t>
            </a:r>
          </a:p>
          <a:p>
            <a:pPr eaLnBrk="1" hangingPunct="1"/>
            <a:r>
              <a:rPr lang="en-US" altLang="en-US"/>
              <a:t>Contain useful predefined constants and methods</a:t>
            </a:r>
          </a:p>
          <a:p>
            <a:pPr eaLnBrk="1" hangingPunct="1"/>
            <a:r>
              <a:rPr lang="en-US" altLang="en-US"/>
              <a:t>Wrapper classes have no default constructor</a:t>
            </a:r>
          </a:p>
          <a:p>
            <a:pPr lvl="1" eaLnBrk="1" hangingPunct="1"/>
            <a:r>
              <a:rPr lang="en-US" altLang="en-US"/>
              <a:t>Programmer must specify an initializing value when creating new object</a:t>
            </a:r>
          </a:p>
          <a:p>
            <a:pPr eaLnBrk="1" hangingPunct="1"/>
            <a:r>
              <a:rPr lang="en-US" altLang="en-US"/>
              <a:t>Wrapper classes have no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set</a:t>
            </a:r>
            <a:r>
              <a:rPr lang="en-US" altLang="en-US"/>
              <a:t> methods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93B5C6C-A2DA-C05A-A3E2-B660162E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Wrapper Classes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2E01FE0-5901-EE86-F580-FEC969A24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600200"/>
            <a:ext cx="87884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Figure 6.4a Static methods in class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Character</a:t>
            </a:r>
          </a:p>
        </p:txBody>
      </p:sp>
      <p:pic>
        <p:nvPicPr>
          <p:cNvPr id="28676" name="Picture 5">
            <a:extLst>
              <a:ext uri="{FF2B5EF4-FFF2-40B4-BE49-F238E27FC236}">
                <a16:creationId xmlns:a16="http://schemas.microsoft.com/office/drawing/2014/main" id="{92E807FC-BACC-D079-7DB1-373654F7D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444750"/>
            <a:ext cx="7847013" cy="25654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310B6F04-9153-8A11-DB5D-47A1060F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Wrapper Classes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E281A73-B9F6-8B8E-9C16-C88E4C04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600200"/>
            <a:ext cx="87884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Figure 6.4b Static methods in class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Character</a:t>
            </a:r>
          </a:p>
        </p:txBody>
      </p:sp>
      <p:grpSp>
        <p:nvGrpSpPr>
          <p:cNvPr id="29700" name="Group 8">
            <a:extLst>
              <a:ext uri="{FF2B5EF4-FFF2-40B4-BE49-F238E27FC236}">
                <a16:creationId xmlns:a16="http://schemas.microsoft.com/office/drawing/2014/main" id="{C15F6360-6B99-3477-F2B8-189D009DE809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2397125"/>
            <a:ext cx="8096250" cy="3827463"/>
            <a:chOff x="794331" y="2745213"/>
            <a:chExt cx="8096250" cy="3827439"/>
          </a:xfrm>
        </p:grpSpPr>
        <p:pic>
          <p:nvPicPr>
            <p:cNvPr id="29701" name="Picture 7">
              <a:extLst>
                <a:ext uri="{FF2B5EF4-FFF2-40B4-BE49-F238E27FC236}">
                  <a16:creationId xmlns:a16="http://schemas.microsoft.com/office/drawing/2014/main" id="{61AACA2E-0898-AC0B-AE3F-68A61F03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201"/>
            <a:stretch>
              <a:fillRect/>
            </a:stretch>
          </p:blipFill>
          <p:spPr bwMode="auto">
            <a:xfrm>
              <a:off x="794331" y="2745213"/>
              <a:ext cx="8096250" cy="796920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9702" name="Picture 8">
              <a:extLst>
                <a:ext uri="{FF2B5EF4-FFF2-40B4-BE49-F238E27FC236}">
                  <a16:creationId xmlns:a16="http://schemas.microsoft.com/office/drawing/2014/main" id="{D6F71D4D-D259-E423-D7D0-AEBF930DC0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822"/>
            <a:stretch>
              <a:fillRect/>
            </a:stretch>
          </p:blipFill>
          <p:spPr bwMode="auto">
            <a:xfrm>
              <a:off x="794331" y="3502446"/>
              <a:ext cx="8096250" cy="3070206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7820-468C-2FE5-0F61-3486AF8F6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344378-F6FE-F473-872C-905EE654B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792560-50D5-9E24-49A4-C74D4190F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09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1B1C-4259-966E-710A-B4AC1C9B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BFAC-FA7F-5801-B74E-CC33D60D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19" y="25449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AE5CC1-4BCD-9057-B7A9-201DC371B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F6000-4ADC-41B8-1226-BB81EC930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F4FB3D-8372-1D61-E071-E431C5470F33}"/>
              </a:ext>
            </a:extLst>
          </p:cNvPr>
          <p:cNvCxnSpPr>
            <a:cxnSpLocks/>
          </p:cNvCxnSpPr>
          <p:nvPr/>
        </p:nvCxnSpPr>
        <p:spPr>
          <a:xfrm flipV="1">
            <a:off x="4818185" y="1125937"/>
            <a:ext cx="2850907" cy="400877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B97523-B35E-F1F1-6BA6-08202D962081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DC577C-8D00-0945-FADE-0FE6E8C952A0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E461AA-63D6-6149-DDCA-B3EDD1700EB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36B25C-55F5-BD32-4866-92208B881C01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BF7EEA36-E2A3-5FD1-1371-4DB612D68323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85F2-D88A-331E-0783-B916CBF9164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955FE4-3B1B-9970-1A58-BC19799C431A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B5E20F-21E8-D238-5B13-0FD9C69D2B1C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7FE15E-92CC-EEA9-822D-9B70DF83B5C1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B53E6A-041A-DE9C-904D-1B26D4D0298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155FCE-9AD0-8454-2FF1-4D1EA8A37ECD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FA10B2-CB20-C3E4-C062-7361DE7F4BEB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8E438D-3F5A-1DAE-A88C-F0FE151CBAB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7CACB7-3710-07F0-E3D3-75053E56DDD1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D79A8-2AB1-0390-FE2E-55F29802AC7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5EC10-B09F-899F-E0A3-62D64D9CDF62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</p:spTree>
    <p:extLst>
      <p:ext uri="{BB962C8B-B14F-4D97-AF65-F5344CB8AC3E}">
        <p14:creationId xmlns:p14="http://schemas.microsoft.com/office/powerpoint/2010/main" val="1918625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E081-AD55-1F36-928F-96CD4326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9912-BEE2-7183-AD68-5A2C7FA5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15B3ED-7BE3-F003-B13D-CA69562DA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FF2E2B-1F2B-0A6A-85CA-B0F041460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BD42A4-AC69-D3A6-F743-D11A48EE5D05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C03A74-FBAE-8C11-6961-ABD3C25EC91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8DF59-363D-D948-EAA5-E7A78C42795E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00733A-6B2D-994A-5E70-488CD5891F05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8AB24BB-D1C1-58D2-B937-FB1643626E3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0A2A8-385F-AD2E-1A0E-1AF9ACC66F35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436E57-E592-DF54-12F3-190A4A53BC5C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CDF5A-2667-9E71-A37A-ACEA4D4E8DC9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2474922C-03A0-6CF6-FA1D-40BBB5D90E03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1FF419-1072-D08F-7C42-A0B44C1A7E03}"/>
              </a:ext>
            </a:extLst>
          </p:cNvPr>
          <p:cNvCxnSpPr>
            <a:cxnSpLocks/>
          </p:cNvCxnSpPr>
          <p:nvPr/>
        </p:nvCxnSpPr>
        <p:spPr>
          <a:xfrm flipV="1">
            <a:off x="4677508" y="2248129"/>
            <a:ext cx="2654788" cy="316793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1AAF7DE-0D72-0C5D-3845-C9BCACA54F1D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4267C5-A129-E805-787D-DA62A81A66E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DD92EC-0638-4564-D16A-D0283C2E0910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5580CC-E6F6-9FC9-1274-B80C388B03F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B0121CE-A47F-B375-52D5-5EC59D07A950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51624E-37C2-2122-390E-75EED89AF553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707691-27A3-BAC5-ACD6-ACD0798796F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144D9A-8718-6610-A75D-271654857311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2A77EE-D021-3B2F-2350-079D57C9C92F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A9E021-ECB9-4489-A527-15FC2F1174AA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</p:spTree>
    <p:extLst>
      <p:ext uri="{BB962C8B-B14F-4D97-AF65-F5344CB8AC3E}">
        <p14:creationId xmlns:p14="http://schemas.microsoft.com/office/powerpoint/2010/main" val="3213731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6186-C1FD-F0AD-F5F6-23CD8C0BE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0A23-43B2-A416-66B3-8D0D7482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5907C9-8CCB-54C3-354A-A1B5F8401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B5282-DE31-CFA4-2F61-231CEF6C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9A89D6-BCBC-B811-8DFB-202B3D549E56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792AE-64DA-5C88-26D8-6E5F431E35D9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B42244-83BA-6FA3-CBE5-4F4B43DA2324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349685-7606-B899-A8A1-720690C00A60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0D80AB9-4B4C-D824-C1B1-BD45F6E1F9CD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E7A35D-91ED-68A7-F883-0C96561C325C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235732-C87B-34FD-B65D-13C7B0BA657A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33C447-44A8-55BB-EA10-77B81F843F11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E06EFCC-9B0E-46CA-B5F2-C2911F6A705B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230DC0-7E6D-AC94-0E34-FB584FD0F53E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097C5-A88F-FA25-576C-B9394F445D38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71A517-4CD1-00B6-9F87-6791C6B0C72C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C51D12-22FF-6634-4F67-115666595094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3C84C7-C9B5-03DD-28AF-8DBB5D853D60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42C173-E463-C16B-7931-56F00812FB47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5302A7-1530-02EA-BFEC-4962E7656A4D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AE93EE-FFE3-9404-C7B3-E3BF4BEC8B70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F748C3-C966-6ABE-B2E5-D85AF65A4B31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FE0367-E409-FF13-27FB-CB7701436196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E6A9F-34E8-B474-E1E2-D77999746313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E56723-6183-B3A6-AEDC-3910343FEBB8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768BEF-CBEB-A986-0F78-BD90833361F7}"/>
              </a:ext>
            </a:extLst>
          </p:cNvPr>
          <p:cNvCxnSpPr>
            <a:cxnSpLocks/>
          </p:cNvCxnSpPr>
          <p:nvPr/>
        </p:nvCxnSpPr>
        <p:spPr>
          <a:xfrm flipV="1">
            <a:off x="3495129" y="5030812"/>
            <a:ext cx="2287523" cy="53631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8D8ED-11FD-3452-01EC-182FAAEB552C}"/>
              </a:ext>
            </a:extLst>
          </p:cNvPr>
          <p:cNvSpPr/>
          <p:nvPr/>
        </p:nvSpPr>
        <p:spPr>
          <a:xfrm>
            <a:off x="1992922" y="5399520"/>
            <a:ext cx="1476879" cy="415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32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B0D5-4725-6621-55EB-0E89C7BB2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368A-D9C5-34F9-99C4-A62FB020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F1278C-75D4-644A-F774-F90D9D17B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5D3DCF-7219-6C02-DFBA-8EE6F04C9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3913C0-7EF8-4BA6-C766-43C6122A778F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AD219-F49D-2370-7E29-C69B6663DB2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0032C-98C0-5897-DE58-B3200BCB889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77CEB-9F70-DDB3-ED5C-E6D882669E07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017303C-0FB6-2FA2-05CE-40585C2C344B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C69437-11E6-1B43-F648-016411DE2AB7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D549F-8014-7CF2-8795-7B61379A6BB3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7B8E5-BE86-BAD8-F1BD-DF740C803472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E406655-CB63-4CCD-3D6C-4897084D516C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85D7F7-A4F4-F94F-24D5-217C777DD1EB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9557E0-7F9F-FF5E-FF20-682E26E87DED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6BF497-78BD-27F5-A02B-51EF8DBAA8D6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C7114F-32CD-D372-3C08-66552564A8DD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69D85E-169D-85B4-EAAA-F6FFCF8B0BC1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249546-71CC-9C8E-B6F1-6544952B0A62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0B374-F226-3B47-F0DA-07BC1A92641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DC8796-C7F6-36C3-3C74-0FFB9AA56DD8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9CAC81-F11E-7A19-6507-F44783B2AFD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AEF137-765D-0DEE-85F3-5BF98797FB62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546AF-C39D-97C6-9D98-8DA46C349808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1E146-9E6C-9806-75A6-E864A7EBEA6F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C8F262-F5EE-B9E9-C379-205D99E0800D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56766F-EE79-A5D3-198C-4CBE4FE95461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602BA4-98FD-CBE5-2732-DB0A679813C2}"/>
              </a:ext>
            </a:extLst>
          </p:cNvPr>
          <p:cNvCxnSpPr>
            <a:cxnSpLocks/>
          </p:cNvCxnSpPr>
          <p:nvPr/>
        </p:nvCxnSpPr>
        <p:spPr>
          <a:xfrm flipV="1">
            <a:off x="3495129" y="5030812"/>
            <a:ext cx="2287523" cy="536310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2E46F7E-BC19-B86D-740E-2279DDD72BEC}"/>
              </a:ext>
            </a:extLst>
          </p:cNvPr>
          <p:cNvSpPr/>
          <p:nvPr/>
        </p:nvSpPr>
        <p:spPr>
          <a:xfrm>
            <a:off x="1992922" y="5399520"/>
            <a:ext cx="1476879" cy="415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192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9180-D499-85DC-9488-1860EC7A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56BB-1BCA-B91C-2E80-B08CF76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2BC9D-0984-B99B-5D3A-FD761BC35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DD3DF-C791-33B0-EFB4-2DE9F3A9B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CAD8C6-BBA1-53B6-D7E2-AF6DD2C94FE9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557D2-D61A-4661-16DD-98225D999E7D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6E48E-2D76-46DC-5376-281541733D59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7BF86C-329F-47C3-125E-BDB6EB50073D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92A8D55-A9D8-66C4-40B9-9D2A2D0C97B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CA406-0BEB-9792-C4E8-B862200FD7F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EDA548-1927-8F5C-E248-333C1B994268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547F0F-832F-D823-A714-71BD5EE69565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22DB1C0A-5C74-1F47-C4BE-AB12EB84C550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0760F8-D4E8-0201-474A-A1C40B0C5228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AEE62D-5C94-2E50-174E-CEA617F63792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B219B8-3B8E-EC33-1CA2-33F989A9AD4D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903566-E856-352C-60BC-6C086F117C58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42D84-8D73-76DD-1539-803DBB8D7A4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87E723-4427-AF53-E11E-0F9B49E69DE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76D312-8FB1-43D7-7BCA-EBE8A707B108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448FCE-9112-80B4-81CF-81671AEC960C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D3955A-A895-9661-0D6F-98CE5678EAF6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36DC0-D790-F20C-E544-75722D6896A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D0C0E-D1B0-67DB-62F9-7637A5EA6DC3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B6EA2-F18D-3B75-B90F-0178D06C397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8D7F77-88E7-1A61-EECE-AEDE24CD120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085EBD-60D8-ABD8-F8FA-A32EFE2CB705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5BF18-0967-A776-F56D-020F3AF325D6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6C3B5E2-945D-046E-D842-9660B653C00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B01AC5B8-D839-49C8-6E74-DFF5E06E851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237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2334-EE23-3A02-5E27-D8731E1E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EC3D-D098-DD6A-7997-FE775CBD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B0FFD-67EA-845E-7A73-1F9121C9C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ED8282-13BB-16E8-876B-A7F024712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A9EEDA-3152-7C90-E23E-8283D6F4249F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D48DF-9ABE-D8F5-FFC1-E5BCA3F06B4D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B5303-E783-40CA-D42A-47D2ACBE3DA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F64F9-C97B-2808-F797-8B3FA8C36ED5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76CC145-C320-4AD4-08E6-52DFD1A1023E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9C46A-0D75-A7A7-13C0-F4102FB30977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E9A9F1-3E85-0F6C-CDA6-FDC4F6CE7F77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397F8-B931-8F21-28A7-CB7942D9FA6A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67BDE0BF-FD8A-AF59-4FC8-C4FB6A676D9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5BDE87-2C6E-2FF1-EF22-12DDFA21E0A8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35FF44-E085-02E5-4A89-6279C784ADB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6D10B4-7F71-B861-1098-89C202E04352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84D1D2-E54B-E5AC-B658-C7DD96839876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94C44A-AE4B-B4D5-2208-118F24FB4C28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5E77F8-436B-603D-11A5-586897CFD294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27FD9-380F-9DE2-0089-E1C7F57B0186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DEE11E-ACE1-F5DB-EC44-E0250A2AA15D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2E1206-5280-41E6-51F9-B52B27C33E99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F13012-9D9C-5BFD-182F-2A65C4991529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B07BD-264D-7ACA-7A79-1F5B4CF18F29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2E8DD-C86E-B623-DE4E-5411667B519A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7A8CA4-563F-4FF4-15BA-D0AF1CC6C9BE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E920D-0768-6348-9AD9-C2F62A5670F5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6E1624-F8BD-368A-0C92-FDD0DB883E2C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7A9B875-0FD5-C0A1-1CA1-39F33B7CB3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1DBCD546-77B6-58BA-1788-6B9440FEB24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0F81B2E-132D-9742-9522-A7C80382B282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4CDB8B-AAC8-9A1C-7AFB-5EEF8DC6E6D3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12EEBE-3F1E-BC29-726A-3870BB809710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4D184C-7D10-66DE-8F37-67CCF729BB4E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991AAE-3A27-0282-A4FB-65E351D97169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8F7A14-A672-465D-9C43-9092148F36EE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466BE4-F97F-ADDD-1341-94131C95F810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77142AE-138F-1C87-6E4C-10FD6CD4D512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E1EA8D-B467-08EA-483A-2E37A6ACE780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59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F169-5839-0814-6B3D-30094022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F3DC-A74F-B2E7-ADE5-94A24F81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48F599-AFC7-4E2F-2D13-E18F7874C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E0D6B-4848-B456-D834-458250399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A14879-6DA6-834C-C584-43E54796B2C8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06786-8908-1A29-C863-E587CC02CEF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C841C-31F2-644B-EA44-76A1A09C784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FCEF1-7C8B-249E-D199-FB1DE32F47ED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74024E6-A8B8-4583-3920-2AC9C4C905AA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4F157-5305-4828-CD04-5DB5F70B53BC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51D23-463C-2401-7B9E-113195B4932C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25FC1D-BCA4-E77A-6E86-685E82819FD3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0971A90-FF0B-B7DF-4BFC-528ED591C6E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A57937-05C1-1B95-D7A5-39CC2CFEC8C3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D63F70-70D2-8F38-FD4D-C3CD6C8D5AD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9B6777-5B9B-4CFA-011E-76FE8C1427F1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83E97F-148C-E813-F120-7CE830DA3C7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957E5E-AE98-05D0-16B1-579F38FBCEF8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3C7935-A69D-8FF1-9960-1AB4C30A32AC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E55ED2-DB7C-62F2-3298-F5D1C1457352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B486BA-E7B1-6E94-3AF1-EC770C434813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4ABD78-4A53-2F7A-7B89-F20E870426D6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F12929-256B-8D2A-77FA-CE8177D5F672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FB9C4-1FA5-BBA9-83A0-484D7A644F9A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94C00-C06F-66EF-BF79-729A71EA20C8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23EA0-33B8-7090-91EE-DC71392CC22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23FC3B-FAFD-26FB-D371-FE0C0C784614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C885D8-6A32-AB27-9128-F10518570896}"/>
              </a:ext>
            </a:extLst>
          </p:cNvPr>
          <p:cNvSpPr/>
          <p:nvPr/>
        </p:nvSpPr>
        <p:spPr>
          <a:xfrm>
            <a:off x="1332036" y="3764281"/>
            <a:ext cx="1150796" cy="187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305AAEC-D9BC-0660-7BDB-8699DBF4C6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09B88E46-8CF5-6861-C91D-635A1E2BB7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03ECD73-389B-85A2-5B7B-87F84F3C8582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6709F6-463B-B3BA-F129-77D4FDA2977E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2E394B-8286-DDEE-2A87-368EB18F021D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9E9235-4DC6-CDD8-2FFA-D5E484E8C184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9CEAB1-3D76-E911-CD75-346C4C4293AE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27D3C5-BA22-C94D-0C67-3511BC016D6C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CD3F06-37E5-A6B2-DE2F-E565B61A114C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987840-0BC4-409B-803B-614F085021E8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304980-09A5-F33D-6725-D7427A3C3A6F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6068DB9-0900-D6C8-9821-2098C94FA4F8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B4236A-57FE-630D-331B-58FBD7077B8E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292A22-A2C3-B9C5-CF9D-04C55F66A17C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F6C6AB-9320-E317-0FC5-42C008A14D45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553379-D3A5-73A3-1489-81F7F9C3B0F2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F95823-8D22-153B-D2F0-E9F10F0DEC8D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0A625F-09DC-B8A5-B1DF-83F5B9D64172}"/>
              </a:ext>
            </a:extLst>
          </p:cNvPr>
          <p:cNvCxnSpPr>
            <a:cxnSpLocks/>
          </p:cNvCxnSpPr>
          <p:nvPr/>
        </p:nvCxnSpPr>
        <p:spPr>
          <a:xfrm flipH="1">
            <a:off x="1104881" y="3952216"/>
            <a:ext cx="273069" cy="87091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1018402-86AB-1820-E959-5030C31CD20D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EBBDA062-9603-32FD-6539-57FB066A381D}"/>
              </a:ext>
            </a:extLst>
          </p:cNvPr>
          <p:cNvSpPr/>
          <p:nvPr/>
        </p:nvSpPr>
        <p:spPr>
          <a:xfrm>
            <a:off x="938921" y="3740721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71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53CD-3F1F-1E10-BD4B-74491C6E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0CE0-E9FE-720C-B6EA-E1B2AAE8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E57C2-7C52-FAA1-49A9-45C92B515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8C6CC-A870-CC79-8C75-EE777E902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374BA9-EE40-E09B-FC01-511E9EF102ED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8F73E-5459-7F67-35AF-BB08FD6902FE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0912B-03D8-100D-1384-B01C0A46A18D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FFB7A6-F7D7-E35D-1233-DAC88AE5C353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36A2734-F221-233A-DEAE-CE5F47384C95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310031-2ADB-901E-610C-E0FD1A288014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E02B8C-2145-3179-5584-376F610F83A8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3BD5F-7D78-FD2F-6A36-FCEAE33F6EA2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F0EF87D-57BA-A606-24A9-037D32FD7B9A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6E3C27-5D25-C170-E849-BEC93F710DCA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5062A3-E708-9A0D-476B-C991C181DAC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3F682-0E90-3EFC-B8EC-A958AAA4DBF4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704F5-8196-53CE-EFAD-32A613ECA13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4B670C-93B7-85B7-925C-D6DC2E66D1FB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5F203F-A8E8-A2C1-E07F-985C1D21B61B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35BE15-519E-CF57-D404-3E6A2045EB95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68EF38-1E2C-CD96-4EB4-ECFFC30BCFC7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C6BC56-21B7-3682-E0A7-1CD95F2462D5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C4BBEE-0014-247B-7B12-EC425F4A4EC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14D48-A588-CCCE-E271-6DE66C933673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207E3-D671-6B4B-6CD9-CCCF57B41632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11674C-25B1-5255-6E92-05655675B2D8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0B1173-20A2-6DA5-1412-4726AA035514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459F9C-853E-1149-968C-A181718A236B}"/>
              </a:ext>
            </a:extLst>
          </p:cNvPr>
          <p:cNvSpPr/>
          <p:nvPr/>
        </p:nvSpPr>
        <p:spPr>
          <a:xfrm>
            <a:off x="1298099" y="3740721"/>
            <a:ext cx="1969491" cy="211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C7D23E3-72F3-7A2A-AEA4-436BB0E23A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2FEDBEA7-7661-C9DC-3B3D-CAD35C8371B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7F7DD8E-8B81-0E91-D573-EC5A2E451C31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F0938F-CD84-BCD0-75DE-1A2A0AA62943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B205A7-A8DC-E41F-E067-6A2DE0BDCFCA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E4545-54F5-5462-FB58-7490E5477869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41E16D-686B-26D7-3C91-B61306AD5687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FCAA2E-6185-A5B0-4B43-199F1877B917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2145CC-8893-6C34-4C83-12308BBF548B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BD4390-DF2A-0E60-BA14-4759D668BDE0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F886F7A-3C6C-8CCE-DE8E-B726B96B7AB5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85E4065-7815-D90A-0CAC-C9611CC9A81C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140A37-B944-275D-83EA-6F17CD309A85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05BBAE4-1801-3DFA-3108-0CC171165EDC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2B88F5-FA78-F7AE-FFD9-D5A58482FEDC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A4F9F6-F2AF-03BD-85DB-B31245DBEF47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190216-48B1-A755-D73C-DD52CDE8CBAF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597D36-AC81-7A65-658D-EE64ACDAC1E6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4ACC6530-9CAC-F39A-3C71-0E57E1F5264C}"/>
              </a:ext>
            </a:extLst>
          </p:cNvPr>
          <p:cNvSpPr/>
          <p:nvPr/>
        </p:nvSpPr>
        <p:spPr>
          <a:xfrm>
            <a:off x="917587" y="3709755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05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2ABB-ED91-8ACB-9926-12BED99C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48196-A096-C524-98C0-C3E39780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63290-4BE6-E28F-B971-0597AA717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03B66A-5618-6F1F-9A93-45BC0D90E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FDE4A4-BBBF-6677-855E-65BED86CFE91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CD89AD-1584-9E5A-E72A-8EDFF0B1407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C25D3-178D-0B37-59E7-FCE2F4C2E5A7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A3D967-D20E-4E10-2934-B07F3E8D89C1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A8E771C-DD37-103C-206C-5404A031E2AC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00C37-A515-F34F-A30D-0B4D18F75C97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499FA2-742F-504A-A514-3C57C40702F5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14FD5-2BEB-D36E-4F75-A76E7BE6CBB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5380AC24-8264-6110-36E4-CC85E4ECA794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204BE7-69D5-60B3-019B-649C1B59B503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EE743-95C7-71CB-53A3-767D0068FB6D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289126-D216-0AF6-3409-E4BD1C54E9A0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401F16-C581-C465-1978-29FDE18E8761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D75928-607C-3A03-B50C-CE978CB4DF86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1BF09D-3857-28A8-B852-331896EBFA0A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35788-AED2-8147-A054-61816ABCA6F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A8300E-EC96-0A74-D27C-D5E4125507C5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9CDAAB-944B-6625-6966-AD820E5A35B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9AD9D2-9FB1-71E1-437A-967FE8340B44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2BBB1-B3AF-8821-2002-7D6A886569C3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75C2A-C21F-77B1-6E65-CA7779CA343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6D7935-C197-E68F-28A8-A7D6CB6C1F49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C8D5B8-487B-E74D-3508-2B3C3195188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9665C-EBA2-4E5B-18EE-4CBEE8670D3D}"/>
              </a:ext>
            </a:extLst>
          </p:cNvPr>
          <p:cNvSpPr/>
          <p:nvPr/>
        </p:nvSpPr>
        <p:spPr>
          <a:xfrm>
            <a:off x="1286681" y="3963220"/>
            <a:ext cx="1969491" cy="211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41285BA8-A452-0417-2F75-5D7590B80D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A60B1427-F229-E310-CD87-E9B030D2CFB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03E75-8CF7-76B0-C917-B17511FBD784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5FD611-CB8E-7919-3EFA-739E1DB94DE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FAE673-5381-1EE1-65D3-73E73C7A4212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E9591D-9282-42F5-5D97-17861A927F78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AD7D3F-A8FE-22AB-4C6B-C3407E9C18C5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49B8CA-2A25-DA46-D281-50EC8CF3DECD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204702-6B71-E934-236C-8A14E52BC8A4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52D93D-D8B7-D6F4-55C0-931511EFEEB6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060BFC-2838-7551-70EB-CE777D1E1639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2E5021F-5E79-7E57-D45A-5D2208763788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005F87D-AB3E-CF8C-A81A-F9F850574720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2A3333-605C-523F-234C-1EF0F43CF2F6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7608A7-D3CF-201E-A456-8A035DD275B7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C737EA-D65B-98DD-09DA-7997A88A8E61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6A5B9A-5764-A462-4050-0FCB21261170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66B762-3CCC-EDDE-303A-0F27C23AE563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984834D7-8E19-C285-BC41-2DF3EB8D5595}"/>
              </a:ext>
            </a:extLst>
          </p:cNvPr>
          <p:cNvSpPr/>
          <p:nvPr/>
        </p:nvSpPr>
        <p:spPr>
          <a:xfrm>
            <a:off x="893469" y="3905457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45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62869-85F0-FA73-8019-154FEB5F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1688-AAF0-2A00-5F38-41AEF73B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77744-0E10-0FE3-2AC6-E7EC6A36F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17EDB-3A34-6328-50ED-26A68F379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A7E5EA-FB9C-8BBA-8907-5109DEC49C67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B2CB9-3571-D0CE-122C-FBD494C0074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246BD-C7AA-6EBB-61D5-646DC1376A57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0BA4C-FC81-63FD-BE3B-CC59114DC819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ECABA08-B05C-AF52-7DFF-8BCE5F74FBDE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0E9ABD-090F-3ED0-45C9-0175B5DF6B04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BD092-5BFE-4700-32CA-031824F7C039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A64521-F5FE-6046-3F2A-C110CD6A9CE0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BAC164D-E4A2-D8E7-B01E-E349EDE94DD5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C28EC2-7DF9-ED22-9261-023665605C38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E58A85-4ACF-F78E-1D61-BA27D578A14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A049AA-56FC-9C46-617B-F4691A081501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2331CB-86FE-7BFE-C33C-7BC896BB8CF3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42A005-B469-4009-A9A5-37DCED0251A8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7E61A0-76DE-E62F-0CA1-0AD9D0D73AD2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4F5700-CFCD-FF9F-6FCC-B8F55C1CE89C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74DB92-5E43-B1D6-00FD-D4E5591BD735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C103F8-7DB2-2C90-E246-D7F3B3083A92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E54C5E-01BE-7A14-025B-66C315CAF8F7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65534-80FD-9FD0-9907-25783334C015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F66F6-3144-AA3C-F88A-8C1F04134CD0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4EEFC-50DF-CF66-208F-CFF4B9D4D29B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2FFBD2-FEA9-852B-3FE8-AE4C3FC965C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6C5FF1-675A-FC2D-8D75-9B50EF5D6DD4}"/>
              </a:ext>
            </a:extLst>
          </p:cNvPr>
          <p:cNvSpPr/>
          <p:nvPr/>
        </p:nvSpPr>
        <p:spPr>
          <a:xfrm>
            <a:off x="1286681" y="3963220"/>
            <a:ext cx="1969491" cy="211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76C2604-A0C5-6312-7FB0-CDE948074CD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B4FBCF1C-0460-F628-EE9B-CC67F6B2A3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EF93474-B215-6BE4-0E67-E402ACE99A1B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FC5B3-9603-A9E0-54E2-ADB2F7BD1B21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E98DD8-4F18-8A8A-8598-C2DEF151E4FE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F96284-D9A6-9E8D-A890-E44F449010DB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A2CBE8-B50F-E4A4-AD72-B97E780AF7D1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376B20-92D3-0C9C-1AEC-956579D5B332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286619-C1FE-0179-DC96-12CEBA783358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0E0C2B-D457-C925-550D-359A92CB4C9E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4C8312-8F26-C603-16D1-F1C714F77A42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F37C9B6-AEE4-E022-62D8-A9669FF199AC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6D66FE-90BF-FBA8-F270-50E1D420D231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2135C4-9276-BB88-C26A-D5E36361DE97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6C18A6-5068-D6B7-EA46-FE689DCDE2DE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CE066C-9D98-48C3-D02F-541699507EF8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ED8BB3-52DA-A1E3-5013-7DA26F3B9CA8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9B8C4C-2210-D349-61D2-9CC10D9F7921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A4117D77-AB90-B21B-24AC-8C0AD60774E4}"/>
              </a:ext>
            </a:extLst>
          </p:cNvPr>
          <p:cNvSpPr/>
          <p:nvPr/>
        </p:nvSpPr>
        <p:spPr>
          <a:xfrm>
            <a:off x="893469" y="3905457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E0F50F8F-8195-5EEB-6498-EB1BCEAAF0A2}"/>
              </a:ext>
            </a:extLst>
          </p:cNvPr>
          <p:cNvCxnSpPr>
            <a:endCxn id="36" idx="3"/>
          </p:cNvCxnSpPr>
          <p:nvPr/>
        </p:nvCxnSpPr>
        <p:spPr>
          <a:xfrm rot="5400000" flipH="1" flipV="1">
            <a:off x="1104958" y="1536877"/>
            <a:ext cx="3139314" cy="1597847"/>
          </a:xfrm>
          <a:prstGeom prst="curvedConnector4">
            <a:avLst>
              <a:gd name="adj1" fmla="val 75813"/>
              <a:gd name="adj2" fmla="val 8129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283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9F81-D820-1DD6-FA77-3ED293DC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C1C0-6643-19DC-47D3-07486346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685FB-9805-D19D-6FD0-7AF82C13A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E56B19-0836-66D3-D610-075155A9C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D4FDF7-221F-1BDD-9E88-D744EBA79B4B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7E8E2A-13DB-F6DB-EC55-B1921AF359C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0287F4-B577-B085-4F4A-691CE8CD7C10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83CE8-6922-F82B-D430-6149A271A6F0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2270034-4B8D-E4F1-5DCD-C672CF10A76B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0D99A-6F4F-FC5A-8272-756065660C8F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C76B95-559F-B1C2-E959-C3173CB3CEE6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C9CE0-1EA3-B459-D663-AA792544D6D3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D8B75AF-79CC-20E4-9574-0F8D5A29FFE4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6D828C-C73D-1B76-9A03-9C555D4DF22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E03DD9-A374-9ECB-77E9-5F057FD12BD2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C0C1D-C23C-73AF-FF64-01C7355FE670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D4A06-C82D-74F3-736D-EBF37F86AB3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0A066-6CBA-60E6-1D1A-9A6B0B67540A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A54848-9748-3BB9-CFB5-7CAC6FB86F14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0C541C-D1E5-EBC0-9EB6-2D62DC2741A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488F3-7912-1B1D-BF34-30D7A6356F06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8C376F-D839-F0A7-3B27-37BA3EEFA40E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FA50A6-E42B-FF97-2E83-751660E4272A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A95AA-E322-0946-CE7C-0A85F2585B77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19475-DF09-B7E4-9F60-AAB65935B2C7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27665C-790C-9E7D-6D71-FEC1605C141E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F43F8C-AE93-C215-C32C-F192E00EB709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66C1F7-658E-5589-AEC4-8BA868CD83EB}"/>
              </a:ext>
            </a:extLst>
          </p:cNvPr>
          <p:cNvSpPr/>
          <p:nvPr/>
        </p:nvSpPr>
        <p:spPr>
          <a:xfrm>
            <a:off x="1273408" y="4175876"/>
            <a:ext cx="1969491" cy="211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7892D8B-9AF7-28FF-E380-0447AFF4F8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5FEC7C17-C0AE-8016-2183-10B69DB912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6150C26-3ED3-C04F-B6B4-4ED09C5F6250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D08E36-10AA-D9B9-9760-E6E3B4B684C1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6426A7-823B-F07D-2AAF-154EC9C1ED28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1BD367-7BC9-9232-9DCF-FCAEE1C2C207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77BF95-486E-2CB1-1B4E-EED5A22C1601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9BD64-5518-37F9-C7B4-F40273D3CFB8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1AB93F-5FA2-8E26-2CFE-6615D7E917AC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73AF570-0948-2026-57D6-A38E01A1EC8A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1F48E23-425A-3E23-0460-F423ABEB1F66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286230"/>
            <a:ext cx="887333" cy="1307254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3A3E293-6E1E-C4C5-5221-F33ABB17FB37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71EC4E-33FA-37C4-C480-F04E4A0C0FFA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0F957C-D622-E6A2-916C-BEA435126411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51F06F-D002-63BC-52D9-766107FCE150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416C51-4F8A-83C5-8B53-1991B9611B99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15446F-0D0A-423B-C5C2-235C75DE19EC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F84A60-01FB-ABD8-0D98-E9D9D39E7CF7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CE864A15-88E0-2261-3DCF-265D53F77008}"/>
              </a:ext>
            </a:extLst>
          </p:cNvPr>
          <p:cNvSpPr/>
          <p:nvPr/>
        </p:nvSpPr>
        <p:spPr>
          <a:xfrm>
            <a:off x="893406" y="4118113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20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2C78-5BB9-ADE0-4579-EBD5508B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18A4-F459-D9AB-DCF6-662F9280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6097B-631D-9E4D-DB68-900AB2D7E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10FC0-07DC-C4EB-D8D4-C0C25100D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55823B-74E1-8408-E401-8D383A593964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3C411F-8CA3-61B9-F53E-3DD78B6B3EA0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FE390C-2F95-3C26-DF0B-A9D5D3113A0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614F2-6304-FBC6-D84F-55146266CDEB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CEBF7FF-55ED-0AF1-F487-82284A68EE30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73EC03-AE94-6DD9-5C9C-8AED8EEFBF95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9D7AE-6F23-BF9E-4FA8-D2B2F3311D81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2BDFCE-E0D3-83E4-2F3A-AAAFF6998D8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24E2043B-1A04-3A4B-3C7D-0E0239D41E7B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2D4DF7-FC0D-D190-D608-43B465896C97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520665-08CE-CD8C-F403-A9F382A12C43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4CB45-B0A1-8185-55B9-A45FB99A1904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CEB0AA-BB7B-870E-EDB3-A59CB15B3A94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0E2E0C-5E84-F6E5-C6C6-8B40C0E66AF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33F447-84AC-ABFB-6E27-A9A21AAE359F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C33CB6-C495-4C6C-FCA1-6C508577B27D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FD1CBF-E7BD-3000-2985-256D0C473E9C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5717B3-7061-F1EB-ECAC-32CD223082B7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BFF4F9-8468-6D7F-C9CF-AE79F1245FD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37549-C4F7-267B-36F1-E5CD6B012F2F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59C79-AED8-6FF7-F1DA-948D23F4069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D277B-BFEE-C3C1-43B8-32EAB9A13584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582E90-6C77-2199-5C86-3A6D2B849BD6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FE9393-5A9B-A7EA-9DD6-CEE862E003B4}"/>
              </a:ext>
            </a:extLst>
          </p:cNvPr>
          <p:cNvSpPr/>
          <p:nvPr/>
        </p:nvSpPr>
        <p:spPr>
          <a:xfrm>
            <a:off x="1273408" y="4175876"/>
            <a:ext cx="1969491" cy="211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82C4913-ECDE-C376-0D9D-8A0EDD8C30F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8930A9FE-AE24-6A84-7D4B-590F6312B71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E7806-BA3E-5337-6053-FF9025E0CD23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08704A-B089-B4A7-CBCA-491C37680A1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</a:t>
            </a:r>
            <a:r>
              <a:rPr lang="en-US" strike="sngStrike" dirty="0"/>
              <a:t>900</a:t>
            </a:r>
            <a:r>
              <a:rPr lang="en-US" dirty="0"/>
              <a:t> 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799F66-BF76-11D7-1A91-B2953DC2AA85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73ECC2-98E6-7FC8-7C73-175032974453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44CA5A-485F-0428-EAE9-F879A2260199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F07D9-EDC1-C7D7-6EB7-48C1347B6211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E0ED5D-03FF-1C0C-D2E5-C373306FA042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1FAA765-3EB2-34DB-6741-F6AA018CA5D3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E5A4E9-D364-FD0F-F8BB-B90682A9A874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887333" cy="1291072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57A08BB-DF77-4E94-6D90-E0D05AAF5F2C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84ED0A-425E-E0D2-8B19-DFD6556D6D1D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B5D8F0-C15E-8E90-6C5C-A2606946A160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5FAF60-455D-8B5D-2B19-558334531850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80D8085-F823-FB8F-7DFD-520F7E59034C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454DC1-0844-1ADE-223C-79BF39EA825E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589240-F2C9-AE83-5AE5-0627BD1FC9C0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1FD89D76-1B10-7380-7713-812AF5FAF733}"/>
              </a:ext>
            </a:extLst>
          </p:cNvPr>
          <p:cNvSpPr/>
          <p:nvPr/>
        </p:nvSpPr>
        <p:spPr>
          <a:xfrm>
            <a:off x="893406" y="4118113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C184617D-43A9-F482-3A50-399D828EFCE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34773" y="2379345"/>
            <a:ext cx="1815701" cy="1661836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040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4890-8154-B1C0-8DA4-5F0B5608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FB9D-3C01-FEFE-19EB-2E91F6F0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5E70D-EB10-C206-5357-504947325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66645E-8DC3-86A4-261E-1BC740271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A85CE0-7EB0-6E71-75E8-0C314DBDE727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F365B-00BB-956E-AB9F-CA494871663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0DBC4-6104-5DDC-CF97-4663369D6A5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66EFF-DBF4-2FF8-F965-EF03D27BD804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3A6A474-5E9E-DB89-16BF-057ADEAA824B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24021-D890-C0FC-345F-471C31A6683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206B2-B751-5015-597D-A72E97E4FF66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491FC4-C043-4552-1A8D-67870A1D2B8B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85ABB1A-B523-08E2-51E9-CFFB13926647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0B5105-0D4A-B0C7-7FA1-38315105CD88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67B5E0-04E8-4080-E188-B375F3B9730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98577C-1674-8B22-C7EE-D12927BEFBD7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F20AFC-E300-C8B0-36B5-2E5A36EF01E5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6CCD6D-7E5D-ECA5-2E4E-93D9B32485DC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648FE9-FDC7-249B-F453-AB2CB56439FC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3C7AD-4159-CED1-20F6-681F5A80BD66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10BAC-8B57-9FE9-9E33-45D44CE043BF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04514E-991C-6B49-DCA9-3288F85C290C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CFC2C0-8992-F3A9-A2BD-3C31B41F7BD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8E100-8332-9B2C-9417-71EBCECFC4B9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EBE53-B98C-A69D-9631-82745A280BD6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3E3859-AADC-0C80-EEE6-9BC29B6DA977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4A9A90-BFCC-38D6-D10D-A082AB8B055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90B45B-4179-869C-9A08-AAA8004C555D}"/>
              </a:ext>
            </a:extLst>
          </p:cNvPr>
          <p:cNvSpPr/>
          <p:nvPr/>
        </p:nvSpPr>
        <p:spPr>
          <a:xfrm>
            <a:off x="1992922" y="5955323"/>
            <a:ext cx="1934309" cy="2110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E69C59D-64FD-ABC7-D3DF-5820EDC937A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F475CF50-B642-B9E5-0C5E-93B0D4C0BF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7030A-11D8-53C1-905D-7A25F82D1DEF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A687DD-2054-5D64-6CC3-F589ACCD3D5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</a:t>
            </a:r>
            <a:r>
              <a:rPr lang="en-US" strike="sngStrike" dirty="0"/>
              <a:t>900</a:t>
            </a:r>
            <a:r>
              <a:rPr lang="en-US" dirty="0"/>
              <a:t> 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052708-2212-130A-1971-2367ADE8D315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EDFED9-5CAD-D4B2-10AC-DFF8E0360AE8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83CB78-7B4A-FBEA-57D4-0988C0814442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6C422C-434F-BFA1-6CA6-6E6256C72381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68498C-4DED-0B5A-ACF0-4339DADAA9F0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7DD4DCC-C011-41DB-BD5F-11B50A894091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AC1F26-4067-DC0A-0421-2A3D5959E980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286230"/>
            <a:ext cx="887333" cy="1307254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C7481FC-2732-479C-7605-83D8C10ECC1D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046E8C-EA02-5BA4-2E1A-BF600D4867C4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90469BA-614A-D163-DBFC-45B67139E961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7C5D78-0FF1-C727-AAFE-C58E75489056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628929-F8BB-5C23-E3EA-A33C79E0B98F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BFD31B-8EC5-2C28-1704-F3C2C4A7BD53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</p:spTree>
    <p:extLst>
      <p:ext uri="{BB962C8B-B14F-4D97-AF65-F5344CB8AC3E}">
        <p14:creationId xmlns:p14="http://schemas.microsoft.com/office/powerpoint/2010/main" val="6938891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8A9F-FB5A-937D-9321-E79CD8FB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0CAF-D914-08B4-0C90-E8D38E76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4E341B-7D98-8795-34AD-35DCBF4ED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D847D-D6E3-038F-AC29-A4A82F16D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D85DE7-B778-832C-3253-D1B7A3BCEB20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0BB341-255B-7012-C8F6-7830299505B3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A569C-F71E-9186-E44C-5562075BF735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CEC569-77E3-3A6C-E81B-DB1FB58579B1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DC774E4-683B-4B80-E78A-39AA9AA5B41D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C2A9E6-D2EE-789C-57B0-0C2B70593D4F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44B153-758B-5ABF-567A-CE97414F3F1A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BF8C6-B832-1D5A-AA4A-EC3D01CA2213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D175C59-38D8-2E9D-4FC1-D127ACB4F5B3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94F46D-D3EB-1475-C670-1A200E21FA7A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499484-C5AE-2B5E-72A8-1FF1773F58C6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8DA2FC-5CAE-3B8B-AD17-FC24B86AE830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4AAAE-EA28-7E00-1E57-D323749F1A8C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D30242-049F-9F5D-353B-A15E9AD28A3E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FE9848-EB1F-154B-ABD2-8AE4D79651EB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3C1404-CA71-B88B-C07C-500E0E087A5A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1FAB7-1D5C-5277-D322-893B509E4239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72A69A-2464-5754-8650-9E261B8B61B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1BFB0B-72D0-6B71-FE96-7E7FDB164F7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B83AB-5AC7-110E-C20C-0F2C8A1966AF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ACD20-4C78-7A27-E450-A9321D1C04B3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EDC239-F1B7-9137-3722-32B96100491C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F71D80-D04A-3AD6-DD38-EA72FCEE067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061A11-5F3B-27F3-71D5-24F4AB0F599E}"/>
              </a:ext>
            </a:extLst>
          </p:cNvPr>
          <p:cNvSpPr/>
          <p:nvPr/>
        </p:nvSpPr>
        <p:spPr>
          <a:xfrm>
            <a:off x="1943504" y="6144471"/>
            <a:ext cx="1934309" cy="3894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18B1199-4912-0337-183F-1716211A6A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2E993C11-AE8F-0ED5-42C5-5881091D69E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FA6E857-D525-C739-C2DA-27D5E85AC9B9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7AF1D5-77BD-C566-7918-E55E0A53F9D4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</a:t>
            </a:r>
            <a:r>
              <a:rPr lang="en-US" strike="sngStrike" dirty="0"/>
              <a:t>900</a:t>
            </a:r>
            <a:r>
              <a:rPr lang="en-US" dirty="0"/>
              <a:t> 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291118-6D15-FA5A-FB70-9369723A2945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7112AA-2EA7-0FB4-FF39-C4FE8128CB97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86FE4F-CBC2-0A45-9240-AD153AF8052E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12D651-DCB6-4246-C9CD-0AB9C5B59AE8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AC15D9-FEC0-9B39-FB28-034FEFFFC6B9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0235E9-51CA-1E15-8848-B1F71C5C4C36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403D05-1DC3-E019-B852-AECF5E7401F6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286230"/>
            <a:ext cx="887333" cy="1307254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AB3988E-EF33-C9E2-327F-859CFCD13A11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EB571F-6184-0D47-70A1-3AB69886F7F5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14FEFD-71AC-C687-7055-9BBEB686C24B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9DDADC-7FCE-E0D7-A2CA-AD185477C46F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B23BAD-3FDB-C3A1-666D-D817532F7307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C54F61-ECEF-63BC-5B5A-19440C037AC2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</p:spTree>
    <p:extLst>
      <p:ext uri="{BB962C8B-B14F-4D97-AF65-F5344CB8AC3E}">
        <p14:creationId xmlns:p14="http://schemas.microsoft.com/office/powerpoint/2010/main" val="41196214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BDB9-C159-43DF-4D99-8004F0F5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A1E9-A488-2370-17F5-9917C8A0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821E0-C066-BF3F-FC1D-897F73A5A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5937"/>
            <a:ext cx="7332296" cy="3483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53974-C3D3-AFB5-F85B-964AEB67F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50" y="4609871"/>
            <a:ext cx="7137400" cy="21990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C0F9D3-5DAB-C9AA-C92C-01CF110651A7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5C8F8-CB3E-1500-64EB-31A3106354B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9E485-F863-8BE1-DDB0-118D50A7C669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FC3BA-C799-5488-A5EA-D9AC0E7152AD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18F8554-D18F-9BEE-90EA-5564DF71E662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28F1C9-E342-EC81-7885-35B0052EA500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84C2F-8C81-86D5-12B4-782F1FE64346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E936E4-E9BD-96FB-A6B4-C6F0321DF44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25E5EF0-F0C7-75E4-D7C4-239C9B3EC6E9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2596A-A160-C934-E350-2841114B1769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B40CB8-D44B-A35E-B0FE-10E7AFB62E24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BAE13C-2954-0E32-C173-05F90C5695AE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C6BC8-D5F0-0A02-F266-69AF31768596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B26EC3-3AA4-94AB-3661-C0317DDDEB5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A6493A-E2F7-D444-A693-F19A8220368C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BAD8A5-E52F-205A-FCD9-0883BD6F7F2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6908F0-E89B-DE51-7F0C-3A63D4562F9F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AC4466-8F11-A054-A917-206C8C6E675A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F87ADD-BCF7-0F1A-82FE-26A01764DE0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D6497-3787-8434-D065-B362248E5F92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3B297-09FF-AAC4-C943-91417CA92C96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78A102-9CC2-2D3E-200D-5BE123949242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AE2AC2-472F-79A3-2F62-EA9976F612A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A50D52-B838-3028-2753-F43E80BE8C48}"/>
              </a:ext>
            </a:extLst>
          </p:cNvPr>
          <p:cNvSpPr/>
          <p:nvPr/>
        </p:nvSpPr>
        <p:spPr>
          <a:xfrm>
            <a:off x="1943504" y="6144471"/>
            <a:ext cx="1934309" cy="3894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4E45B41-93E0-79BA-47B8-502935B7038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8302" y="4343663"/>
            <a:ext cx="2199022" cy="108358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F90B627F-029A-7BB5-AF2B-DDCE69064FE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466558" y="4019469"/>
            <a:ext cx="2271578" cy="18045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9ACAB3C-7523-BE3E-E88A-59496ED19B3D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</a:t>
            </a:r>
            <a:r>
              <a:rPr lang="en-US" strike="sngStrike" dirty="0"/>
              <a:t>500 </a:t>
            </a:r>
            <a:r>
              <a:rPr lang="en-US" dirty="0"/>
              <a:t>900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7878E8-09A4-8CCB-83C4-FEC585A3AAA6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</a:t>
            </a:r>
            <a:r>
              <a:rPr lang="en-US" strike="sngStrike" dirty="0"/>
              <a:t>900</a:t>
            </a:r>
            <a:r>
              <a:rPr lang="en-US" dirty="0"/>
              <a:t> 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FEED0B-D43E-6045-224B-69350C5DD8E2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34E372-D744-99C8-84E2-CA9AE4BF63B4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661D5F-AF9D-8D03-4262-5409380FD3B3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0870E8-77CA-7F12-1E38-94300C645D94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1013CF-AE1D-1FE8-4E33-28C9C43947CB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B6CA30-3459-5EF1-22F4-347FEA2365C2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626678" cy="275123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15D3D7-0E1A-6F3A-E3CE-7B78B31F7835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286230"/>
            <a:ext cx="887333" cy="1307254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8185BF8-A8C5-FF6A-FE73-D25165EA7F9A}"/>
              </a:ext>
            </a:extLst>
          </p:cNvPr>
          <p:cNvSpPr/>
          <p:nvPr/>
        </p:nvSpPr>
        <p:spPr>
          <a:xfrm>
            <a:off x="25728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6088D5-5C6C-C624-3552-F174F1D7B239}"/>
              </a:ext>
            </a:extLst>
          </p:cNvPr>
          <p:cNvSpPr/>
          <p:nvPr/>
        </p:nvSpPr>
        <p:spPr>
          <a:xfrm>
            <a:off x="25728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468B365-54D1-7C0B-EA33-8BE376E85B30}"/>
              </a:ext>
            </a:extLst>
          </p:cNvPr>
          <p:cNvSpPr/>
          <p:nvPr/>
        </p:nvSpPr>
        <p:spPr>
          <a:xfrm>
            <a:off x="25728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E94E7D-4834-CD4F-91B9-20976FDBBC1B}"/>
              </a:ext>
            </a:extLst>
          </p:cNvPr>
          <p:cNvSpPr/>
          <p:nvPr/>
        </p:nvSpPr>
        <p:spPr>
          <a:xfrm>
            <a:off x="25728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E7C3EEA-89E9-17D1-7D78-D88EE80B08D5}"/>
              </a:ext>
            </a:extLst>
          </p:cNvPr>
          <p:cNvSpPr/>
          <p:nvPr/>
        </p:nvSpPr>
        <p:spPr>
          <a:xfrm>
            <a:off x="25728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6F788D-E924-0DBB-E73A-281193B64A67}"/>
              </a:ext>
            </a:extLst>
          </p:cNvPr>
          <p:cNvSpPr txBox="1"/>
          <p:nvPr/>
        </p:nvSpPr>
        <p:spPr>
          <a:xfrm>
            <a:off x="5010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8EDF63-F895-3E84-9B8C-481879C676DA}"/>
              </a:ext>
            </a:extLst>
          </p:cNvPr>
          <p:cNvSpPr txBox="1"/>
          <p:nvPr/>
        </p:nvSpPr>
        <p:spPr>
          <a:xfrm>
            <a:off x="5764876" y="4936497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051E1B-DEF6-ECA0-CF35-B3D016404E9E}"/>
              </a:ext>
            </a:extLst>
          </p:cNvPr>
          <p:cNvCxnSpPr>
            <a:cxnSpLocks/>
          </p:cNvCxnSpPr>
          <p:nvPr/>
        </p:nvCxnSpPr>
        <p:spPr>
          <a:xfrm flipV="1">
            <a:off x="3902823" y="5295764"/>
            <a:ext cx="1980419" cy="105915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747DD27-91C3-1B05-68AA-ABAD5A13770F}"/>
              </a:ext>
            </a:extLst>
          </p:cNvPr>
          <p:cNvSpPr txBox="1"/>
          <p:nvPr/>
        </p:nvSpPr>
        <p:spPr>
          <a:xfrm>
            <a:off x="5747857" y="4581289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</p:spTree>
    <p:extLst>
      <p:ext uri="{BB962C8B-B14F-4D97-AF65-F5344CB8AC3E}">
        <p14:creationId xmlns:p14="http://schemas.microsoft.com/office/powerpoint/2010/main" val="445001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CBFF-C175-D31D-B191-5E05E40B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Case-2</a:t>
            </a:r>
          </a:p>
        </p:txBody>
      </p:sp>
    </p:spTree>
    <p:extLst>
      <p:ext uri="{BB962C8B-B14F-4D97-AF65-F5344CB8AC3E}">
        <p14:creationId xmlns:p14="http://schemas.microsoft.com/office/powerpoint/2010/main" val="1437573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F1D4-D89F-C278-81FF-61E2A94A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BF39B9-A1EA-3D3A-AFAE-CFD47B392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884811-E420-3322-F1BD-69334C53E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A1CFD0-5995-6816-44AD-D6418770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19" y="25449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E84FD2-5682-99AD-B452-BF75F4B912D0}"/>
              </a:ext>
            </a:extLst>
          </p:cNvPr>
          <p:cNvCxnSpPr>
            <a:cxnSpLocks/>
          </p:cNvCxnSpPr>
          <p:nvPr/>
        </p:nvCxnSpPr>
        <p:spPr>
          <a:xfrm flipV="1">
            <a:off x="5029200" y="1125937"/>
            <a:ext cx="2639892" cy="3869673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987A740-6440-CE60-BEC1-67ED41B93161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F07B34-D23C-3082-ED31-77A34C1401C2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C0CC7C-E3F8-B964-6DF7-17004F4662D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C7E43E-FF47-739C-B114-2D790B3946C2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B88C1D1C-7D6E-51B4-386B-734F20B26508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7B3BFE-AF41-17EB-531D-5AA7F4923FDD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A583E9-D6F0-1D8C-B68E-41DF0606BE5C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2047B1-398A-2191-F2F5-2E2C6AFE5FBA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4A32C1-2353-3C66-8C08-FE592CA850CD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9B7EEA-BA4A-3FAE-97A2-F97619C3A09E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80AEB1-5C61-68B3-5CDC-A27E787C46E8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B9C55-3935-9622-D137-6967BCC36FC7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701078-6015-9A8F-F6DE-64B34D613918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9C20BF-B327-473F-3E75-4696BEA68CCE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CB856-7A67-86E3-4333-C7BC802E828C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58A972-2CD7-4B5B-AB51-DC10C26CEF50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CD1C66-6E4C-71DD-AF8D-46B75D510C1E}"/>
              </a:ext>
            </a:extLst>
          </p:cNvPr>
          <p:cNvSpPr/>
          <p:nvPr/>
        </p:nvSpPr>
        <p:spPr>
          <a:xfrm>
            <a:off x="1470147" y="4995610"/>
            <a:ext cx="3559053" cy="264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69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A014-9D8C-1285-AD25-273C3337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4F21C8-16D3-29CB-758D-43BB80672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EA68B7-4B1F-4BE6-E278-53495DC73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FDBBE7-09BD-DB62-9EF3-7F1DE46AD16E}"/>
              </a:ext>
            </a:extLst>
          </p:cNvPr>
          <p:cNvCxnSpPr>
            <a:cxnSpLocks/>
          </p:cNvCxnSpPr>
          <p:nvPr/>
        </p:nvCxnSpPr>
        <p:spPr>
          <a:xfrm flipV="1">
            <a:off x="5029200" y="2418381"/>
            <a:ext cx="2450896" cy="287257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77FE57-B434-6077-DF84-9F2FA7ED526C}"/>
              </a:ext>
            </a:extLst>
          </p:cNvPr>
          <p:cNvSpPr/>
          <p:nvPr/>
        </p:nvSpPr>
        <p:spPr>
          <a:xfrm>
            <a:off x="1470147" y="5218347"/>
            <a:ext cx="3559053" cy="264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1A181-6CEB-E4FF-72E9-45092EFC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0D15F1-3DC1-C469-1A1D-61B4E1FB6B5A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01CBE-9B09-FAB6-1C5D-C1240F8048E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0FE4C-3EF8-61B6-83E3-298F9348004C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60BFF-E93D-FB62-41E5-64D481896FAA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B6CAC22-CC21-BD5F-820F-D48DFF75D9F5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17DC08-6322-FAB8-C072-51C84CE3182E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6EEFCE-C78F-60FD-A7FF-E1A69BB0D10A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C2827-7677-F010-68CD-EB7DCF99EE2D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48E197E-781B-90E9-81B2-F341857CC0BD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A1E1B2-C20E-8903-CBD3-3F87E64C2527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89564-B676-2864-AF45-FBB90D4B39C0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494FDF-F5B4-338D-AA24-6C811170F0D1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40B1EB-D8F2-2047-5D9D-2C9175ED0C9F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4814D9-6F21-F38B-C3E3-D73C111F5C17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F440B1-068A-5386-DBD6-14B4F7BD9A3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17571-2687-5360-078C-7A789DD8B8C7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54E1A0-5ECE-DB57-D81D-6527441CF8ED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783A7E-5CC8-8B7F-3ED5-400E82E4BFA1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FF66D4-CA25-0776-4E46-E4BA64DD7A94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</p:spTree>
    <p:extLst>
      <p:ext uri="{BB962C8B-B14F-4D97-AF65-F5344CB8AC3E}">
        <p14:creationId xmlns:p14="http://schemas.microsoft.com/office/powerpoint/2010/main" val="18993315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BAA8-9EE9-B624-32CE-334F3588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F51C028-73A9-9C3D-C0D6-35B85FDCE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3D29BF-1B84-6170-FDB2-A4E9199EF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5B40C5-B444-2AC1-E6AD-C55F352B93EA}"/>
              </a:ext>
            </a:extLst>
          </p:cNvPr>
          <p:cNvCxnSpPr>
            <a:cxnSpLocks/>
          </p:cNvCxnSpPr>
          <p:nvPr/>
        </p:nvCxnSpPr>
        <p:spPr>
          <a:xfrm flipV="1">
            <a:off x="2936244" y="4829908"/>
            <a:ext cx="2819400" cy="87629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DC21679-9905-4280-3081-E8FE840ADF7B}"/>
              </a:ext>
            </a:extLst>
          </p:cNvPr>
          <p:cNvSpPr/>
          <p:nvPr/>
        </p:nvSpPr>
        <p:spPr>
          <a:xfrm>
            <a:off x="1470147" y="5427837"/>
            <a:ext cx="1448899" cy="370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DE4B7-B630-FD95-6079-8BA39D3A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48BC06-E73F-382F-50A8-C9905E8D8B19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61DC8-C7AB-D2BD-DD3F-AFE9E4AA63D5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3CB192-F6A2-80CC-EB2F-1654115855D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B34303-BE39-47F0-9A71-F168A8662C9B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CA5137D-52AF-1D48-2319-5F11DC90BA00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C6017-9F1F-A88D-7A59-FED107919716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1F78E-5D15-E949-72F5-26590CDC030D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54C3BC-7094-216B-152D-CB1EF34DF5B8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F060B5C-6699-2C61-359E-49BA04A91B38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02673-A580-4C8C-9FB8-FB996FA2EF1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7D39E1-6E8A-4EF6-534B-428643C06DC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243A9E-5030-8B68-A7C2-9224A9EF89C9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7DD17-9B78-B2E6-6035-51D708605F2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26C1EF-28ED-A494-ADA5-FC95A6CBC7DC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C2E6EA-CBDE-DEF8-E3CB-2DC4A2FF7994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03AC7-A82A-73B7-53D2-322E223A1F17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D6C0C5-A65A-11E6-66B1-CCF36FA52432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6BE163-93CF-58C2-DF76-C516C87F5CE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E6C769-6C55-6403-0210-2A56EC68465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A86F3-3777-BBB0-896F-7885917D56BC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9AC66-6C2D-0CAE-14F2-DFBACF3F5C2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41617178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6EFA-232E-0C17-D8FF-F8F662F8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9998BB7-D8F5-9BAF-EB43-4166C5C68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B0AD9F-4D52-FE5F-E7E5-EA4730FE8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EB1051-5377-8B01-3276-2079AC1F7EA1}"/>
              </a:ext>
            </a:extLst>
          </p:cNvPr>
          <p:cNvCxnSpPr>
            <a:cxnSpLocks/>
          </p:cNvCxnSpPr>
          <p:nvPr/>
        </p:nvCxnSpPr>
        <p:spPr>
          <a:xfrm flipV="1">
            <a:off x="2936244" y="4829908"/>
            <a:ext cx="2819400" cy="87629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2C4FAB6-5823-E2A5-6392-96CF07381181}"/>
              </a:ext>
            </a:extLst>
          </p:cNvPr>
          <p:cNvSpPr/>
          <p:nvPr/>
        </p:nvSpPr>
        <p:spPr>
          <a:xfrm>
            <a:off x="1470147" y="5427837"/>
            <a:ext cx="1448899" cy="370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EBB1C-B36A-6F54-8192-D17136FAD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0414C-806F-6B93-FBCC-F82DCF323A48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5EE09-0222-7EFD-9FD0-EB5F01C1AB03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7E1788-CCCB-7879-E98E-D1C27C850A4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A8254-583E-E739-CE83-EE4E0E3E9FED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C35D72C-8D05-5211-7DED-3C15B9EF4A75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37539-1317-3116-9A00-AD05420139E7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72633-8E67-1495-4FB0-EFB078C2BE96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14B17C-E650-46A5-E7A0-8076A517128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FAC0833-BF88-981B-DBF2-E68C39666CA5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A8496D-69BB-FD55-A8AD-AA4C3FA21BAA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6EBE0A-3D78-06D8-3A65-0675F4D748F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182EF4-19EA-C06E-3C94-C60BE41D3508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108A72-FB8B-DDBD-E976-BA736D554456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602BC6-4BFF-7285-D177-B2943B5FAB5D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A4A525-644E-92A7-507B-493B27A3971E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BFF2D6-832C-159A-3275-3F26CBC469F7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2CD74B-D179-23FE-FEFB-831A19977942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9925F4-B038-508F-D5D8-EC61CA2EBA7D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4237AF-1030-33E4-E396-D5B4270FDC3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51F5D-2757-555C-62C8-324ACD896605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528BD-E6A0-8F94-79C8-A81239DB3F0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38AAAF-8B03-038F-549D-1ED5001BB317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1F70A3-9190-0EF6-68E0-DC44A4B2661C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</p:spTree>
    <p:extLst>
      <p:ext uri="{BB962C8B-B14F-4D97-AF65-F5344CB8AC3E}">
        <p14:creationId xmlns:p14="http://schemas.microsoft.com/office/powerpoint/2010/main" val="1950660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1294-96D9-9992-64E1-B808E2BD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7EADB3-5306-D3E3-9D50-9992FE062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A2F2B-266E-16E4-0BFE-B167C539E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C911B7-6948-95A3-8B77-DB4DED2691AE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BDC2D-EF91-1D5D-0DC8-1D6758DC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023CBD-DFFE-38E2-447E-D4E4D783E7B8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92AF39-DA26-F1E3-50AA-AE0C80997B9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7649D-5E16-3EDC-FEA3-350559F5032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00EC1-1117-0ACE-9714-33DCB831E190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EED2959-3AF2-398A-B777-67106BA07509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07EF2-5FA6-5F4D-66B9-CA3608F4EB52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A5731-017F-70CF-B7FD-368AD2DCB92D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E43FFC-13F2-615F-9A29-D0845F37CE96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A023E49-6A33-3162-619C-FB31DCF54DD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AD7E9E-CE1D-B2D6-5826-D81E5FBE9A15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D5207D-EEFA-BDBE-304A-58B45DEBBF22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253EFA-FE92-F09C-3A5E-5D84305AD86B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33465E-AE8F-07F0-DD89-617765C1996D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197BD1-5D2A-E6E5-53BA-4DA7525FD2C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3F3F79-25B6-D55E-0D86-8C69B7657E5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BC5C9C-9075-C963-0FD3-85BE7480251C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31FE19-BDC4-A0E1-9079-56080C14D190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8EEE4E-9110-AEE3-FD88-1266AC43AC2F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378C2C-4E7E-7692-63C8-656F72AA936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2B8149-9424-C0A2-C8EF-4401577885ED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FE43F-A9E1-A8CC-DCE2-D03BA47E7E02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F2D58-F04F-711C-CA17-085328A48053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047CB-4AC7-6BCD-E55D-841439E3D439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B9AB7A4F-B6AA-D8C5-B000-7B976FCA092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67BF939-9873-0531-982A-EF8BA35EF3C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6439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0735-BE8B-647B-1E66-50C73ADE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B01A04-104C-3518-D5CF-6A47DFCDB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268E55-C6B8-29C2-27A7-935D48BC8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07EBF3D-B974-D9C2-3B49-1A3FF7A19554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2EF7F-90B8-2C02-387D-0A26FEB7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FBA8B-8635-BB27-42CD-90DF77912756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F4001-4DB2-F015-5811-149C51CD886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AB077-6A69-955E-49CC-4C797287948E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0F385-CED0-6E60-2EAF-253CD46505E2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EA37927-C658-212C-7E1F-07220C8C520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A6A9E-BEB2-0C3D-F54F-8DBD092C80B0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D7C150-B262-29B1-2E40-15BCE3774275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258D9C-9BC6-42C0-9A2D-92519652C5E5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19AD9BF-C7B0-416A-FBA4-B08127A4CD20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3DEAB-4554-C319-C164-0A8EBE12AD6F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5B2367-D43B-9572-CDEC-F1FA91BC682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B28B3E-1ACD-352F-E655-B4DA9A8E313B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BBCBE-8632-09B2-9A23-334B67B10852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A1761C-464A-278B-1317-9344D0A54792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ACC9BB-0E6B-6DB4-C848-8F738F18FC93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E36D82-279D-708A-42D9-3E37EBA96F15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DF8DF-3CF3-5F5A-9F5F-8E3438C43146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5C0EEA-0DAE-5F1E-0E7C-DBBCF41B19B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BC5790-7E6A-7231-468E-AA8EE63F479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F9263-10FE-9D15-B261-A5F44FCDD9F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E32A7-B987-6411-AFDA-0C39AAB066D2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620A40-91F0-26E0-48DF-34EB183ED6FA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B963B-0746-4E5A-AD1B-5C07ED281B28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EAB93E3-4F19-6722-B87D-A8AB5BC77D1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6D03804E-943B-0768-9EA5-5959A598A08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73EAB3D-0527-BDAC-2FB3-FAB85BCE13A3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3D5047-82F6-4396-A7B0-A707D55A9A62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6E5C29-83C0-1C95-70BB-18F5592BE772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713703-9A92-90D7-2ADC-85877840946E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6A0EAB-828D-7FE0-68BA-5CE5B6C71D89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3CE425-2797-F9F9-995F-4BF939A9A33A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F6F046-B52C-15CF-A07A-1D6F80BA0E4B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FB56B4-4C3A-B2D4-1BEB-8C95F1D1D907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FA13F48-7A40-BE24-8A97-1DDD6B17AD96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415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04B4-D050-94C4-184E-6585262D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6D68F6-5689-FED4-5401-9A284E9F2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01A76D-0E41-CE1A-3736-02A4C520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E52A5C-ECB3-8A72-2A42-04C92E4A094F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97D09-6512-B72B-496E-FCE1DDB4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5A408-9118-3736-EDEE-EAEA1EFA7C7A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31C45-EF67-5EAF-A846-870C72DFC55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A4C1A7-C938-B21B-9607-A1010AE88200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A71CFA-B302-BF84-26E6-B4D9FF6014B7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C3A3932-E493-FC13-FF84-5A35B3FDECA6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BDFFC3-54D5-38C2-C009-A0583A662D54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D61309-3FE0-8F6E-BE5E-68B0B0503BC1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DEF224-BCF0-191F-6455-FD40452166D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4ADB40A-EDDE-A5F7-6122-29BFC9958ADC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FE851E-BC8F-50C1-4C27-B3BADEE9BDD3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141368-9A99-606B-EFC1-F46288B70357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6C1748-D482-6936-1992-A65944F1F41D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D67CAD-0D25-D0B8-ED45-012CFE64F8A8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A833A3-B034-FD2F-30B5-E5FC62D72D0B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F2F5C4-F28E-BD2A-D9DF-3C7E599A9B50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B83886-9E98-C3F0-21E1-0836C3288D48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4E37A0-1AC4-DE0A-43BD-79F90CAE7B0D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3F1A02-75DB-F9B0-7808-D0C1A7BD7D25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2948AA-F654-CA50-1F63-85C8DFB0C831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A47137-BEF3-0BB1-5AC1-BBABDCE4E7B1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D59218-8582-8A79-3F36-26C46E249107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40C89-EAC9-75FC-B5E9-C65641C02E7F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5BDC89-111B-6647-989D-8D714FE4A239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16EA22D-6DC1-37CD-9DAE-7CBC5EF095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ADD8F14A-B4A8-6392-01F1-6D716777EB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F7BD62F-B85B-2ECA-AD58-E7160C3F386A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A527D7-7FC1-1C81-0365-B9AE8571D321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8CD1DA-C03B-B78B-6E05-302041DF4407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8420A7-97BE-B5FF-6808-6AF082AB552C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6DE4DE-B027-6DD6-30B9-9CA086F70F34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83B2C2-973F-5333-B9B7-CF6CF15FBAEB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3EEA32-24E5-E1CE-6AD0-9807F68D12C5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6081E4-4C49-CF38-84E3-3C7AAED0BCE0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06B589-750C-9654-C7B2-416FC8BE8CB0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BCFB6D3-1955-5AE6-5954-0F2A95ABEB25}"/>
              </a:ext>
            </a:extLst>
          </p:cNvPr>
          <p:cNvSpPr/>
          <p:nvPr/>
        </p:nvSpPr>
        <p:spPr>
          <a:xfrm>
            <a:off x="1181804" y="3274046"/>
            <a:ext cx="1115739" cy="2669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ED3E85-6C9C-B5D0-8B3B-02A3846A192F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79ACE0-1F90-DD13-C8F0-E1D299956758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B5A432-452E-9EFF-C75A-2BC0363E4758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5B3B10-7233-D846-0786-CF4939D00023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0DABD4-67B6-FBA2-613E-0DB956B32517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AF45AE-944D-F263-B86E-48B32DF1DB2C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9646BE5-85D0-B2F0-6B77-5364CAA8C53C}"/>
              </a:ext>
            </a:extLst>
          </p:cNvPr>
          <p:cNvCxnSpPr>
            <a:cxnSpLocks/>
          </p:cNvCxnSpPr>
          <p:nvPr/>
        </p:nvCxnSpPr>
        <p:spPr>
          <a:xfrm flipH="1">
            <a:off x="987651" y="3540993"/>
            <a:ext cx="499694" cy="128213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>
            <a:extLst>
              <a:ext uri="{FF2B5EF4-FFF2-40B4-BE49-F238E27FC236}">
                <a16:creationId xmlns:a16="http://schemas.microsoft.com/office/drawing/2014/main" id="{3A9617E0-D309-5DCC-9F19-294FE4038F0C}"/>
              </a:ext>
            </a:extLst>
          </p:cNvPr>
          <p:cNvSpPr/>
          <p:nvPr/>
        </p:nvSpPr>
        <p:spPr>
          <a:xfrm>
            <a:off x="790683" y="3270560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852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9E5D9-532C-4BA9-B57D-3F832161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56EF29-5A31-F18B-3A83-7025987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1815DF-D3D3-9AA7-4EC6-A51431D3C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1B7C0-52F6-223B-9CDA-30BF24069EB9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2F9AF-9104-BE60-DDD8-FEE2483F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6C18F-C212-CEBA-8AD9-318A3827D55C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C277B5-8881-8C65-0A8F-7241D9A1A880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38372-1BC0-A403-91E4-F5A74722407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59C77B-8FD5-1E2E-EAEE-225424F62F82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2B1BDBA-761B-6BC4-7BD5-19541617D31F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EFEC3D-802B-2C04-37D8-0E1E205A8069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0DD836-DCE0-89D2-221A-640AB4241637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9E764D-91FE-5616-D9CF-181274D9FEF8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F4729BBE-8000-EA71-4A38-59253A094B1C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6FE581-11C3-237B-D560-0D42795CDF53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AA2059-BE15-917C-7398-D8A96F65FAA6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77098C-0AAF-ACFB-D04B-C59C6C4B7C58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BE73A-388E-5E39-896F-9F9A37323D8B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2C6BBE-7500-CAC0-9B07-08EA6040A657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5E5ECC-628D-70EB-8B79-9D1E682CF828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FA3060-ADEA-17D1-58A6-5F75BE8B5C1F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1600D1-F0AE-5B4F-4036-348555227843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5C44CF-37CD-1FAD-1BF9-78F89051315D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17B0EF-CC51-503A-7F89-F3AA90E305B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9A7F4-0279-DA32-6489-924C6D72857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9EAEC6-1917-C416-7B20-6294FAC90098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3704D-9C0B-741E-BFE5-88CFBD97533A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452DBD-5450-53EA-1509-C78B61738D17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97C4BDD-94F5-0153-4FE8-692F99321BD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165756EE-7160-1A62-CA74-792FB521810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E4D570-9160-FDD3-367D-D2BBDE90AC35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ED0EE4-A76D-4017-A019-554D66C40546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0EE520-F529-3866-91AA-9825EB29CB79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834E45-BEDE-8EED-23AF-4662F22E2170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76F266-19FD-6ED7-ADD8-D09C6AAE8F8F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DB9E0C-35A8-D20D-A1E3-446F967A2D53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F71400-BE48-741D-14E0-C5F1C267DCAA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47375F-9ADE-A225-DC49-6EDFD9A273D0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139B7F-09C3-1959-7AEC-9EBB43405967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CC8B5E2-D111-250C-349E-B40721C3EEF9}"/>
              </a:ext>
            </a:extLst>
          </p:cNvPr>
          <p:cNvSpPr/>
          <p:nvPr/>
        </p:nvSpPr>
        <p:spPr>
          <a:xfrm>
            <a:off x="1181804" y="3274046"/>
            <a:ext cx="3390196" cy="263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2671A1-902A-B99D-EB81-3E0C4A220468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F786BE-E4D8-1501-313D-299B5B4410F5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687D6D-2574-D7D0-9946-E44DA9954547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B0CC4A-0FE2-CF72-EE1E-46CF35E6222A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C77C8BB-29B5-7C4D-DA84-57DC00A38AF1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381B15-053C-249E-D246-CABDA684E57E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42C7F1-EB58-63E8-1587-88578772A580}"/>
              </a:ext>
            </a:extLst>
          </p:cNvPr>
          <p:cNvCxnSpPr>
            <a:cxnSpLocks/>
          </p:cNvCxnSpPr>
          <p:nvPr/>
        </p:nvCxnSpPr>
        <p:spPr>
          <a:xfrm flipH="1">
            <a:off x="987651" y="3540993"/>
            <a:ext cx="499694" cy="128213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>
            <a:extLst>
              <a:ext uri="{FF2B5EF4-FFF2-40B4-BE49-F238E27FC236}">
                <a16:creationId xmlns:a16="http://schemas.microsoft.com/office/drawing/2014/main" id="{1F601AD5-593E-D57A-3BAA-D76884C22D99}"/>
              </a:ext>
            </a:extLst>
          </p:cNvPr>
          <p:cNvSpPr/>
          <p:nvPr/>
        </p:nvSpPr>
        <p:spPr>
          <a:xfrm>
            <a:off x="790683" y="3270560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7F65DF-DEEB-A83C-9569-0393EA2C02BD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66C468-8AEA-CF61-608E-B17760000C26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CA4376-483B-6C15-442C-DA39A107CF99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15B89A0B-109B-DC0D-3C63-E6CF10BE43A9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00CC16-6097-A0F6-9BD0-3F533610BCCF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5D2585-FA95-4662-26BC-D3692BD5A29E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FE205D5-4C14-52FA-A9CA-09B46317135E}"/>
              </a:ext>
            </a:extLst>
          </p:cNvPr>
          <p:cNvCxnSpPr>
            <a:cxnSpLocks/>
          </p:cNvCxnSpPr>
          <p:nvPr/>
        </p:nvCxnSpPr>
        <p:spPr>
          <a:xfrm>
            <a:off x="3158292" y="3481499"/>
            <a:ext cx="2337514" cy="204576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4637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3F77-B4A3-4806-46E0-B934E9BB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D4299A-7CF2-9852-8FD9-2A5823653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B8DE80-D7F8-BF08-E1C5-33DE37C82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2E573A-3529-982A-69FE-7E49FA88972E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D4FD0-93B8-DFB6-4C34-3CAE6BFF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CA492-AF55-7B95-D2CA-9BF2750003F5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10E6F-761C-5352-5F33-391AE71BF51E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49D56-BA61-F12D-A2CE-1DE4C4CBEE85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E00900-1501-3F7B-C855-558980FAF5FC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B36A3E3-15E6-97E6-EDBE-E4D72ABD87F4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E99AA-C0DC-8495-54BA-DE3B4B72969F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8C0B9-C342-F697-B7E7-F3983CA74E24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33E18-2EE3-73D6-0BD4-CF2EB2AE9C7A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127C887-9F43-4669-9149-8E67225C25B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732571-0CE1-041A-4014-3C261E20DE96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F06987-82C3-580C-E41D-E670167C4364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FF9C32-4D0C-E9C5-752F-BE7B61F3855F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91D6B6-8C18-8AA4-6699-99CAAB9D0AED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E959CA-0825-B65A-28A8-6A0C577E549E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847E61-4D28-6E13-EB61-4B5DF7EB3D6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82142C-AD9D-BE09-5BC5-37BAE54765A1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D066F4-4506-E264-F16B-4E26A5BF6B7B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55D07-1176-E08B-3C38-2C1356E5B442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C5EE69-1574-64A4-D81B-A7F5F7E42171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62DCD7-5CD3-3936-BBED-9C5C3D5190CA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93144-D0EF-2287-5545-9DEAA0754D5C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ADD7E-D075-BEB6-EA14-7AE8F80EF78B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3FFB5-C3A7-79E4-6462-F925A91E87A9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1D014E7-2773-9619-2417-8646EF251A3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D72C96E-0F1F-F59A-C680-61D6F6255B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F4BCF8-80FF-1034-92EC-ABF2D67097BE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304684-5299-6F6D-5E78-F018B400515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345E88-92F0-37D8-D86E-73F275B0D02A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CB1F58-5DCC-5B41-DB9A-DBD1E2DF20F9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EDDFC-F8C2-A51C-BE24-085C872A10D0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47E4EB-A35D-FCF8-3818-5CFD72347867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1DCC11-A73F-EF69-711C-4A9593230D75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DEE56B-3A06-218D-CB90-F03583B8EB6A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51D5EF-9C0E-541C-E8E3-B54EBE3F3C96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5ED8A55-1A31-7094-C89C-F83996AB6B49}"/>
              </a:ext>
            </a:extLst>
          </p:cNvPr>
          <p:cNvSpPr/>
          <p:nvPr/>
        </p:nvSpPr>
        <p:spPr>
          <a:xfrm>
            <a:off x="1181804" y="3274046"/>
            <a:ext cx="3390196" cy="263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8B24FF-5A06-C671-A420-80A3E693F8FB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48B3FF-DFB5-6A03-69EC-D86B8B57B37F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75012E-6272-F654-3A43-3CA243492458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D977D9-F0EC-3EEB-5FD7-D2DDCE6296D2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BE9040-8FE8-4F9A-52FE-3D02E698C31D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96D35C-3F4B-35E6-D558-1C0CAB215E7C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FD86E5-A128-1DCB-5A80-A788D215E47D}"/>
              </a:ext>
            </a:extLst>
          </p:cNvPr>
          <p:cNvCxnSpPr>
            <a:cxnSpLocks/>
          </p:cNvCxnSpPr>
          <p:nvPr/>
        </p:nvCxnSpPr>
        <p:spPr>
          <a:xfrm flipH="1">
            <a:off x="987651" y="3540993"/>
            <a:ext cx="499694" cy="128213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>
            <a:extLst>
              <a:ext uri="{FF2B5EF4-FFF2-40B4-BE49-F238E27FC236}">
                <a16:creationId xmlns:a16="http://schemas.microsoft.com/office/drawing/2014/main" id="{EF43AEA6-7D6E-30D9-3826-1DB5DBC4FDA2}"/>
              </a:ext>
            </a:extLst>
          </p:cNvPr>
          <p:cNvSpPr/>
          <p:nvPr/>
        </p:nvSpPr>
        <p:spPr>
          <a:xfrm>
            <a:off x="790683" y="3270560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569F7F-AEBE-E6F0-16B3-D6D1D6C96010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1DA544-4AD1-72C8-BE9C-4AB802AD7F10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277A68F-B8A6-CD17-CEBC-04E63EF4CD0D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4B0F5C40-CBE0-2CBF-9FD9-34F56DFFDC70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0BBACB-683B-6886-AE76-D7A1F7B02045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5DA1EA-65A9-392B-5C56-13E1CA34E543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C915D8E-E2BC-36CE-9EA2-93866107CD03}"/>
              </a:ext>
            </a:extLst>
          </p:cNvPr>
          <p:cNvCxnSpPr>
            <a:cxnSpLocks/>
          </p:cNvCxnSpPr>
          <p:nvPr/>
        </p:nvCxnSpPr>
        <p:spPr>
          <a:xfrm>
            <a:off x="3158292" y="3481499"/>
            <a:ext cx="2337514" cy="204576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E1E5CF-F12B-D071-5D02-E9EE272FAB97}"/>
              </a:ext>
            </a:extLst>
          </p:cNvPr>
          <p:cNvCxnSpPr>
            <a:cxnSpLocks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267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7D32-F6BC-8D37-094B-123B800E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80010C-91BB-2BF6-58C0-E11525159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A07FB4-BEEC-E940-AB2A-C86276FC2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601943A-AFA8-71EE-89F6-3C76BC15BC4B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EE80F-1D3F-ABE2-3D94-4CC186D07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9A940-72EB-1843-8EE6-D0A8F5D370AC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71817-7C2A-F069-1D29-F9583176B0D9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66698C-FC04-C033-05D9-6282879567F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C13CA1-4436-F9FA-6913-FB076EAA55DC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C407C62-4CEC-5BA7-48E4-2D7F13A0A14D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7317B8-EF1D-D91D-2733-D814AF5A441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963252-D07B-AA76-2A02-D2A9326FF248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46648-1DB0-78FF-08B6-0F505AA50730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66CAEFC9-93CA-0D08-5388-7F40460EC047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529D71-5F79-7138-5762-5A08D81ADA49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A2FB3-F8F8-F4FA-ECD4-F3E41C265C74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B8B8B-AF1B-2934-75EF-7B401C6A0535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BFF8AE-4C3B-F0B5-8149-8250CC515E8E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2DCD08-4DA8-E17D-8CBB-1ADEF0107299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FBE266-E5CC-42F5-210C-E1706C811089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42AD9-B72E-2DFB-27AF-7A96FA1E9DD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A433E7-79A9-D444-4092-C328EB101EB5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4F4900-BC3A-CAB2-03DB-D671E31299A3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B1805D-EDB7-51BE-ADED-6A6AFAFBC266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E2BC4-82A2-A883-8DE2-C10E107B18EB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2EA68C-92D8-8EC5-2EC2-9F88D1B34868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9D4DF-B353-B558-20D3-97D90119DE18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6F94F-397B-CC65-0DFC-8DC963E970AD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BB5A754E-41F5-07A5-19C7-A8A433E744C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066B3CE-1172-08C4-2C4C-6362ADB229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6EF3869-DC5B-18C1-C6D9-02C92287A22C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7ED66D-2763-EFEF-02FE-D68A94738A22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5C1F13-C76E-D345-EDE8-B8EAB91AA90E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CB7A6-42D9-62C1-61A0-47A1D9AF097D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A0B975-79A0-FEBA-112A-613D4F48317C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B1A1E3-1EDB-BAB3-1D24-88453D9DF2DC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BA7933-CF83-C90D-F1F3-3445883BE9BB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E16AA69-E620-928A-ACCB-B10A29036237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8D2214E-C3E7-B5A1-E376-A687DF8A81C7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521D2A6-F2E1-C0CC-D406-E9D29D49B1A0}"/>
              </a:ext>
            </a:extLst>
          </p:cNvPr>
          <p:cNvSpPr/>
          <p:nvPr/>
        </p:nvSpPr>
        <p:spPr>
          <a:xfrm>
            <a:off x="1181804" y="3461614"/>
            <a:ext cx="1544336" cy="430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E44E60-0450-94DD-9EE6-D4E1AEC16E66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8B829D-7959-2A98-21A8-414AFA949072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BDA46AA-867C-90AA-7C60-EE8CFA2CABD0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EA813A-0E35-6FD8-B410-71ADB00C6367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518192-0CDE-D56F-3E4C-41636B7B25B0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F623AF-5F32-14EB-9471-B721514DDE13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EBF17EBA-26F6-FABE-FEE6-DB2BCD9D925B}"/>
              </a:ext>
            </a:extLst>
          </p:cNvPr>
          <p:cNvSpPr/>
          <p:nvPr/>
        </p:nvSpPr>
        <p:spPr>
          <a:xfrm>
            <a:off x="802930" y="3513445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B022E3D-E72B-3224-6ECA-EDDF2AC7ABB6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3B9F30-2A93-AAFE-1571-F91D9FE92389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10FFA5-3040-5735-9A28-96D72FCB6FE5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E0999B76-8761-8B49-AC62-5FB3AFD4FD1F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7690F9-8DD3-0CDD-4808-0D41147FA856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C4E8F7-4763-B162-7729-2DF770BEAEBD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E4E5ED7-913B-84FB-CA5A-E9A8B6E4F0A0}"/>
              </a:ext>
            </a:extLst>
          </p:cNvPr>
          <p:cNvCxnSpPr>
            <a:cxnSpLocks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7832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51E-DD24-644A-7004-FD671E1C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65924F-6E82-D961-F8E4-7B119F003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01F9B0-8942-D1C5-D52C-6869013B4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F1DEFEA-5E40-227B-18F7-B6B41E47A04E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431F8-300F-A4DD-0457-39314F8E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26B68-1D46-BC52-2390-40A907A5A949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4A914-35BB-60F8-6451-8BF9D72C9051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AE053-ECAC-1128-FDA7-6DD26E27FDF4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D0B56-FC5E-10BC-F640-96BAF6E7E041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01FE3B9-DC66-015B-68EC-3D315728983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B78132-F220-E9F2-2435-A7E24A509BEB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3ED106-FEE6-D250-B99F-5BEB3998D3FD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342130-6152-98CA-4F9D-EED344C96CAE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4887544-A671-7263-E49D-BBB06D3249FC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21C08F-7996-2257-CDCE-D0BD936B6317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8A0073-6F07-BF51-97D1-204575289813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6C037A-9BE3-FF22-6EA4-AAF2762D7B3B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21C770-B527-0927-A3FE-7ACD7C961A3D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68F418-54BD-C193-8140-C8539FB806FD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3B825E-1FF9-38CE-492D-A56212599EBF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09CED2-65E3-3CF9-083D-DAB1B5CED74F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1FA92-6B4C-372C-3567-DEF545CE1220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5A3581-AA7D-AFAC-2E40-40B08C5C7A21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BF068C-F3D6-281B-8ED2-5AA505875340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25F1F-CE27-7BAF-7FB0-1DACA5F3CFD5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3D98C-F12D-0ECE-BC11-6C784FC6D96F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30F26-7045-C171-1E59-AFD5EB0C976E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E1FA27-D5AF-0269-CB9D-55A3ABC9378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BDB45A40-F839-1E07-0216-7AC1A5FB838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EE2D0726-32B3-9D39-0594-378CFAD7B7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83D69C1-6341-D687-5534-5F54A60EF304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E7DAB-D0CF-8561-F693-FF319342FC4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C6E59E-5475-4394-A098-590EC0262E42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912289-F263-6B8F-435B-CB2958F2553B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5E5865-C33A-2AAC-396A-5D295CE0FAAD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31131-40AD-45FD-C923-D9B9A2E0FBC8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22DCB3-395F-629B-4A5A-0BE8AE0BF131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4CF957-B4A5-4AFF-EBBB-13C3986BA291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C3FCFB-2238-EC5E-4383-5B01F5AAE7AF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E98E830C-07ED-BBC7-44B9-610A895EF482}"/>
              </a:ext>
            </a:extLst>
          </p:cNvPr>
          <p:cNvSpPr/>
          <p:nvPr/>
        </p:nvSpPr>
        <p:spPr>
          <a:xfrm>
            <a:off x="1181804" y="3461614"/>
            <a:ext cx="1544336" cy="430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B234BFC-4C46-B89F-4A4C-96D6B5D151E2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9063EF-87B6-1DF9-E5C1-F840C66D7BFB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8D0117-E5F1-84CA-868B-D41E21784E7E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ADAE2-F454-756B-62B1-554162E75E26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9A8D52-1FCD-B956-C477-90262BB4999B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6A9A8F-46B4-A004-F434-60E1A9E17089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8FFB3CF6-DC6B-287A-EE29-1BC023A274B2}"/>
              </a:ext>
            </a:extLst>
          </p:cNvPr>
          <p:cNvSpPr/>
          <p:nvPr/>
        </p:nvSpPr>
        <p:spPr>
          <a:xfrm>
            <a:off x="802930" y="3513445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7B99A1-37C9-82DD-4456-EB23DA26D906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115F27-CB21-45CA-3F0F-732C5FE9BD57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4675EA-540E-7BFE-12D8-7D9227587AA8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F3C965D6-8CD3-20D2-17B0-B45EC62C64CF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97571DE-74F2-B485-3FCC-FF50C3C15EA6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EF82DC-C4CB-3A6C-6CAD-C843AF0F2F8B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6F9FC6-80ED-D08F-8D0C-8F6549DC673E}"/>
              </a:ext>
            </a:extLst>
          </p:cNvPr>
          <p:cNvCxnSpPr>
            <a:cxnSpLocks/>
          </p:cNvCxnSpPr>
          <p:nvPr/>
        </p:nvCxnSpPr>
        <p:spPr>
          <a:xfrm flipV="1">
            <a:off x="2768120" y="901128"/>
            <a:ext cx="4900972" cy="285189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2A68637-BB9F-C3DD-1290-3622053CF225}"/>
              </a:ext>
            </a:extLst>
          </p:cNvPr>
          <p:cNvCxnSpPr>
            <a:cxnSpLocks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707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B09F-BB96-07B7-7FBA-3C1FBF8C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E3D610-BCB3-D7F9-D186-247FDFD56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EA3E30-098E-3E1D-0FD0-8E0AB75A3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E0D7F7F-9D1E-1513-3C24-D7FC9436DD12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A7B50-3A0C-E3BF-9339-21336778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49382-36C0-1338-AED6-57477DC13C50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B7D09-77A5-E09B-8353-5D2676FEECF2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3F629C-8C95-AE78-2F93-8D47E99E3BED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4EFCC-BDFA-D86E-5861-66C321AE2225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1F97468-E00A-F100-F9DA-04CA79A33DCC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16E4E-EE38-C76F-8FA9-6A029F81CCD6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8E44B8-7836-D92A-A7EF-E42DF7677564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8D54EC-88A0-10A6-ED02-DAEC56B8D76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9AF7075-3222-C777-F722-21CBD1B84929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7B2FB6-6FE6-E8BA-1AFF-87929EB8252E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D4729B-F484-A838-4DB1-537A655667E3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6E1FEB-8317-806B-19A7-6747BE0D7BA1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F7A897-D80E-CEC6-91F7-BC7882C83F8D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E5DE86-1F65-F84A-B739-8A661CEC4C91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BFA242-B150-DB74-C254-CEE921BD4E27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BF39CD-899A-6A3F-0778-7FB5D4446B78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D854B9-69A2-CFBC-7A83-ACBE9441C2EB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C477AC-C647-2EDB-29A5-A448BA68040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0E1054-D0E5-581C-3E46-E80D45A5A56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42D7D-7C77-F4BD-8E7D-EB7A39A2BCE8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0FA07-2722-58E2-E2A1-61C16D118794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75BD1-FF02-03C1-52CF-0D0F4036CBD9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AD6F36-52F8-090F-077F-1520004D521A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290053C1-9E9F-4A69-2361-27100D15FB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D006DC5B-AF75-1DE3-82BF-7FC909F6D2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36815D8-787B-A09E-000B-DCBF50420E4C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F3D57B-1C60-A0B7-D873-612737A7CFFF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FF9848-FBEA-201B-E464-801BD79DBCA3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25FA18-A0F3-8C7D-16AF-A71E1120CD81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31E22-20AD-6AE4-211C-A3EE4EB56BDD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96FBB7-2EB1-592A-013C-BCC38B91FD13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C9651E-2556-1A4F-D366-EFDC8FDDD3FC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A87591-5549-4B3B-09E7-F5D1E232794C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7A6209-7CE2-A4A6-3A73-BCF7B4C91F75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28F187F-F67E-E2F4-71D1-5BEAFFE727E8}"/>
              </a:ext>
            </a:extLst>
          </p:cNvPr>
          <p:cNvSpPr/>
          <p:nvPr/>
        </p:nvSpPr>
        <p:spPr>
          <a:xfrm>
            <a:off x="1181804" y="3848473"/>
            <a:ext cx="1544336" cy="430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A2DBD3-5F2B-379C-27CF-EE7C537844B6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834A42-580F-7C72-3AAD-489C9A258EE8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721FA5-AEA5-DBFE-229D-CC78A032FB73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3E9452-77E2-34A5-A467-8B3F8E00FEA5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CAC053A-BBDE-34DB-5C45-9D904EF928F4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0B3E6A-347F-8591-2F0F-AD5013FC5169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1422B507-DEC7-F32F-254C-5B1F47B54EBF}"/>
              </a:ext>
            </a:extLst>
          </p:cNvPr>
          <p:cNvSpPr/>
          <p:nvPr/>
        </p:nvSpPr>
        <p:spPr>
          <a:xfrm>
            <a:off x="802930" y="3861911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AC32F4-E2E8-4829-3EA8-3411CEABEE4D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56C11F-B487-184A-0263-35F8A351B3EC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90F687-B092-D27A-AEE4-7E3B25FA29D2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B2BFF71D-3D01-55DF-0019-5156A2892978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86B133-B9B0-ED07-152D-E062A22AC4C4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3C8A83-5835-32B6-2DE5-FB3E77700A22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17223E7-0FC9-8E66-5D05-9266220945F3}"/>
              </a:ext>
            </a:extLst>
          </p:cNvPr>
          <p:cNvCxnSpPr>
            <a:cxnSpLocks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298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A754-2FAF-352C-A629-5BC4BA9A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EF9C9A-E2EA-FF27-36BA-B9FBFEB02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76B09D-DD05-ADAF-C057-657502DCF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20CADD3-5A70-B3D8-5C74-7A5B87B36397}"/>
              </a:ext>
            </a:extLst>
          </p:cNvPr>
          <p:cNvSpPr/>
          <p:nvPr/>
        </p:nvSpPr>
        <p:spPr>
          <a:xfrm>
            <a:off x="1487345" y="6002215"/>
            <a:ext cx="2053024" cy="234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0E3AC-C89E-A012-47C1-04819934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23FC28-9341-4C62-FBEF-ED4E9A1393E7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CC140-30AB-C5DF-0A85-52A51A1EB101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C0F2FE-90B5-63B5-4D21-F0508A083C32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412A0C-CAAC-7C81-4FF3-74D8864B8DDF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E726E7E8-2B6D-6C54-3C03-529DEBF3AD14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D1A3F-7E47-885E-ACFE-2A049707E6F6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FBA969-7521-8657-A98D-95F0C955CC3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 </a:t>
            </a:r>
            <a:r>
              <a:rPr lang="en-US" dirty="0"/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EC879-0447-22CD-9A8F-A00081A218E2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 </a:t>
            </a:r>
            <a:r>
              <a:rPr lang="en-US" dirty="0"/>
              <a:t>200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E9F5456-6F87-D847-AC22-5E80C6A2C9D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A3959D-8E61-6DC3-C97C-20B4EE8D6F6F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E83086-52E2-CA93-172A-1828E355C08E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BE2FD6-A5C5-F564-8A2C-294CEC2A39C9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A85ED8-3A58-36E3-79E7-E8918F041B97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17BB41-33B8-5434-36CF-BE03A507C958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401327-302E-5C4E-FC26-E11812284BB9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18E7F4-B715-0072-B623-0F2C474A4D62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EE441C-3C01-B024-967F-50AB0DF8BE1E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75A7A5-29C4-EEF6-6F2D-0366A3BBE5E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509D9-8EB4-B39D-C00F-84F24773582F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4D136-9D09-89A2-BEB5-39DE46156E7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69AC1-A6B6-7850-C778-A3E14C83939A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B6D47-7577-0074-C529-742625721C56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47805-6704-041E-B066-0E981D7F2D12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722BF98E-133A-2B87-0C87-A3CAED6E79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5CBB90B1-54BB-929F-24A4-169EFD9C72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1F81EF1-0C7F-0151-644E-09415F17ECB5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FE3B5-5A16-9963-442C-64005DE3C390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A59395-D6EB-EAC4-4856-75BAEA801B66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79BF9-D5FD-59CF-831F-F0F58D569470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185DF7-D7B5-8B45-C224-40032E98471E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55AE56-7A31-1F3E-20E8-D12A648BDB3B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E1C96-325D-EC7F-5099-A51BD01F67C6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5E7B76C-40D7-1327-2303-8BCA107B5CC5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70CB0B9-23BF-77E2-1E7E-1CFC191DEBE8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94E4EE81-A874-0DFD-CC00-27703E757C91}"/>
              </a:ext>
            </a:extLst>
          </p:cNvPr>
          <p:cNvSpPr/>
          <p:nvPr/>
        </p:nvSpPr>
        <p:spPr>
          <a:xfrm>
            <a:off x="1181804" y="3848473"/>
            <a:ext cx="1544336" cy="430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23851C-A541-5A5F-1C27-051DA2CE9155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9E905B-E315-FAD3-670D-F609F9A87959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3866FD-C603-5C1A-0035-6F7396A26D7C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87331A-59D1-9BEB-A6E8-24EE60521844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1FD9E7-DF7F-5EF2-FF60-8B6293A7C447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DEFE87-590C-6C10-64F5-EECD12081F48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D2D16919-91B6-7905-E467-CCC2F3D2C3A0}"/>
              </a:ext>
            </a:extLst>
          </p:cNvPr>
          <p:cNvSpPr/>
          <p:nvPr/>
        </p:nvSpPr>
        <p:spPr>
          <a:xfrm>
            <a:off x="802930" y="3861911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E5488F-9C5E-2A4E-4DD3-E9B90CF46FD5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4BA0EF-19DD-1583-3919-A4AE2E82546F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2CCD1FC-D1D4-3F23-853B-C5BE772FEB6F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64657696-FBBD-C583-F03D-8F08E635BEBF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991DA7-BE95-0EAE-4BCF-FD7FB1322C12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41DBC8-8996-6AE7-7AC7-D1425BAE6F86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73F1D5-83CD-83AC-B574-EF9051134762}"/>
              </a:ext>
            </a:extLst>
          </p:cNvPr>
          <p:cNvCxnSpPr>
            <a:cxnSpLocks/>
          </p:cNvCxnSpPr>
          <p:nvPr/>
        </p:nvCxnSpPr>
        <p:spPr>
          <a:xfrm flipV="1">
            <a:off x="2759566" y="2167314"/>
            <a:ext cx="4807366" cy="19259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308F0FE-F4BF-8F28-AA26-4EF766BEDFED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297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CBD2-C216-0606-4048-F27493C4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7C5B4F-F706-64F7-6BD1-E391735D8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74DDB6-A4D6-DE17-68A2-3B95C832B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7297084-D645-0A17-1714-C9C01873DC41}"/>
              </a:ext>
            </a:extLst>
          </p:cNvPr>
          <p:cNvSpPr/>
          <p:nvPr/>
        </p:nvSpPr>
        <p:spPr>
          <a:xfrm flipV="1">
            <a:off x="1487345" y="6236676"/>
            <a:ext cx="2053024" cy="433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F2C15-CCED-5883-8807-43E50DFB0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619444-CAF5-D74C-332F-5E3AFAD01C2E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39855-605C-2013-8F46-1AB130B28A1F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227AA-903D-D699-9396-41DD16DBBFF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44AB21-7981-677B-097D-6AEE3A30A923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8B99295-1BBF-A982-B38B-027ED889A393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C6A44-CCE7-5D93-580E-90C67EC93B4B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ED20F-7360-B218-B59F-C6E1DC046BD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 </a:t>
            </a:r>
            <a:r>
              <a:rPr lang="en-US" dirty="0"/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D2E3F8-A51B-39EF-135A-E7FE928FA47B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 </a:t>
            </a:r>
            <a:r>
              <a:rPr lang="en-US" dirty="0"/>
              <a:t>200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E4CDE97C-DE3C-C723-553F-46AF350C0721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7B7D95-ACB2-FAEE-B01C-EE73AE63CAB8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C06CA-D1A9-DE3F-3518-2ACF5FA6F447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831F9C-DB0E-9B9B-2581-E0ABA5097F47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377B6F-634C-C082-5514-46D84D967D4F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780707-B6DB-30C8-1DE4-8CB198D6C541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B6BC96-873E-C40D-AAA7-A92BA94E54EA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FC2F3-E79F-5177-AF5A-C5C3E1B77E98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765A66-829B-3A42-8315-202DC222F151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5ED832-9DB0-977E-19F6-D0A84F10E47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CBD36A-AACF-6FA6-D9D3-67228DA41C0E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92805B-4CAF-215A-FCB5-FEA6C927FE27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6F650-7930-D354-F622-D7D6EF75234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6D4234-944F-D20D-8A23-58519D0EE450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9D242-CEFC-0F44-75AA-1A131D114629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8E4A9119-0F02-6DA4-4236-E6E517FCF8C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6089D72F-A3EC-F1CC-2EFB-F1C8A472CA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D292965-5D46-97F5-4CCD-439C7518B692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0C95BD-8FB7-5521-8664-DB435BBF4E48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0F5E8C-6E2B-73D7-342F-F8BDDF9187F4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DB801-793B-0DA0-EB17-D9DE2BEB785B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A53F4E-0FE8-AA57-DE7B-4ACB0B36E29F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D3E0FC-FF76-01B4-0600-53818ADBA516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4959CE-BD3A-D543-B568-0A1C00368B4F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FA4F12-E9B6-2DD1-0E8D-3F6AB1F39D7D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FE4532-C256-9EF1-03C1-8C95B82ED99E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4F24540-EF13-493B-AE76-E5597FF9238F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4309A2-30FA-F6EF-D59E-5B142F14C66D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4079DC-48DD-CE7D-D4BF-6AD790DADFC6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A483C09-478A-E651-F4C6-421DA4A9E207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FB6A20-A6F7-433E-FA6B-AA535C259048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743848-26A5-306F-ECF5-13D5D826CD15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3405B7-CAB0-2CDC-7204-F8C8FFC655CB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5E9012D-2A09-01DC-159B-E311C9D1071E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F15B8B4-9592-793A-3588-699760113EC7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5A4BD6F9-0CA6-5450-CE34-91638A319263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5BB4B9-DC0B-C8AD-C2DC-EF68F6D7D4A7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008BCD-CA2C-2FBF-CC9D-6A3EA8EC02F8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9CDC80-BB16-EF6D-A413-8DEF1DEC301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441315" y="4973174"/>
            <a:ext cx="3221839" cy="120877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6859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3CE33-3234-658D-8612-D4BFCADA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2996DF-83D1-3B94-E904-4EB1FFB81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3" y="4599009"/>
            <a:ext cx="8272654" cy="2214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45BCFF-01A8-614C-0073-973A0639C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8" y="954037"/>
            <a:ext cx="6602289" cy="3458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9C4492A-3DD9-7FB2-2BDF-0B555438DD38}"/>
              </a:ext>
            </a:extLst>
          </p:cNvPr>
          <p:cNvSpPr/>
          <p:nvPr/>
        </p:nvSpPr>
        <p:spPr>
          <a:xfrm flipV="1">
            <a:off x="1487345" y="6236676"/>
            <a:ext cx="2053024" cy="433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BE97B-ADBC-58A9-AF1A-186CC9D5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8" y="2579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1B1FC5-5121-9A77-E3CA-A82DE8440DDD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AC3F2-8810-BF05-B5AF-2B2A5A6381D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23009-218A-CE7D-CAA1-6F237248646C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C7CC02-FE11-DA71-AA87-C817E1BD1776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ADCF3CF-5260-69F5-8B5B-C74F3264B1DC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AFD763-1106-CCA5-6E52-5A49BC3C7BB3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A3ECAD-0929-2DC4-07BD-2F943EFBA06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 </a:t>
            </a:r>
            <a:r>
              <a:rPr lang="en-US" dirty="0"/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042633-BF50-06D2-9798-104EE2EACE05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 </a:t>
            </a:r>
            <a:r>
              <a:rPr lang="en-US" dirty="0"/>
              <a:t>200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6CCC8CE-3097-9F7B-CA10-A6AA499F0D6F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A11C5-DDD8-D29B-BBD0-C6E9D7D8563F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60C710-FDDB-9B92-FE5A-9FE1196BA1FD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063751-A25A-AFEE-C447-68428B0A37C7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247642-605D-E865-27AB-D575A1BBFF5E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008BA5-2532-14D6-0634-85406F4D6B25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12E793-BBC8-9902-68B0-14D779631FC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2D2CE7-1648-3A4C-5461-42F870776097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E8D7A-BDF9-AC69-2748-6790D4E7F1C5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BD9074-E21C-6AB4-EB4A-48B0EA3E6508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C97EF-FDC4-B6B1-DE8D-D68813C14F8A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9DB9B-D258-228B-7A1D-B415F2F481F9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71908B-099B-50E0-ECAE-5069BB4D47D9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CEA1B5-DA62-F6E1-B432-9292451F4E47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B624F-93CA-C844-917A-1A58EF0CA603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5995126-0786-D036-A0CF-8773B29C4AC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003452" y="4098633"/>
            <a:ext cx="2726281" cy="1144724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903397F2-179A-9043-2D6A-2FBD39971D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0078" y="3809540"/>
            <a:ext cx="2805367" cy="1788938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0F2B3E1-C98A-2874-DE91-6061C367DE61}"/>
              </a:ext>
            </a:extLst>
          </p:cNvPr>
          <p:cNvSpPr/>
          <p:nvPr/>
        </p:nvSpPr>
        <p:spPr>
          <a:xfrm>
            <a:off x="3430118" y="5775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74E027-69D1-3A52-ABD9-EF9371D3F2E5}"/>
              </a:ext>
            </a:extLst>
          </p:cNvPr>
          <p:cNvSpPr/>
          <p:nvPr/>
        </p:nvSpPr>
        <p:spPr>
          <a:xfrm>
            <a:off x="3430117" y="1974165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90857B-43A7-27EB-FFF9-9C2A8CCBEA39}"/>
              </a:ext>
            </a:extLst>
          </p:cNvPr>
          <p:cNvSpPr/>
          <p:nvPr/>
        </p:nvSpPr>
        <p:spPr>
          <a:xfrm>
            <a:off x="3430117" y="93662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FD93BE-6A67-07FA-25B7-21E3E9A45E4D}"/>
              </a:ext>
            </a:extLst>
          </p:cNvPr>
          <p:cNvSpPr/>
          <p:nvPr/>
        </p:nvSpPr>
        <p:spPr>
          <a:xfrm>
            <a:off x="3430117" y="128947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57D8FD-CCDE-D6E6-C526-CB41864BA32C}"/>
              </a:ext>
            </a:extLst>
          </p:cNvPr>
          <p:cNvSpPr/>
          <p:nvPr/>
        </p:nvSpPr>
        <p:spPr>
          <a:xfrm>
            <a:off x="3430117" y="164591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F14534-88C2-5CEA-A688-89C19D19EE01}"/>
              </a:ext>
            </a:extLst>
          </p:cNvPr>
          <p:cNvSpPr txBox="1"/>
          <p:nvPr/>
        </p:nvSpPr>
        <p:spPr>
          <a:xfrm>
            <a:off x="2775912" y="581477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84EC45-87AF-D72A-17C6-B184C1146EB7}"/>
              </a:ext>
            </a:extLst>
          </p:cNvPr>
          <p:cNvSpPr txBox="1"/>
          <p:nvPr/>
        </p:nvSpPr>
        <p:spPr>
          <a:xfrm>
            <a:off x="2726140" y="1980489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7775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05B2AC-002D-3094-E355-5B4E349A3DB0}"/>
              </a:ext>
            </a:extLst>
          </p:cNvPr>
          <p:cNvCxnSpPr>
            <a:cxnSpLocks/>
          </p:cNvCxnSpPr>
          <p:nvPr/>
        </p:nvCxnSpPr>
        <p:spPr>
          <a:xfrm flipH="1" flipV="1">
            <a:off x="3754173" y="800479"/>
            <a:ext cx="184782" cy="234130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A185E7-D518-D5C7-195F-B037C2342E79}"/>
              </a:ext>
            </a:extLst>
          </p:cNvPr>
          <p:cNvCxnSpPr>
            <a:cxnSpLocks/>
          </p:cNvCxnSpPr>
          <p:nvPr/>
        </p:nvCxnSpPr>
        <p:spPr>
          <a:xfrm flipH="1" flipV="1">
            <a:off x="4572000" y="2302412"/>
            <a:ext cx="293077" cy="851096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67AF81A-74D3-E4F7-F030-24D38A35DD5F}"/>
              </a:ext>
            </a:extLst>
          </p:cNvPr>
          <p:cNvSpPr/>
          <p:nvPr/>
        </p:nvSpPr>
        <p:spPr>
          <a:xfrm>
            <a:off x="140054" y="4809050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 = 100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12A815-2E9F-1E1B-F4ED-23A30EFD70D7}"/>
              </a:ext>
            </a:extLst>
          </p:cNvPr>
          <p:cNvSpPr/>
          <p:nvPr/>
        </p:nvSpPr>
        <p:spPr>
          <a:xfrm>
            <a:off x="140053" y="6205626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9835BA-6C2B-9CBD-6B44-046F9AE54ECE}"/>
              </a:ext>
            </a:extLst>
          </p:cNvPr>
          <p:cNvSpPr/>
          <p:nvPr/>
        </p:nvSpPr>
        <p:spPr>
          <a:xfrm>
            <a:off x="140053" y="51680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C79208-9283-8F89-DDB1-0450709AE1A4}"/>
              </a:ext>
            </a:extLst>
          </p:cNvPr>
          <p:cNvSpPr/>
          <p:nvPr/>
        </p:nvSpPr>
        <p:spPr>
          <a:xfrm>
            <a:off x="140053" y="552093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C41FDB-7404-BD3A-D612-3527D5A910EF}"/>
              </a:ext>
            </a:extLst>
          </p:cNvPr>
          <p:cNvSpPr/>
          <p:nvPr/>
        </p:nvSpPr>
        <p:spPr>
          <a:xfrm>
            <a:off x="140053" y="587737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C62A3B-6C58-9BEB-0F24-CCB24BF5B323}"/>
              </a:ext>
            </a:extLst>
          </p:cNvPr>
          <p:cNvSpPr txBox="1"/>
          <p:nvPr/>
        </p:nvSpPr>
        <p:spPr>
          <a:xfrm>
            <a:off x="-67130" y="45196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3F29C7-A3C6-6142-6D37-320C00D255C5}"/>
              </a:ext>
            </a:extLst>
          </p:cNvPr>
          <p:cNvSpPr/>
          <p:nvPr/>
        </p:nvSpPr>
        <p:spPr>
          <a:xfrm>
            <a:off x="5081257" y="5541094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C052B8-61C4-A962-0740-C4E68E1B8094}"/>
              </a:ext>
            </a:extLst>
          </p:cNvPr>
          <p:cNvSpPr/>
          <p:nvPr/>
        </p:nvSpPr>
        <p:spPr>
          <a:xfrm>
            <a:off x="5087607" y="554524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3285A8-8A8C-E603-E041-566CE8C890FA}"/>
              </a:ext>
            </a:extLst>
          </p:cNvPr>
          <p:cNvSpPr/>
          <p:nvPr/>
        </p:nvSpPr>
        <p:spPr>
          <a:xfrm>
            <a:off x="5087607" y="5887127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013F44C1-F11F-AF32-AF81-F0C470B77051}"/>
              </a:ext>
            </a:extLst>
          </p:cNvPr>
          <p:cNvSpPr/>
          <p:nvPr/>
        </p:nvSpPr>
        <p:spPr>
          <a:xfrm>
            <a:off x="4665576" y="5646369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990504-F208-9CA2-D439-8321AAC669A4}"/>
              </a:ext>
            </a:extLst>
          </p:cNvPr>
          <p:cNvSpPr/>
          <p:nvPr/>
        </p:nvSpPr>
        <p:spPr>
          <a:xfrm>
            <a:off x="5087606" y="6216622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062884-29DB-8644-BDE0-C5BB213A78D3}"/>
              </a:ext>
            </a:extLst>
          </p:cNvPr>
          <p:cNvSpPr txBox="1"/>
          <p:nvPr/>
        </p:nvSpPr>
        <p:spPr>
          <a:xfrm>
            <a:off x="4669504" y="526683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3EF6A15-7A34-82A0-24B8-F192424F6D9A}"/>
              </a:ext>
            </a:extLst>
          </p:cNvPr>
          <p:cNvCxnSpPr>
            <a:cxnSpLocks/>
          </p:cNvCxnSpPr>
          <p:nvPr/>
        </p:nvCxnSpPr>
        <p:spPr>
          <a:xfrm flipV="1">
            <a:off x="3540369" y="4724400"/>
            <a:ext cx="2267611" cy="180373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4101194-BEFA-975A-29CB-C8C1DB6CB472}"/>
              </a:ext>
            </a:extLst>
          </p:cNvPr>
          <p:cNvSpPr txBox="1"/>
          <p:nvPr/>
        </p:nvSpPr>
        <p:spPr>
          <a:xfrm>
            <a:off x="5764876" y="4936497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19C3A6-AEFE-B442-1E17-92FC8A51E689}"/>
              </a:ext>
            </a:extLst>
          </p:cNvPr>
          <p:cNvSpPr txBox="1"/>
          <p:nvPr/>
        </p:nvSpPr>
        <p:spPr>
          <a:xfrm>
            <a:off x="5747857" y="4581289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</p:spTree>
    <p:extLst>
      <p:ext uri="{BB962C8B-B14F-4D97-AF65-F5344CB8AC3E}">
        <p14:creationId xmlns:p14="http://schemas.microsoft.com/office/powerpoint/2010/main" val="824747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C7DB-5D67-B76C-9266-DE46AF7B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84E7-26F9-DBBE-1E29-12D17259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Case-3</a:t>
            </a:r>
          </a:p>
        </p:txBody>
      </p:sp>
    </p:spTree>
    <p:extLst>
      <p:ext uri="{BB962C8B-B14F-4D97-AF65-F5344CB8AC3E}">
        <p14:creationId xmlns:p14="http://schemas.microsoft.com/office/powerpoint/2010/main" val="34101671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9A21-995F-CBF4-47B5-E5C1EE22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0151-A9EF-0BA6-7232-25C589A3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Case-3 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1AF55-5D96-6A5D-D3F1-64D8D0E2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07DC96-BDAE-95B2-5FEF-E24CDA41C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953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754C-BA0C-4492-4313-FE31ECFA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05FA-E399-6C61-9C29-D4567FD1E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0E7FB-D8FF-9308-BEC0-63AD12C3E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EA5FBA-2BF6-2C0F-640C-C2B05E32C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D814B2-0392-6E85-459C-328730FA1810}"/>
              </a:ext>
            </a:extLst>
          </p:cNvPr>
          <p:cNvCxnSpPr>
            <a:cxnSpLocks/>
          </p:cNvCxnSpPr>
          <p:nvPr/>
        </p:nvCxnSpPr>
        <p:spPr>
          <a:xfrm flipV="1">
            <a:off x="4489938" y="1125937"/>
            <a:ext cx="3179154" cy="376258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02C96F5-7921-DF08-DBED-19C110D89F6E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50F6A-8187-7029-F713-5C941F5AF8C5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9A88F-6FAF-BBA5-AFBE-0A28413F8B9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3B0C5-505D-61A2-3B44-AD06D33657DA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B4A6BBD-406E-D5F0-95C9-2B7210ADDEEE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9742D-32B1-8F4B-17BA-07D678C55AE1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8F436-F3FC-4062-E56F-6BC5DE08B412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2E08F-D66E-F6E3-B1D0-A8DBBD6E46B3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CFF7C8-FB0D-F015-C282-1463DE19DE71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560062-6514-41F8-453F-3FD672DA72A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3C768A-9016-F046-5187-97EE18B95469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D4B97-8BA1-CA75-A054-C00E81EF8170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B08C0A-BCA1-CA4A-1421-750BEE02E44D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C26821-3616-E76E-0E97-B24FFD14BA0E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B4A5DE-9F3F-7889-D357-4F48948839F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2E90F1-2268-C86E-9096-119706460328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</p:spTree>
    <p:extLst>
      <p:ext uri="{BB962C8B-B14F-4D97-AF65-F5344CB8AC3E}">
        <p14:creationId xmlns:p14="http://schemas.microsoft.com/office/powerpoint/2010/main" val="8574855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2A5E-FCEC-16BB-270D-DF00A2E9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B7D4-E1FA-A577-E963-C1051917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5AD45-8DB2-B455-7E71-7C2280B6B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E9A5AB-19C2-549C-24B1-1327CCC5D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11AB646-F259-FF71-2785-8482DAE84B4F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16FE8C-8272-6AC6-AC6F-A978F3ACBD71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BE3DCD-7F57-78DC-A7D7-CD8BCC1D810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F0B96E-F953-C4FB-6140-BF72814FC487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7CE0F8D6-31DD-1DE6-C4B7-AC186F361AB9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6C63F-136D-2BAC-39F2-80F53A42903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DCE3C7-494E-9C45-F29A-54374153F361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3427B2-422C-AFF3-A967-7DE48AD9213E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7DE5EB55-8422-A9CF-8C09-E4FBEF6DBA5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1179E2-FADC-A670-81FF-5AE607615BAC}"/>
              </a:ext>
            </a:extLst>
          </p:cNvPr>
          <p:cNvCxnSpPr>
            <a:cxnSpLocks/>
          </p:cNvCxnSpPr>
          <p:nvPr/>
        </p:nvCxnSpPr>
        <p:spPr>
          <a:xfrm flipV="1">
            <a:off x="4337538" y="2248129"/>
            <a:ext cx="2994758" cy="2851409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0F3B775-86B5-4A5B-4783-F7673602DBC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8805EA-8035-DF7C-6CB0-49E07376D2E3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DFCA3F-C5B8-32D2-36BE-5936BD425CE9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A60838-2527-23AD-B482-1466E4AD2A26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DBC37A-CFF4-910D-8BF4-5C1834B0D6F0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4F44F0-3168-49DC-B3DA-563EE5E855B9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2DC32F-A6C5-A7DF-6224-67D0E03DECCE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0FF41F-D652-B225-8D63-844D23328D3E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3DE9CE-A483-9EFD-2546-B2547884974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62228C-6DAD-8A08-1A5E-63F8752BA733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</p:spTree>
    <p:extLst>
      <p:ext uri="{BB962C8B-B14F-4D97-AF65-F5344CB8AC3E}">
        <p14:creationId xmlns:p14="http://schemas.microsoft.com/office/powerpoint/2010/main" val="29425765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4AF2C-AEB0-1F88-057B-EE0FBADC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D7B3-907E-3682-4420-54CD7B17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8082F-5D14-4F5E-6066-EAAC19A6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240065-C945-FB6E-3D46-4DCBF435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1E03DFB-9FDA-FAF1-63EE-450CC693DC53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118CF-4C77-2473-1C19-277DCDC5CF22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0519B1-7433-86B9-37A2-D968E7B75479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99C15F-BFB7-1305-077F-499B8CF57590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66ECE6F-9C69-A90D-35F4-F9B3B74D997F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B00969-EB86-83B3-A2B4-C573E19F8010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BFF9E1-222D-23FF-4E8D-DDB5B0A3BBA9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7A0ED2-B931-E407-C2EA-6E6C02FB258F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5F63C3AA-3674-A656-E3B9-1FDEF052ABD7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F22AA7-59E6-07B4-02FF-5EBD3E3B62B2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A75062-994E-A415-AD14-B4C09DB904C8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7BA432-965C-8313-E836-6EB5B251E258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FBA28C-96AC-1058-72AF-7730815D9659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5B4AC7-B79D-051E-631F-AAD827F8D0E2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C62528-D23A-D3F7-BAEB-6A977D8E816F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3E917F-C2FA-3887-481C-94855254107F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BAF5D0-417F-C7D0-0992-E9E0ED95C296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D2A5B7-7C37-114A-F299-201EEACAE028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E2C47B-5A1A-4715-0735-E05B643F6A0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C00B9-14F5-F1FE-68BE-EEFE313F670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03E7F-A734-BA4C-D0F3-C443F402BAC2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2AD00-7C6D-044E-DE62-5D27F46BA59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890103" y="5030812"/>
            <a:ext cx="2892549" cy="38870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4594F00-1B7D-FDDF-675E-4AFA966FB80D}"/>
              </a:ext>
            </a:extLst>
          </p:cNvPr>
          <p:cNvSpPr/>
          <p:nvPr/>
        </p:nvSpPr>
        <p:spPr>
          <a:xfrm>
            <a:off x="1413224" y="5211950"/>
            <a:ext cx="1476879" cy="415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901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2AF4-DEB2-003E-91A9-2C84DEF7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F4053-DB7F-5ED0-B7AB-1F6EF9EF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E3A8F-94D0-BF1B-3147-1CE9A3C5E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DF598-615F-5CEE-A7D0-051660F4F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76C1EA8-79DE-B4CC-1FF3-1EF0876C0A7B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2C7E36-F33B-C974-5535-4184B7897CFD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37C17C-638B-C6A7-7364-DB7248DF20CC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470987-C847-EAE8-DA88-A55B6864591F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F2922E42-AF39-A985-9CC1-A410DFA0F05B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D1E3C1-A1E6-2D83-1CA8-91A45FA87F0D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BF62B6-E5C6-EB4B-49C7-5BF564B0AA9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BC6F55-27D4-039F-9C5D-52F997649252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0E8247C0-86AD-C5AC-C669-B292850C9D12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82D7D7-6C37-9E4C-B18F-2508B9075896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DABC38-9A78-C779-A443-87782A464EAA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A4F18C-0BB2-4096-41D6-4E61FBFE3A1F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8D68C3-4D1C-7B13-23E7-D6279F42CA9A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5F9FCAA-65A9-3553-9955-6FEAA415CA54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783995-1611-8D4B-7F11-530B4736579D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EDA3F3-BAFA-A15D-BC83-F082E1F0386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E99C41-6DD4-8D37-C6C2-61DD03F9FCC7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BA48DD-EAD8-426C-FAFD-C37D521584EF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B1787E-EDFC-1D36-4406-B9FD33AC809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F1CC1-222D-68D2-D1EF-9B5D7B6A8D0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CC8EC-AD81-B125-7ABD-2CC22E29EACE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E12886-09B4-C5A2-F718-584268B619D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890103" y="5030812"/>
            <a:ext cx="2892549" cy="38870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3DE3ECF-5B12-F9CC-38C9-594EC5D2347E}"/>
              </a:ext>
            </a:extLst>
          </p:cNvPr>
          <p:cNvSpPr/>
          <p:nvPr/>
        </p:nvSpPr>
        <p:spPr>
          <a:xfrm>
            <a:off x="1413224" y="5211950"/>
            <a:ext cx="1476879" cy="415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02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57AB-BD8C-BB3D-9C68-527A6256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233E-FCC0-0755-AA1A-6FB78510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E24FB-89C2-F6B3-F767-6EA594832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935355-5C99-5741-AEC4-5B119BCC9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78095A0-C160-E027-AA5C-20632555EAC6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A288ED-0D61-0693-7E53-5CC8BDC215F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365BA6-D6D9-5ED0-F08E-6A961CA8696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B77325-D6F5-A113-3F0D-E542B800D866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D1E84277-DB68-642E-5455-24581C57524A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C1BCA7-7F02-1CB1-F66F-DE78AD31A178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CA1E2-5B17-1CC7-F820-3B8277296BE8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7727C1-B9C5-8B38-AC93-AEBB9899D6FB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83D63FCF-F720-9AA5-D2CA-C27F07422F21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DCD810-09BC-009D-CFD6-9D10833650E5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BC84B8-4FB2-2ED9-9893-73792CA202E6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2CB6EC-9A33-86BB-548A-7D129DC1F22B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0C4F79-D59E-84B6-8B47-93A65218D3E9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902D6C-4E7F-90D3-49BC-5FE571908831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21245E-C0AA-1BBD-9E7E-F31FDF3E205B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434560-10E2-C916-95CD-008B7EFD8B79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DC8D27-4A95-182B-4DD0-9C776CAB1CAF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9889D9-3FDC-2C9F-897C-2CA581463146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9466E9-0370-7BA8-360F-46136C6D6CB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7549B-4728-A455-007C-4358243979C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53940-5EA9-F009-2CAD-42CD5C414A67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590D4D-5491-DDE2-FE11-62AB9335DE1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890103" y="5030812"/>
            <a:ext cx="2892549" cy="38870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309A933-2443-AADD-8837-A872D0D18BB1}"/>
              </a:ext>
            </a:extLst>
          </p:cNvPr>
          <p:cNvSpPr/>
          <p:nvPr/>
        </p:nvSpPr>
        <p:spPr>
          <a:xfrm>
            <a:off x="1413224" y="5211950"/>
            <a:ext cx="1476879" cy="415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9C48C9-31C4-0A5D-FD78-FC926D9B1C22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9A9BF-508E-E1E8-D0FB-96BF3C2AB87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</p:spTree>
    <p:extLst>
      <p:ext uri="{BB962C8B-B14F-4D97-AF65-F5344CB8AC3E}">
        <p14:creationId xmlns:p14="http://schemas.microsoft.com/office/powerpoint/2010/main" val="2974191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6857-D9ED-E6CF-6D93-9F8F95F2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E457-887B-A92E-BD2A-787DDCF4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33A40B-7B54-93F7-DAB6-8B20F491F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345360-7815-9DC3-5A3A-C32B4C084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26E4373-6D79-0956-99F2-48EAEB1F7C48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E9D3D5-3E00-002C-B8E1-7F6C9A73B2BF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F95388-3F8A-D077-96AD-00026D309E2B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3CFC6D-0A9D-0B90-838D-7093DA5EEABE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75CA0824-24D8-FE95-1F06-5A1D6BC0DCC8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3224DA-7561-D04E-9CDB-7BBAC9DFD129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B830AD-0102-AFE6-113D-1A72428590B2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57567-9CEB-3328-1DBA-DC85ADC5399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A3FB46AC-C292-E102-B691-92F8548401D9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88200-88DA-8407-2C55-7FA77093FD96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A9FE3-B300-9AB3-6BE4-31A1E841C825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903AF3-04E3-7EE0-C5D7-DE384DDC6BCE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9F6DCF-7E7F-CE38-7301-53D7D99DAF22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248B1D-809F-1E24-F899-7C8061BFA2F3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437531-33D8-A2E2-D8CF-05975BED2DF2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A9BF06-3C22-349D-35F9-68D3FEC9F74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34A110-E813-AC48-C7A7-F77056BFC028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87C74F-FE1C-7089-61E4-1CF6B9E56B7D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C0AE94-60EC-3FE0-9DBE-194F5551E721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93743-3051-8934-534A-B31DD29F5AB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ADCA8-77BF-654E-6B06-C0B978AB0884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35684-B175-F760-20AE-02EF374A34A7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62AC6-BDBA-78E4-1EC8-19C4B057B7C0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5DD4F2-9A17-AACA-27DE-A493C95CC845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96549EFE-3C57-EBE3-5003-8A1540F340E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7469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1139-7628-6FEA-1FAB-78033E368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4157-58E3-90B6-5CBA-A7E2D728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471D7-FAFA-0790-1B3F-745662EFE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571A5B-1300-2366-0120-98DC6FF1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12F18EA-151D-3845-B815-5C0118A8FF14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81BD1-6321-8FA8-1862-F59B51EE699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3AA15D-1C0B-0B26-B15E-F60A1B8524E1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880865-E410-DB36-9FAE-4D5E813C4D07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2C1E00A-9B0E-213F-884D-A253A3740E5A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9CA89E-CA8E-FF68-D222-00626955775E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E23ABA-30C0-1021-2A06-B4519BA0ECA5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3B7FC5-C0DF-52A8-0A82-E165373B877E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8789C234-7715-DA59-E038-3EB516C4D1D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65C6C9-DE2E-4CBB-2C35-13A6A464AFCC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8AFBAD-C230-325E-4220-C7BC0279027E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8F857C-05A8-D133-4DF7-5EAEC1CA4F3E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38FBD5-105C-05E5-067B-1EA479323119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65CEBF-4508-1372-10ED-1A108176DA14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9D8A86-44CF-F5A9-43E1-2C664FAA5B96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9A8446-C984-B247-6626-07750850EEDD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C8F6E3-6F7B-0AA5-B088-EA265C56B22E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73EF60-8951-56AD-2693-6DD7FF65195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5B5E92-2079-7D09-EA94-6EDE04B0ED7B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F2299A-3841-08F5-A282-15CC9C6AE5A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FDC39-AEEA-1836-89CC-8B5B0913222F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4183F-3452-03B0-261C-4C6E37C61EEA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CA436-3E82-E9CB-F34D-AB76B07EE528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DD2E4-40D8-2FB3-95EC-D961D31A8A8D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98BA27E-0216-CA91-BEC2-9DC004ACB28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93A42B5-4FCD-2E64-B0F2-F46F35ABA491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D84AB-4676-E4A1-69FF-FA66BA4949E4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378A72-C23D-6EB2-E767-1ED01427F2D2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87467C-7512-A591-62C5-18B43671C9FB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A7487-2DA2-8152-FD02-1C79D17CD27B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163DA1-920E-4418-FD2D-B7B8C56B761C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10D4C2-2960-89BC-37F8-EBB8DEB10B70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240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90470-C486-3AA1-906F-462A123C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3871-AA3D-E803-55C2-77A4A2A5B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02D5F-54AC-C96B-D6E3-42F5D85A9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3597A3-140D-2D51-1336-AD950D439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C88EE09-5B1C-FB5C-974D-170BBAC0F79E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C31AE6-4F63-9C4B-5212-17908841EEC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2A8CFA-5BF2-AC07-E55C-972170889609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197D63-9B4A-F799-207C-0E4CB9BD46A0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02111AD5-AD8F-8A12-E2C5-76F27DFDC30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4C7855-74DE-3A5B-C46E-D456D1E73224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C54393-9562-2EBD-CD98-D9E678F51354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94D700-51C0-814F-9F08-8CF05FFBFD0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87ECC878-66CC-2C69-31C4-EA187787C070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2C41C1-5AEB-9B39-D31E-C5D1BF23228C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187BD5-FD1C-B06A-0F5B-4DCC7CADDDEC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C4BB50-7818-D287-B67C-60CACAF985B1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74513A-27BF-DF44-FDA4-8AFC6F948701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CE492B-6885-F6BE-0CB2-A9AAFBD5AD97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35B8D0-884C-1F42-AED0-FEAA99A09085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0FD1C7-C7FA-21B7-E79D-187D431F877D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9F0FDD-E718-F0AE-0FA3-DE5C04EE11F9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DDDC20-F6DC-2902-2A71-99949F7BDE99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82B3D0-4223-33C7-4F09-33DDF47C8E84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ACFB5-C19B-69A1-F18C-06BF48BBD735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F8F76B-8C10-7ADA-F6E0-80B0D56C0363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661CF9-7AE6-B5E2-D2CA-AA1F6D441ECA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4319F-D105-BAC9-8C4B-DA3F198D83E9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7D039-3492-D41F-F552-3B67641ACC69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9B24E5E4-5D86-B695-5BBC-CC41E7CEB49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6757350-0893-9150-1344-9BA2821E8E71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C7B32F-0DD8-62EF-5EAD-FF3D2953D29D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40EE0-F93D-9DF0-F123-B4E1D2B15753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84F1C7-FC5D-CD47-D76A-77D8B00ABAB3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4B1E6-3D66-59D0-CE9D-F1E4F0E42E3F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A4558-0221-C98E-F60A-5890197A7B2A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ACE583-FB31-4688-C510-119C8FC57441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9255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E3CA-4B05-F695-38E2-88AC5000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4D2A-DEFC-8A76-EED4-6D2E152A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15A3D-ABD3-8BB7-AAAE-E50EFDE3C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E8D132-F26C-470E-75D0-685415706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67285E8-0CCE-8B61-0485-662D5A013A9B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EB0D01-C7FF-9257-5BA5-309B917131D9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7E71FF-FAB4-1B8B-E61B-8B56C882827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B0C4B2-3167-08C9-9839-BE2B652FB0C5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E8D9EBED-A3E8-CF72-1812-00ACEAD14279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EDED42-0E5B-4BA2-21AD-43DA218E50E3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05C8C0-2336-831F-3276-1126CAD69111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18AA01-7FD4-0C7B-3AE0-F9073AAEE98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613DF772-E162-832D-C947-EB5FBAFCB425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B3E0AB-A9A7-A17C-C106-E2EF98F56F9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5D6C87-4492-1F62-D331-D128F21599D8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A7AF26-7C4C-FF9D-7B51-5A0160E51865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06EE0F-A646-FBEE-FA3E-545C4EF35151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9EA6560-5581-D570-842A-0114FEB9CA66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831B47-951E-2DAB-886D-DDECFF0D176A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60AF93-DF1A-0266-452E-688B128AF2D3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91F989-D2F6-806B-A158-41CE55AEBA0A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FC7607-462F-1949-AC40-5504CC0C2371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9924A5-AE7E-1616-5116-625E668E9B2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01C1BF-C858-7721-0D94-2B3A7C6B0B37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4F802-C496-4FB7-25D0-E05732FB4F44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AC477-45EA-DB87-A458-2632487D9037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34BE3-FB7C-1E94-5DE1-2253FC6D9CF4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0CC63-FBBD-27D5-BF5B-9819F5677DF5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A70ED205-8F29-66C1-D432-D09D917AC15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2ED1ADC-11BD-E661-564B-977C871D65F4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2B03A8-03DD-11B0-B12B-D0A6545CBEA6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57F77-AA90-6AC0-B30F-7472FDA14D43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701C-C8F8-D283-1AD1-31AAAE7AFD00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8B659-7863-E7B5-9847-E0A571FD2815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E9072B-3A62-7451-3C68-4C900BEC0806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5B8293-EE69-AC41-44AC-CFDE849B3B60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B2A77F4-51C7-5B7E-2311-F5F2625BD8FE}"/>
              </a:ext>
            </a:extLst>
          </p:cNvPr>
          <p:cNvSpPr/>
          <p:nvPr/>
        </p:nvSpPr>
        <p:spPr>
          <a:xfrm>
            <a:off x="1346219" y="3178549"/>
            <a:ext cx="1150796" cy="250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EB61A01-DA12-8F4B-8008-BEE5E46E9A88}"/>
              </a:ext>
            </a:extLst>
          </p:cNvPr>
          <p:cNvSpPr/>
          <p:nvPr/>
        </p:nvSpPr>
        <p:spPr>
          <a:xfrm>
            <a:off x="953104" y="3154989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121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702A8-8998-E7FC-0067-60A852A0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2824-7978-3E67-7BBE-9FCA2BE9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F9F12-8276-1A42-14F7-58EE4831C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E77B8-8716-AC1E-3711-78A0E22D1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BDB1673-EE4D-ED93-DD4F-38F35F4D8E4A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94679D-A62A-E4E1-27E1-D46FCA2F6DC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875EE4-2375-FC28-E515-3B9C36AEAE3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FB7C66-6A1A-9552-1CF9-ABFEFA27C68A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171F3DAE-8E09-00EA-FA12-C34FF17F7615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2E3056-4289-1759-5BA3-5DA6090ED31D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BA94E-D6FC-FD97-B520-2073FDFDBE8D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415C97-907A-1D34-3F6A-20FEA3FD29EE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84F4E03C-6037-1DC1-2710-69AE0626AA88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DA9740-3409-7469-61CD-26885CA36DBE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B76CF9-D977-EFAE-101B-42FEFBF33817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B16DE8-090F-D757-B04A-75893505F010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D3A3B9-2FAE-C714-D6E9-9C251357F7F1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1CAD0A-6014-B12E-12BD-FB8187D0D06B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DAC388-8D09-20C3-4183-0EBC1ED6F6C6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ADD283-BE6B-C061-D57D-038CBF6C8CBF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2AD890-013F-B381-60F5-FF68BA6C91DD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6D8C0D-DE03-F4A3-F575-16D4D5BEF116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396CFF-4624-3B0D-9E9B-35AA27899425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413B58-23A2-C01C-C086-B128D828CFA0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0C68BA-44C9-BF46-4C6E-0A3CA144C758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B401E-94C6-9513-B22B-6460F727FB60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35163-B1B3-B784-8A3A-AED28E36395F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1B80C-0B17-5AA5-7A94-AF5E823CDD7E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C54BEDDF-4B94-FBDD-7DA3-C19F74F5B3C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759B965-5BFD-3573-8EBE-6D17E503D71C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03C4B2-F80C-68C9-445C-4A898522A569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D447AE-BCB6-131B-3D79-CD7E2FC08AB2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6FC88E-3847-459C-3098-EBECE29F7D26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66BC5-BC95-6FF9-610E-B8EAB6B0532A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E186F-553D-1D1F-7BF8-FBE05DF90CF1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B3A389-2853-C4B8-1C38-BCC6664DAD50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60EF8-BD90-6EFE-8DF8-DE220D3E1937}"/>
              </a:ext>
            </a:extLst>
          </p:cNvPr>
          <p:cNvSpPr/>
          <p:nvPr/>
        </p:nvSpPr>
        <p:spPr>
          <a:xfrm>
            <a:off x="1346219" y="3178549"/>
            <a:ext cx="1150795" cy="250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36CAE6F-64C6-BC99-9A36-9BAA07DAE5A0}"/>
              </a:ext>
            </a:extLst>
          </p:cNvPr>
          <p:cNvSpPr/>
          <p:nvPr/>
        </p:nvSpPr>
        <p:spPr>
          <a:xfrm>
            <a:off x="953104" y="3154989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A400DA-D82F-4EDE-95B4-5340F7EF3012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95B93D-C289-A719-0146-76394DB8CA50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87B2C2-4E03-D2EA-E8EF-43351F9F8C9C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552FF0-3DAE-6DD3-9623-AA176F0F1F24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3454B0-E79A-A7E7-0100-F750ABD2BDE4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57B2E-B9CD-18D8-1781-7038E648D4C9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3E5DD12-06FC-6FCA-2A76-3C1F4F532B2D}"/>
              </a:ext>
            </a:extLst>
          </p:cNvPr>
          <p:cNvCxnSpPr>
            <a:cxnSpLocks/>
          </p:cNvCxnSpPr>
          <p:nvPr/>
        </p:nvCxnSpPr>
        <p:spPr>
          <a:xfrm flipV="1">
            <a:off x="2497014" y="3260250"/>
            <a:ext cx="1780082" cy="17552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194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6E52-EB92-3C4C-E4EF-10BBBE01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D242-D600-A31E-5503-54CE169F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5D21C-0B4B-E915-693B-7A43D4F99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779C1-AD46-2B3E-E58A-9050EABD4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842F254-C430-F776-836B-4EF26127230C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FB808A-55C9-893E-A24F-570F191CD1E0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495865-7BA8-AD86-ABFD-90BC6F28DCF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D33A42-BA2E-A0F7-F0F9-4F855F1AA639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10F869EF-DEFB-B34D-38FF-597ACD09291B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84B728-BA7B-862E-4313-8551E3A8DAE9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5D5C88-34AB-0872-905A-4F7804D94AB8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0E5EF8-E5D9-4453-453D-9260C84D46D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7261E28E-D465-0C45-166C-09A142FE919D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11DABC-E00E-202A-CB6E-951179188A1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FA7E7E-0B72-0CE6-3929-9CB7D0683B58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4AF651-EC77-E53F-C75B-DC4092B28BA4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C50787-5295-1B54-7BDF-643E70E7F43B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ADA87A-63FC-7260-C4AB-2B33755A7DED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645B7F-6769-6D17-39AB-2BA92098A0B0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962642-7950-A5E6-AFC4-159622EC0F31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B28DFB-AA87-8ED5-79A2-4851BEB08B01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B98D87-87AE-C9EC-0A17-A08447C39A6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DEAE83-7EE9-02D3-9F89-43341C0E2552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B09EB-AD05-B689-6F8A-CC18881877E9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93E95-2F0A-5ABF-64D1-4D0B6DA36B75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B7EE2-32DE-8397-415E-8D6A58D02A47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5ED4E-9CA5-38CD-A058-5E0782687EC9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4EB69-6BC0-6B6A-83B1-A4FFDAD9043D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705CBB5C-505D-D887-8525-1785798AE52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A98A764-41AC-E1A4-69AE-A9CC490ABF40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989BC-B54B-8DF5-9D09-F54319D91BD8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EF8874-1789-658E-6519-9FE144B2585F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ACE1A-834E-8FFC-ED21-BD052088C211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92EF3B-606C-7DC8-AA70-96CC02924E1D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9003C5-8642-72BD-B35C-38107BA962A2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4A151EA-7FD2-1DC2-E4A2-B89A82A58A33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7A425EE-00DC-585D-B931-1CC6F300424D}"/>
              </a:ext>
            </a:extLst>
          </p:cNvPr>
          <p:cNvSpPr/>
          <p:nvPr/>
        </p:nvSpPr>
        <p:spPr>
          <a:xfrm>
            <a:off x="1346219" y="3178549"/>
            <a:ext cx="1888794" cy="250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FB3CCBC-014E-1710-2D89-831554B1C761}"/>
              </a:ext>
            </a:extLst>
          </p:cNvPr>
          <p:cNvSpPr/>
          <p:nvPr/>
        </p:nvSpPr>
        <p:spPr>
          <a:xfrm>
            <a:off x="953104" y="3154989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5D148-B777-756E-8E2D-B1D3FB8161D9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7E19A-33A4-D656-8A1E-400BDFF16538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E0F01A-EBAC-5E36-70AF-DAC0DEBF0E95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06568A-2103-E6EE-108A-75905158EC48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0A6DDE-AA93-499D-CD76-22F1CE80FB97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6FB188-1FE8-16E9-8409-037EFE016C00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678EAB8-A259-0855-1339-20048F1825B6}"/>
              </a:ext>
            </a:extLst>
          </p:cNvPr>
          <p:cNvCxnSpPr>
            <a:cxnSpLocks/>
          </p:cNvCxnSpPr>
          <p:nvPr/>
        </p:nvCxnSpPr>
        <p:spPr>
          <a:xfrm flipV="1">
            <a:off x="3235013" y="3260250"/>
            <a:ext cx="1042083" cy="16875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5533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C135-2C9D-C1AE-BC7A-8911D3A4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0E247-025B-A0EF-647D-198FD4C7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B0775-622E-9481-AF64-001DD0E5D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BD3D3-0152-DD5C-4897-CF335992B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FBF4F3-FA0F-0483-2149-391F9B7FDE45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BDA0E2-59C3-44DA-84F1-DF006CE8CF5A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CC1468-D61D-9BD7-B2A0-FC7ABF445DD8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22AFAE-CA92-9181-1A9F-D69AD3C6475C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2FB07DE7-DE00-FA3C-85E8-2631FBCE6B94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D5072E-CD6D-2CC4-F3B8-465AC7672E8A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54F688-7CD9-8258-0FDA-B38694878775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957F58-090B-7E93-B720-0394F1E8AF2A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8DC37C43-1A47-D34F-D54B-E2B7576DDD9E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C96F36-E9B0-A92D-CA01-0B257F65F172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5E4D82-0146-4C7A-BADE-CFA28209AB71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F86D28-D4C7-000B-AFCA-2B99C419D6E6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0414BB-7CB8-F328-BDE4-DF9B2BC2ACBB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61B15F-0CDA-DDE8-21A7-081B97FF49ED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CA80E4-D82C-50B4-C109-F8D68CA4FCBB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366D95-A806-7D09-0148-BAB5BBD28C32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13B747-EF3D-BD4B-D696-D3EA6236F548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86DD1-FF34-38BA-F0E0-7FF2CE53B90B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A32B17-8290-D3EF-BDB9-EF7B8F59B74E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A981C-3803-7B6C-1A36-67EB55CF7321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F2125F-AFD3-CF42-9122-B87A5A4160FE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A06F5-87AC-7F8D-AEC2-C945AD3BB9D7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13D79-29AB-2F06-EBBF-6173DC78681D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1B246-A2F8-1606-7A0D-D66AAC429AE7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13F6B50F-B054-4499-E297-857CF24DC3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49381" y="4110489"/>
            <a:ext cx="2734274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96311D5-ED7D-6C1B-015F-13CB0E84643A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8E306C-B775-6603-7BB6-487CA4915D13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8BA7B0-B379-A602-5435-D787C155503F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6AE63E-858B-14AC-9FCB-E83892218D20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31752-0BF7-6640-0078-6EFA6D0E59CE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74CE44-9067-D2E5-6E09-3BA3BDE695B2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3F3BAE-084B-86E4-2E49-785D0F41DB1E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1D107F6-EB98-2F53-61AB-9AD6B4F97440}"/>
              </a:ext>
            </a:extLst>
          </p:cNvPr>
          <p:cNvSpPr/>
          <p:nvPr/>
        </p:nvSpPr>
        <p:spPr>
          <a:xfrm>
            <a:off x="1346219" y="3178549"/>
            <a:ext cx="1888794" cy="250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60690CEF-4487-3CE0-AF1E-CB9CA2B1CBD0}"/>
              </a:ext>
            </a:extLst>
          </p:cNvPr>
          <p:cNvSpPr/>
          <p:nvPr/>
        </p:nvSpPr>
        <p:spPr>
          <a:xfrm>
            <a:off x="953104" y="3154989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BAB468-46B1-A803-2881-CB3F369DB22C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5A28ED-2824-0388-6299-93876F2CCF48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2FC920-FA80-5FC4-5FB1-3B86F4A67A76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3553DC-22DF-28DE-7EF6-381001399486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95B8E2-0A3C-C1CD-1632-D893465E029D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4C1671-2E7E-D412-EACE-09A0EAD718B3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727C84-FE20-6634-32D4-67BDE8292924}"/>
              </a:ext>
            </a:extLst>
          </p:cNvPr>
          <p:cNvCxnSpPr>
            <a:cxnSpLocks/>
          </p:cNvCxnSpPr>
          <p:nvPr/>
        </p:nvCxnSpPr>
        <p:spPr>
          <a:xfrm flipV="1">
            <a:off x="3235013" y="3260250"/>
            <a:ext cx="1042083" cy="16875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4353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6D10-E88E-786D-941D-2D2E1116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351-6059-BC3C-1C94-180587BC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A6E11-1155-C939-F128-15472D7BA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56548C-2DE8-4378-4FAC-F747ADA45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BD5DA62-86FE-FD0D-7B46-51D569C407B2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626D5-7927-C706-CB1B-7D292EBCF31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539FA4-326B-B412-BF84-4C0FB43985D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866D90-AF63-FF81-AE9C-F039D4AADDBE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6D3F89D-6029-5450-5917-788325B2FB72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A377B6-D048-F88E-458C-8EA6D308FF9D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C49D87-2169-ABC3-0AB1-EAD4C4F3BFE1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8C9B64-1AF1-9334-0A38-A505BD66EDB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AB312545-C955-49BA-B44C-860C89E7E715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ADB58E-0828-0978-FD11-889CAB00A079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A1C907-D385-D848-A9FB-6B16E4A8E9FF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DA760B-5F79-8A14-1606-92B217C7714C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2E1802-DD25-C675-1BDE-B9E246E06AE4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45C07A-BCB5-B939-4D66-A1B5EE7B9232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349DF8-B943-BCDC-24D0-5494DF3A664F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146A11-C45B-72EB-137A-C927DB69C27B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97CB1D-E108-C5FE-4DAA-8D1131CF7D6B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87E525-4DED-3FF3-8760-4A94416453E5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54B7F6-771B-1C40-4901-0D5DB47794A0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08F24-85E5-1038-696E-C92DEAB1148A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7F002-858D-E93C-9699-DE0B338F4FAC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38340E-960B-B361-26CB-EF7857C458EF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FC62E-A099-9C0C-0FB2-EAE9380A92D3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3887D-FDF2-0F41-C4D3-7EAC9911A330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CA5BF2F-8DB2-B2B6-B35F-485F05E255C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A5703B5-7168-A4C6-1880-C3E2E5000F07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F4BAF-9C14-81A4-593C-EB59F1D5A09C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75E98D-8803-D695-52A5-A9F8F7AE3371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0BFE1-71E6-EF70-80D2-BC9171805099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29EF89-9965-1592-5776-47A11DF3BC7B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BA1E5-1921-AB24-CA6F-DF2544574F05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0EB99A-E93A-4AA2-D03D-39CCC2E21A6C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0DE3D91-F453-4406-7F8F-9FA06BE0D733}"/>
              </a:ext>
            </a:extLst>
          </p:cNvPr>
          <p:cNvSpPr/>
          <p:nvPr/>
        </p:nvSpPr>
        <p:spPr>
          <a:xfrm>
            <a:off x="1327124" y="3380228"/>
            <a:ext cx="1888794" cy="371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3F135AD-EFD6-BD82-7159-E12C253D8973}"/>
              </a:ext>
            </a:extLst>
          </p:cNvPr>
          <p:cNvSpPr/>
          <p:nvPr/>
        </p:nvSpPr>
        <p:spPr>
          <a:xfrm>
            <a:off x="941320" y="3401113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B7ACDD-BDED-7C97-42F9-DAA5BB2C9C7F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34753E-83EA-7FEF-A88C-5AABDE61B5D9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7AA5A9-D52C-9514-31FF-CAE3D18E33BA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F74336-260F-2960-D6FB-005075411B32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DB7C87-5BA6-93B2-21C3-68AAFD4F3198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A0E3B1-16FC-A44A-C722-E302B6B4B073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</p:spTree>
    <p:extLst>
      <p:ext uri="{BB962C8B-B14F-4D97-AF65-F5344CB8AC3E}">
        <p14:creationId xmlns:p14="http://schemas.microsoft.com/office/powerpoint/2010/main" val="36199589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D621-2030-B1FF-BBE8-3731250B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C5B1-3655-A6B4-1984-657198FC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36EB6-93FF-C1AE-BD21-3736C17A2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26CD3F-1956-05E5-25D0-C1B74779A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784C598-B18B-804B-FE8B-E1CCD3EB98B0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AD8577-726A-D66B-DCCD-DA5DD570ED28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A9B6D5-A1D2-7BEF-65EC-CD30C30B6EF1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10215F-A444-D931-16CD-E91D331ACB24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4AB9CFEB-E02A-7619-92EC-FFA9B1CE8801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BB763E-8CA2-451B-97FF-FCA7BCBBE74C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D7DA8D-4CCE-508E-019B-8D1B465FAF14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2FEFE3-7FA0-5C8B-9C11-B088405DE4C7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EBB79A32-FEAD-E459-A258-4D4826AFBC18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7A3036-7EB6-3D04-1CAC-A1C7FDD76E36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C99812-BCA3-49EF-9865-A72CFDD99BC7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1211EA-3238-92DE-39A7-FE2D001BBE2C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00FAFB-0C52-93D9-D15D-C95E6C2C75AC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49BE36-E89C-E560-5BAA-E1CA4F2B4067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343CB7-61B6-9738-5EAD-65E7603DB8D1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7ADD93-4F37-9523-218B-EED417881E32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031BF5-AD6F-5ACC-85A0-86C1670F35A4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773FC8-38F9-D0D7-3329-5222C27A6DB2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55A21B-CADE-305E-C567-EACF52DC6B2D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DAC8FB-34AA-5E8B-6D48-0E27D4DAF0B8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66E3E8-A9F7-A403-BEEC-5FB7EAAAAC5B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B1577-6BD1-D85A-3A8C-E48073E2F41C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90C59-B4C6-6EA2-6D23-FF5C043B4212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AF448B-9958-1D28-2B38-D589D7A89EEC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DE4AF54E-43B6-9546-F12C-35E0FE7FFCA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02EE919-3D17-26D5-804A-0EFB18F968E9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5A7F8-6A16-3CAC-02C3-E97687BF9EC9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DA81B8-BDD6-ABC0-38BA-97618D97066A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D54103-AF72-4F92-B377-3CA8938875DB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57AB0-A0CF-6276-C03F-C8BD70380E5A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D9C3A-4B2D-FD8E-DFAA-AC512686C873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20664A-B7EE-7F0B-6058-0FF5F25833DF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5F8FDD-39FD-277C-6BA6-C7D5B067B396}"/>
              </a:ext>
            </a:extLst>
          </p:cNvPr>
          <p:cNvSpPr/>
          <p:nvPr/>
        </p:nvSpPr>
        <p:spPr>
          <a:xfrm>
            <a:off x="1327124" y="3380228"/>
            <a:ext cx="1888794" cy="371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D7D2D0A-3888-C144-8125-1FD2E49AE371}"/>
              </a:ext>
            </a:extLst>
          </p:cNvPr>
          <p:cNvSpPr/>
          <p:nvPr/>
        </p:nvSpPr>
        <p:spPr>
          <a:xfrm>
            <a:off x="941320" y="3401113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9451C-0CBB-AF80-5C7E-B708556F7F5F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661FAF-FF0D-2425-43AB-A9A9DF168774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966992-0ED4-57EF-CDED-4DF0EF2E31C0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D79E90-75F1-A1C8-6043-6C0EE5499849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EFD564-802D-FE5D-2D74-0EB1EDA0DBE2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39A896-DFA4-5B1B-6534-A70878AE2C9C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0F66124-2E56-7C42-DBDA-93A7D391354E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215918" y="1082133"/>
            <a:ext cx="4239959" cy="248377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1586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F9DE-0872-3F58-8F87-B2251635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D435-9860-B202-4274-EF843E1F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24513-3E18-0FFC-6ED9-E0D01FD1A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8918E5-8AC0-746B-5F5D-EFF1B239B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4666E00-E4F6-80E0-ADEB-BD8E2335709D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D12137-C487-0CA6-8F24-A8CF594C6663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FAB2B9-62F5-E64D-136B-B1EB5A656DBE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785782-FB75-258D-62DA-441DE3CB8BCF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48ADFE57-3950-A7F4-260B-9083DE7D8637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78DDC2-3693-92DB-6BC0-89BA39A381F1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A490B-8CAA-C070-D158-563688B9E87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D50BC2-243D-8624-81E5-9CC422087520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171634BC-A4EA-4335-E586-18355811D765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0CA05A-AB77-BC37-3017-BF0363CCFBF2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E95CE-36D5-10F3-5BE7-79957D6FF0C5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9C89BB-FF72-3485-5601-A7A8595D70B4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9C49FA-D6FE-DAA4-16F2-F5691E5BB0F8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1C8A39-A7A9-B433-8B88-7790F2F8DC05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4E2844-76AC-3576-8260-4F1403A932C9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2678F2-FEFE-E5FA-476A-E55EBC84B3A0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63AD2D-9B06-20F7-4CF0-CC732BCAC9DA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33C955-19D3-A39B-2857-F205077C4DE9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658911-CF2C-778A-50E2-C01DD8A75C06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40616-105F-6DB1-DE51-34975B06BCA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576CE-8843-C85E-BC0B-53C0D9E39EC2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DBF2C-E72B-53F8-8D70-FF40D3C1566A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B10DC-CBC4-6B59-A223-C1C6BFFF2936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2E85E-FEF7-4103-CF71-D36AC712DB5B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826B0B6C-7912-F8FA-D1FE-D0350306D10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2BB259A-918C-5ECD-72FA-2604B9CE4994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P=900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CD1695-7BDF-7364-D4E2-713408F0B2FF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076D53-F929-3848-F542-1B61340B3CAE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7616E-A74B-7BC9-5FE1-763E51FAF45A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43CD10-0584-8768-A288-41E8D13EC995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345A5-A95A-2236-24B6-EC2EE0305B91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2F6808-9DD2-FD6D-A7EA-050E308B1727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1680B14-D34B-611B-C951-8118B1956724}"/>
              </a:ext>
            </a:extLst>
          </p:cNvPr>
          <p:cNvSpPr/>
          <p:nvPr/>
        </p:nvSpPr>
        <p:spPr>
          <a:xfrm>
            <a:off x="1327124" y="3743641"/>
            <a:ext cx="1888794" cy="297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4A767EB-F98E-7935-FCDB-478DFEA8E034}"/>
              </a:ext>
            </a:extLst>
          </p:cNvPr>
          <p:cNvSpPr/>
          <p:nvPr/>
        </p:nvSpPr>
        <p:spPr>
          <a:xfrm>
            <a:off x="896356" y="3704158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62EBCB-846A-5407-F34D-F3A59A604C42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D52A4-6BA8-7944-7E2F-7B8895DAD009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0D4E6D-DCC8-28CC-3502-0A7070C6981C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A753209-DF4A-4372-5EB2-833B0EB3B6E3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7699C0-0175-C53A-A2FD-A1D46C2E13BE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A77796-D12B-DA4B-DEB9-3C4CFC687227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</p:spTree>
    <p:extLst>
      <p:ext uri="{BB962C8B-B14F-4D97-AF65-F5344CB8AC3E}">
        <p14:creationId xmlns:p14="http://schemas.microsoft.com/office/powerpoint/2010/main" val="14411911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77113-60EF-4AEB-AC55-0D062B15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A10F-FFFB-F1CE-537A-0BE39AA2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79005-F8BE-33AF-C7B4-FAC2B5D6C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9AD660-199C-3717-593A-1EF6C3752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07A730A-50AE-135E-F58F-AE8653D84FBD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065614-9F53-12EF-CAE8-1942915A9CA4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030BCF-0E19-CE02-FA10-0FB0FB50DF6F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976BEE-73D0-5E5D-EA10-CD8B36397104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258E50A6-F228-2251-A6E8-16B4E4A6E6B4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3AC74D-9492-3830-CFF0-4965EC3C40C7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E13734-E4DA-4ABF-CC63-55ED69361FDF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CB2152-9FFC-8F29-C74F-0C0F25E9B70B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D9A46298-2F5D-1C62-208D-283BD41474D2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11464B-C225-C1EA-5CFC-C9B2650C6C24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A6FACA-DF7B-D421-28D2-370E41A5B945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7B4E88-4C61-1602-A373-2BCC8E9516E3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C21BC8-74E5-6E4D-0DD9-4054E77F9FBE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1BDD3B-2C52-243D-6271-CD5516D646D6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3A37A2-7D03-99D4-682C-9BBDBB29AC52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75D9DF-C9E7-72D5-DC42-FCA1E035FEA8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48204F-9E3D-B43F-BE2C-6168F05E153C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E8F8F3-3F65-DCAF-6672-313BEF004906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30F5D0-9E15-2EFA-12D9-C09DB5E60C1C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962422-59C3-DA77-D52F-A706158A3E24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6AF8A-E5D7-F6E2-4291-52511CCDBFE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F3437A-F17E-79C5-3082-9DBA292A6F36}"/>
              </a:ext>
            </a:extLst>
          </p:cNvPr>
          <p:cNvSpPr/>
          <p:nvPr/>
        </p:nvSpPr>
        <p:spPr>
          <a:xfrm>
            <a:off x="1438552" y="5750522"/>
            <a:ext cx="1476879" cy="29321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15391F-A633-3D33-4D5D-76333882A4A0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FA518-85E8-6059-4A23-4CB3C21044C4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5F6CAB0-6D99-B253-9F71-4D1B707C28F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0EEDD30-4E17-2CBA-6CB5-4503BCF44F38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</a:t>
            </a:r>
            <a:r>
              <a:rPr lang="en-US" strike="sngStrike" dirty="0"/>
              <a:t>900</a:t>
            </a:r>
            <a:r>
              <a:rPr lang="en-US" dirty="0"/>
              <a:t> 3750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BDEAA0-C216-1E50-B892-CD96C0598438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33D5CE-D0F6-DA66-0148-CF460BCBFABF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BC990-47D7-631F-C4E0-362D9585FEF7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082E0B-EA9F-9117-6CD9-7C905E3F1CC6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160152-DB43-F42F-2FA5-F918A8223A93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6A7B03-644C-F5C5-8FE0-6712E4324DBD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148AAA7-7C20-3ACF-4E4E-8B3024E08003}"/>
              </a:ext>
            </a:extLst>
          </p:cNvPr>
          <p:cNvSpPr/>
          <p:nvPr/>
        </p:nvSpPr>
        <p:spPr>
          <a:xfrm>
            <a:off x="1327124" y="3743641"/>
            <a:ext cx="1334014" cy="297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BAC16801-A9F3-D589-8E89-7FB1F1F245BF}"/>
              </a:ext>
            </a:extLst>
          </p:cNvPr>
          <p:cNvSpPr/>
          <p:nvPr/>
        </p:nvSpPr>
        <p:spPr>
          <a:xfrm>
            <a:off x="896356" y="3704158"/>
            <a:ext cx="342519" cy="327019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7457E9-2748-3BD9-CE96-EF67B61DA78E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FA4202-3D11-7808-16BB-5536760DF524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BE5DDC-E5B7-4D5A-8A48-3B2304B4DB08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75CBBB-CDE5-7346-2066-17981A0183ED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C2E1E6-479A-211E-6FF5-FB7B0153997B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2F1DFE-3203-4A51-A176-9491D8EF9815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B1E827-B0FD-2C7C-1F18-A0AEA8104F0D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661138" y="984738"/>
            <a:ext cx="1058463" cy="290748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1957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4A652-7664-9678-A28A-BFB04572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4041-C477-0265-9413-DA48BEED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0DE4A-0621-DD40-84B6-3970CB713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65C36B-D249-0D76-52CC-72D7A3199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28FB612-6897-730C-745B-2BED22D6B8DD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470AD-58E0-4208-0820-5038BFE4E173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5E2E61-233B-91ED-D22C-3239679EE12A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3190A8-A747-CC44-A2A3-D384D6818857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D6E6B068-1496-D175-236B-0F3E4D4C7CC0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771D9A-4100-30E3-8910-C1FEF05A7E32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C3FFE6-865D-D920-610B-ED5F7504AAD9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9A4F8F-68DF-41EE-83A3-D38D03D10743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B98B2258-A98F-FB26-3A07-EFD0BF1FECC2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AD7A8C-FDBB-171C-6A11-DCC12910FEF9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13B758-7711-67A9-ED46-CB59AFE66BBE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FBAF6E-4ED9-5250-1AC0-CEAEC7CF7005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4D5E8D-C40C-888C-86F3-D94BD04AC83F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C7D9FB-4ED9-8EED-3BA4-707E439166DF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D95A47-C586-B881-2815-5B768EEDA5AC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118FAE-6D64-794A-B7C2-115F9AD4B126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A3C2F5-6771-9130-7E23-09A3C4EBB92A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A803B7-0332-06FF-68CF-B457C1712E94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F1D8CC-8AC7-3BE3-0D5C-AE5DB72397A8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F9986-0841-9882-44B1-4081080D10A6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44190-CBC9-12D7-CB36-045CB663DC26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A3352-4A40-1F7A-D1D3-1926F7CB6193}"/>
              </a:ext>
            </a:extLst>
          </p:cNvPr>
          <p:cNvSpPr/>
          <p:nvPr/>
        </p:nvSpPr>
        <p:spPr>
          <a:xfrm>
            <a:off x="1439639" y="5995993"/>
            <a:ext cx="1476879" cy="43331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87168-32F3-2767-DA70-E68318A64FCA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B6F2D-BEC0-CF45-1D6D-80BFDF81E96F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E7694722-5AAA-2A09-4891-9E06E951B39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CE93701-ECD3-1B2F-0F4C-790158F43D9D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</a:t>
            </a:r>
            <a:r>
              <a:rPr lang="en-US" strike="sngStrike" dirty="0"/>
              <a:t>900</a:t>
            </a:r>
            <a:r>
              <a:rPr lang="en-US" dirty="0"/>
              <a:t> 3750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628F7-ED0D-2686-5361-0D1E1686955B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3C2D3-DB6F-5B00-92FA-18FEC443E8B7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85063-40FE-B04A-24DC-36B5013B255B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E66C76-FEA6-7912-5B69-8D2CC5B0C811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54078-B750-80F9-6221-2C67FB5124FF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9F7EC7-FAEC-8E0C-3FB9-4D4CF4062827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D772425-5CA1-4070-4BF7-A44F7893D5B9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74878D-7F69-DD97-36E4-ED0344444D65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7C780D-F9EE-D27B-31F7-1175FFA42E42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566C11-4FB1-2DA5-42CC-4EDF28AD1A09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E11EC5-AA10-0E59-805E-620516133DE0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04A061-5ACF-0839-2E56-17B8C9BF1F2E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</p:spTree>
    <p:extLst>
      <p:ext uri="{BB962C8B-B14F-4D97-AF65-F5344CB8AC3E}">
        <p14:creationId xmlns:p14="http://schemas.microsoft.com/office/powerpoint/2010/main" val="34465349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3477-8B4F-13E6-43F2-4BAAF4EA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E896-CF96-3CFE-2EE2-9B51B440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8A34D-9831-5ED4-8D85-07D8E004D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3ED9F4-6D70-0802-0408-89CD246C8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3A94462-C485-BCF2-5CAC-30175DC33088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B938D-01E1-24D1-6929-EFD0B518573B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3B7325-2130-D09E-E0CB-BC5F35B0E784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5EFA0A-169F-6136-05AE-10A56D2E27DC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87A4A347-879D-82DA-8A6A-679E283CC498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844A60-5FB1-134E-94ED-AE2EF81D2136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7EC622-C23D-49AC-9105-2F9A44951EA2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2E83A5-F0BF-D19A-74FE-239142DDA471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B192F5B8-8680-C9A3-3BD7-726126C8828F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9035B7-2866-650E-3604-62051764A3EC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A6BB32-365D-6B7B-AF16-47A2911E6B9B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856743-B4DB-9381-9DA7-3F40DF05D085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29A30B-FBCA-1C5F-73A7-693168B81921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B5F510-DC29-F2AB-B860-D1D83A4063CE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527468-7923-6BC3-2467-8F87DB51D0BE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615812-3C5C-0A00-3276-5D125B8143FC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6A8AB6-B11F-990B-1F90-718F1A457F27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C845D6-3431-D310-DEA4-B47EED1E2B65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9BD887-B182-D327-5F5D-5949E78F665F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7130DB-905C-27AB-4636-61E66D13435F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85451-3C73-3293-67FF-41B4A57E58E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C62DB-03B1-1868-77D8-B057637384A1}"/>
              </a:ext>
            </a:extLst>
          </p:cNvPr>
          <p:cNvSpPr/>
          <p:nvPr/>
        </p:nvSpPr>
        <p:spPr>
          <a:xfrm>
            <a:off x="1439639" y="5995993"/>
            <a:ext cx="1476879" cy="43331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FAD5C-E1D5-CB8B-4FD5-9B1C534391FE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C7BF81-556D-374B-DC93-CD6DD661F837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900B558D-11DB-60BB-B189-B7E1A0AD91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8EF7067-6207-F3C5-5981-ADF6F332543F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</a:t>
            </a:r>
            <a:r>
              <a:rPr lang="en-US" strike="sngStrike" dirty="0"/>
              <a:t>900</a:t>
            </a:r>
            <a:r>
              <a:rPr lang="en-US" dirty="0"/>
              <a:t> 3750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D5F1F-702A-7889-0D21-36BB8DF62B4D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4020D7-3104-42C4-619E-807A2AF11D4B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A6CBBD-B74F-8B34-1B88-C235044DEE0A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A3402-E5F3-7A31-72A1-07FA3FEB4C94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50566-641A-D8F5-D53F-4573346BE955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328A7F8-DE80-3DAB-8901-58DBC0169D28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D6DD91D-2BC9-1911-E105-13B600165C29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4F57-F8AF-1F79-7AA4-2CD9019EFB8C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F0BB47-83E7-6CE1-516A-5ABF6C5BB6E9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ECEEAA-674C-5DC5-AA7A-FE8ACEF29934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93A739-5523-8E50-1240-6FF9E1A04ED5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921CF4-B7F8-F8F9-D7E0-EFF1DC76FD41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63D93-788D-3DC5-B792-C26F28B5816B}"/>
              </a:ext>
            </a:extLst>
          </p:cNvPr>
          <p:cNvSpPr txBox="1"/>
          <p:nvPr/>
        </p:nvSpPr>
        <p:spPr>
          <a:xfrm>
            <a:off x="5850563" y="4580943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?, y = 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5937C4-3C6B-4C11-E247-0E40697BBBF1}"/>
              </a:ext>
            </a:extLst>
          </p:cNvPr>
          <p:cNvSpPr txBox="1"/>
          <p:nvPr/>
        </p:nvSpPr>
        <p:spPr>
          <a:xfrm>
            <a:off x="5883989" y="4866918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?, y = ?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9090928-B533-8118-4D74-40AC006A9768}"/>
              </a:ext>
            </a:extLst>
          </p:cNvPr>
          <p:cNvCxnSpPr>
            <a:cxnSpLocks/>
          </p:cNvCxnSpPr>
          <p:nvPr/>
        </p:nvCxnSpPr>
        <p:spPr>
          <a:xfrm flipV="1">
            <a:off x="2952041" y="5236250"/>
            <a:ext cx="2822513" cy="104652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9096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CAFA-DB93-023E-BC77-11CC3B176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0115-15AE-0819-EC75-AFC65710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771"/>
            <a:ext cx="7886700" cy="900967"/>
          </a:xfrm>
        </p:spPr>
        <p:txBody>
          <a:bodyPr/>
          <a:lstStyle/>
          <a:p>
            <a:r>
              <a:rPr lang="en-US" dirty="0"/>
              <a:t>Passing Method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B9D3D-F0E6-5949-95E2-389B05E79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5" y="814264"/>
            <a:ext cx="6851582" cy="3523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5838F-78CC-82DE-9BA9-BBF280571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"/>
          <a:stretch/>
        </p:blipFill>
        <p:spPr>
          <a:xfrm>
            <a:off x="177800" y="4419599"/>
            <a:ext cx="8396343" cy="20029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E1D2910-B602-6123-546D-7EDEB3AEFD6C}"/>
              </a:ext>
            </a:extLst>
          </p:cNvPr>
          <p:cNvSpPr/>
          <p:nvPr/>
        </p:nvSpPr>
        <p:spPr>
          <a:xfrm>
            <a:off x="5945800" y="51399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P1=500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6597A4-98BE-74C3-CBDD-2B623015E201}"/>
              </a:ext>
            </a:extLst>
          </p:cNvPr>
          <p:cNvSpPr/>
          <p:nvPr/>
        </p:nvSpPr>
        <p:spPr>
          <a:xfrm>
            <a:off x="7719158" y="23030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EE41F1-4FBB-5ADC-A69C-07F04842F1B3}"/>
              </a:ext>
            </a:extLst>
          </p:cNvPr>
          <p:cNvSpPr/>
          <p:nvPr/>
        </p:nvSpPr>
        <p:spPr>
          <a:xfrm>
            <a:off x="7725508" y="23446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</a:t>
            </a:r>
            <a:r>
              <a:rPr lang="en-US" strike="sngStrike" dirty="0"/>
              <a:t>100</a:t>
            </a:r>
            <a:r>
              <a:rPr lang="en-US" dirty="0"/>
              <a:t> 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38210-C28A-B780-2CB8-D00CF5F2F94D}"/>
              </a:ext>
            </a:extLst>
          </p:cNvPr>
          <p:cNvSpPr/>
          <p:nvPr/>
        </p:nvSpPr>
        <p:spPr>
          <a:xfrm>
            <a:off x="7725508" y="57634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</a:t>
            </a:r>
            <a:r>
              <a:rPr lang="en-US" strike="sngStrike" dirty="0"/>
              <a:t>200</a:t>
            </a:r>
            <a:r>
              <a:rPr lang="en-US" dirty="0"/>
              <a:t> 20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7E59C33-DD6C-6E0E-1055-EFBFF6EF8BD5}"/>
              </a:ext>
            </a:extLst>
          </p:cNvPr>
          <p:cNvSpPr/>
          <p:nvPr/>
        </p:nvSpPr>
        <p:spPr>
          <a:xfrm>
            <a:off x="7303477" y="335583"/>
            <a:ext cx="365615" cy="900967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6D9FF2-00E6-B65C-314A-AD10F09F3350}"/>
              </a:ext>
            </a:extLst>
          </p:cNvPr>
          <p:cNvSpPr/>
          <p:nvPr/>
        </p:nvSpPr>
        <p:spPr>
          <a:xfrm>
            <a:off x="7719158" y="1532628"/>
            <a:ext cx="1301261" cy="126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5AF951-AB30-F931-B39C-EE6B3D14338E}"/>
              </a:ext>
            </a:extLst>
          </p:cNvPr>
          <p:cNvSpPr/>
          <p:nvPr/>
        </p:nvSpPr>
        <p:spPr>
          <a:xfrm>
            <a:off x="7725508" y="1536781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x=10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05575-881C-0584-3554-CD06C1F666C4}"/>
              </a:ext>
            </a:extLst>
          </p:cNvPr>
          <p:cNvSpPr/>
          <p:nvPr/>
        </p:nvSpPr>
        <p:spPr>
          <a:xfrm>
            <a:off x="7725508" y="1866938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y=20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6A456C25-CB42-230E-5C4D-D2C279E9DDA1}"/>
              </a:ext>
            </a:extLst>
          </p:cNvPr>
          <p:cNvSpPr/>
          <p:nvPr/>
        </p:nvSpPr>
        <p:spPr>
          <a:xfrm>
            <a:off x="7303477" y="1564346"/>
            <a:ext cx="365615" cy="951835"/>
          </a:xfrm>
          <a:prstGeom prst="lef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E44420-1A17-8426-381D-FF6199A5A08A}"/>
              </a:ext>
            </a:extLst>
          </p:cNvPr>
          <p:cNvSpPr/>
          <p:nvPr/>
        </p:nvSpPr>
        <p:spPr>
          <a:xfrm>
            <a:off x="5945799" y="191057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P2=900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94B429-1F42-FF84-A958-5EFD80B22D96}"/>
              </a:ext>
            </a:extLst>
          </p:cNvPr>
          <p:cNvSpPr/>
          <p:nvPr/>
        </p:nvSpPr>
        <p:spPr>
          <a:xfrm>
            <a:off x="7712808" y="2204665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FC47A6-7651-332B-BAB7-CD8E6D7678F9}"/>
              </a:ext>
            </a:extLst>
          </p:cNvPr>
          <p:cNvSpPr/>
          <p:nvPr/>
        </p:nvSpPr>
        <p:spPr>
          <a:xfrm>
            <a:off x="7725507" y="905836"/>
            <a:ext cx="1301261" cy="3115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7C03A7-9924-D114-0B74-B55F95DFB764}"/>
              </a:ext>
            </a:extLst>
          </p:cNvPr>
          <p:cNvSpPr/>
          <p:nvPr/>
        </p:nvSpPr>
        <p:spPr>
          <a:xfrm>
            <a:off x="5945799" y="87303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A5B918-0BE9-554A-EFDC-CAD9B4AD846B}"/>
              </a:ext>
            </a:extLst>
          </p:cNvPr>
          <p:cNvSpPr/>
          <p:nvPr/>
        </p:nvSpPr>
        <p:spPr>
          <a:xfrm>
            <a:off x="5945799" y="122588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E200DC-EF18-499B-7EE0-06313761C18C}"/>
              </a:ext>
            </a:extLst>
          </p:cNvPr>
          <p:cNvSpPr/>
          <p:nvPr/>
        </p:nvSpPr>
        <p:spPr>
          <a:xfrm>
            <a:off x="5945799" y="158232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812E6C-C1C0-1EAA-8883-4BFE7588B5FC}"/>
              </a:ext>
            </a:extLst>
          </p:cNvPr>
          <p:cNvSpPr txBox="1"/>
          <p:nvPr/>
        </p:nvSpPr>
        <p:spPr>
          <a:xfrm>
            <a:off x="7241034" y="-3377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3360B8-B883-48F3-FA0A-D72A0BCC14A2}"/>
              </a:ext>
            </a:extLst>
          </p:cNvPr>
          <p:cNvSpPr txBox="1"/>
          <p:nvPr/>
        </p:nvSpPr>
        <p:spPr>
          <a:xfrm>
            <a:off x="7195403" y="12908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62083-D2AA-131A-283F-26B51E95E6A9}"/>
              </a:ext>
            </a:extLst>
          </p:cNvPr>
          <p:cNvSpPr txBox="1"/>
          <p:nvPr/>
        </p:nvSpPr>
        <p:spPr>
          <a:xfrm>
            <a:off x="5291594" y="517886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9506DE-4B71-64BA-ECC9-5CF41405B183}"/>
              </a:ext>
            </a:extLst>
          </p:cNvPr>
          <p:cNvSpPr txBox="1"/>
          <p:nvPr/>
        </p:nvSpPr>
        <p:spPr>
          <a:xfrm>
            <a:off x="5241822" y="1916898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A39EC3-A653-6B3E-E714-4F832820639D}"/>
              </a:ext>
            </a:extLst>
          </p:cNvPr>
          <p:cNvSpPr/>
          <p:nvPr/>
        </p:nvSpPr>
        <p:spPr>
          <a:xfrm>
            <a:off x="5807980" y="3819598"/>
            <a:ext cx="3336020" cy="1747524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315C4-BED1-EDA8-74B7-29CB44DE057D}"/>
              </a:ext>
            </a:extLst>
          </p:cNvPr>
          <p:cNvSpPr/>
          <p:nvPr/>
        </p:nvSpPr>
        <p:spPr>
          <a:xfrm>
            <a:off x="6107213" y="3540993"/>
            <a:ext cx="2744471" cy="2792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C6961-C42B-A907-54EE-5B6999EFA986}"/>
              </a:ext>
            </a:extLst>
          </p:cNvPr>
          <p:cNvSpPr/>
          <p:nvPr/>
        </p:nvSpPr>
        <p:spPr>
          <a:xfrm>
            <a:off x="1439639" y="5995993"/>
            <a:ext cx="1476879" cy="43331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E3299-8B1C-02BA-A263-EB40CCDBAF66}"/>
              </a:ext>
            </a:extLst>
          </p:cNvPr>
          <p:cNvSpPr txBox="1"/>
          <p:nvPr/>
        </p:nvSpPr>
        <p:spPr>
          <a:xfrm>
            <a:off x="5807980" y="381959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100, y = 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75EE1-6B94-ABCA-F310-41645F7CD58C}"/>
              </a:ext>
            </a:extLst>
          </p:cNvPr>
          <p:cNvSpPr txBox="1"/>
          <p:nvPr/>
        </p:nvSpPr>
        <p:spPr>
          <a:xfrm>
            <a:off x="5841406" y="410557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72BD9AFF-C0A9-5338-9326-68D472A1F4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6043" y="4077151"/>
            <a:ext cx="2800951" cy="839006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8BE1CAB-16AF-B8A7-DBE4-83FC7ABB0AD4}"/>
              </a:ext>
            </a:extLst>
          </p:cNvPr>
          <p:cNvSpPr/>
          <p:nvPr/>
        </p:nvSpPr>
        <p:spPr>
          <a:xfrm>
            <a:off x="3739591" y="708913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P=</a:t>
            </a:r>
            <a:r>
              <a:rPr lang="en-US" strike="sngStrike" dirty="0"/>
              <a:t>900</a:t>
            </a:r>
            <a:r>
              <a:rPr lang="en-US" dirty="0"/>
              <a:t> 3750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8291A-118C-6850-EFDA-56B582D49F79}"/>
              </a:ext>
            </a:extLst>
          </p:cNvPr>
          <p:cNvSpPr/>
          <p:nvPr/>
        </p:nvSpPr>
        <p:spPr>
          <a:xfrm>
            <a:off x="3739590" y="2105489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93EFA-B41C-06ED-D5D1-3F8B42F750DA}"/>
              </a:ext>
            </a:extLst>
          </p:cNvPr>
          <p:cNvSpPr/>
          <p:nvPr/>
        </p:nvSpPr>
        <p:spPr>
          <a:xfrm>
            <a:off x="3739590" y="106795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09F446-C993-996A-FB17-C990B25E88FC}"/>
              </a:ext>
            </a:extLst>
          </p:cNvPr>
          <p:cNvSpPr/>
          <p:nvPr/>
        </p:nvSpPr>
        <p:spPr>
          <a:xfrm>
            <a:off x="3739590" y="142079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33B7EB-9010-823F-2940-D535574EC47D}"/>
              </a:ext>
            </a:extLst>
          </p:cNvPr>
          <p:cNvSpPr/>
          <p:nvPr/>
        </p:nvSpPr>
        <p:spPr>
          <a:xfrm>
            <a:off x="3739590" y="177724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B2AAB-5EED-14C4-684B-47315075DDF5}"/>
              </a:ext>
            </a:extLst>
          </p:cNvPr>
          <p:cNvSpPr txBox="1"/>
          <p:nvPr/>
        </p:nvSpPr>
        <p:spPr>
          <a:xfrm>
            <a:off x="3085385" y="712801"/>
            <a:ext cx="6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6735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1B8526-A245-AF9A-83D8-A632CB1193DB}"/>
              </a:ext>
            </a:extLst>
          </p:cNvPr>
          <p:cNvCxnSpPr>
            <a:cxnSpLocks/>
          </p:cNvCxnSpPr>
          <p:nvPr/>
        </p:nvCxnSpPr>
        <p:spPr>
          <a:xfrm flipV="1">
            <a:off x="3329654" y="931803"/>
            <a:ext cx="733992" cy="2084445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7B6E3-EA76-FD59-AAA7-7FE55AE038DD}"/>
              </a:ext>
            </a:extLst>
          </p:cNvPr>
          <p:cNvSpPr/>
          <p:nvPr/>
        </p:nvSpPr>
        <p:spPr>
          <a:xfrm>
            <a:off x="4286936" y="3016248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temp=500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3DB4D8-4472-F476-2197-4DC56039439D}"/>
              </a:ext>
            </a:extLst>
          </p:cNvPr>
          <p:cNvSpPr/>
          <p:nvPr/>
        </p:nvSpPr>
        <p:spPr>
          <a:xfrm>
            <a:off x="4286935" y="4412824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815AD3-E077-66B4-BC45-EBA100390EBB}"/>
              </a:ext>
            </a:extLst>
          </p:cNvPr>
          <p:cNvSpPr/>
          <p:nvPr/>
        </p:nvSpPr>
        <p:spPr>
          <a:xfrm>
            <a:off x="4286935" y="337528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47D65D-F77C-2467-8B34-6C1C674B18AB}"/>
              </a:ext>
            </a:extLst>
          </p:cNvPr>
          <p:cNvSpPr/>
          <p:nvPr/>
        </p:nvSpPr>
        <p:spPr>
          <a:xfrm>
            <a:off x="4286935" y="3728132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F44E2F-1DF3-33A8-5CE1-425B6B171428}"/>
              </a:ext>
            </a:extLst>
          </p:cNvPr>
          <p:cNvSpPr/>
          <p:nvPr/>
        </p:nvSpPr>
        <p:spPr>
          <a:xfrm>
            <a:off x="4286935" y="4084577"/>
            <a:ext cx="1301261" cy="328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81394-FC41-2123-6DF3-242C54D951D2}"/>
              </a:ext>
            </a:extLst>
          </p:cNvPr>
          <p:cNvSpPr txBox="1"/>
          <p:nvPr/>
        </p:nvSpPr>
        <p:spPr>
          <a:xfrm>
            <a:off x="4079752" y="272684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0635F3-32D0-4908-D6E2-4CF44DCA8838}"/>
              </a:ext>
            </a:extLst>
          </p:cNvPr>
          <p:cNvSpPr txBox="1"/>
          <p:nvPr/>
        </p:nvSpPr>
        <p:spPr>
          <a:xfrm>
            <a:off x="5850563" y="458094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9AC35-952C-9E05-F826-BE96DCB9FA17}"/>
              </a:ext>
            </a:extLst>
          </p:cNvPr>
          <p:cNvSpPr txBox="1"/>
          <p:nvPr/>
        </p:nvSpPr>
        <p:spPr>
          <a:xfrm>
            <a:off x="5883989" y="4866918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The values are x = 10, y = 20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8753BD-C41E-DC27-2140-8C22AC04EBDC}"/>
              </a:ext>
            </a:extLst>
          </p:cNvPr>
          <p:cNvCxnSpPr>
            <a:cxnSpLocks/>
          </p:cNvCxnSpPr>
          <p:nvPr/>
        </p:nvCxnSpPr>
        <p:spPr>
          <a:xfrm flipV="1">
            <a:off x="2952041" y="5236250"/>
            <a:ext cx="2822513" cy="104652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2599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A27A559-AC7A-8FEF-6423-CD82A3E8C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Writing Methods: Outline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A20EAC34-B2D0-DE3A-3D46-08A211DF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313" y="1931988"/>
            <a:ext cx="7710487" cy="4194175"/>
          </a:xfrm>
        </p:spPr>
        <p:txBody>
          <a:bodyPr/>
          <a:lstStyle/>
          <a:p>
            <a:pPr eaLnBrk="1" hangingPunct="1"/>
            <a:r>
              <a:rPr lang="en-US" altLang="en-US"/>
              <a:t>Case Study: Formatting Output</a:t>
            </a:r>
          </a:p>
          <a:p>
            <a:pPr eaLnBrk="1" hangingPunct="1"/>
            <a:r>
              <a:rPr lang="en-US" altLang="en-US"/>
              <a:t>Decomposition</a:t>
            </a:r>
          </a:p>
          <a:p>
            <a:pPr eaLnBrk="1" hangingPunct="1"/>
            <a:r>
              <a:rPr lang="en-US" altLang="en-US"/>
              <a:t>Addressing Compiler Concerns</a:t>
            </a:r>
          </a:p>
          <a:p>
            <a:pPr eaLnBrk="1" hangingPunct="1"/>
            <a:r>
              <a:rPr lang="en-US" altLang="en-US"/>
              <a:t>Testing Methods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2245C768-0A13-B3E4-F223-88729DA64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Formatting Output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B9072BD8-C03B-4560-9471-C9B54E184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Algorithm to display a double amount as dollars and cents</a:t>
            </a:r>
          </a:p>
          <a:p>
            <a:pPr eaLnBrk="1" hangingPunct="1">
              <a:buFontTx/>
              <a:buNone/>
            </a:pPr>
            <a:r>
              <a:rPr lang="en-US" altLang="en-US"/>
              <a:t>1</a:t>
            </a:r>
            <a:r>
              <a:rPr lang="en-US" altLang="en-US" sz="2800"/>
              <a:t>.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dollars</a:t>
            </a:r>
            <a:r>
              <a:rPr lang="en-US" altLang="en-US" sz="2800"/>
              <a:t> = the number of whole dollars in amount.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2.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cents</a:t>
            </a:r>
            <a:r>
              <a:rPr lang="en-US" altLang="en-US" sz="2800"/>
              <a:t> = the number of cents in amount. Round if there are more than two digits after the decimal point.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3. Display a dollar sign,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dollars</a:t>
            </a:r>
            <a:r>
              <a:rPr lang="en-US" altLang="en-US" sz="2800"/>
              <a:t>, and a decimal point.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4. Display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cents</a:t>
            </a:r>
            <a:r>
              <a:rPr lang="en-US" altLang="en-US" sz="2800"/>
              <a:t> as a two-digit integer.</a:t>
            </a:r>
            <a:endParaRPr lang="en-US" altLang="en-US"/>
          </a:p>
        </p:txBody>
      </p:sp>
      <p:sp>
        <p:nvSpPr>
          <p:cNvPr id="4" name="Action Button: Return 3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A5CBE58F-6721-F6A1-DBBF-C077E9F29571}"/>
              </a:ext>
            </a:extLst>
          </p:cNvPr>
          <p:cNvSpPr/>
          <p:nvPr/>
        </p:nvSpPr>
        <p:spPr>
          <a:xfrm>
            <a:off x="8050213" y="5432425"/>
            <a:ext cx="646112" cy="501650"/>
          </a:xfrm>
          <a:prstGeom prst="actionButtonRetur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9F39AE44-2A31-E9FB-3953-E58F8E6C3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Formatting Output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10193190-2CF4-CCA0-28F6-0C80B87C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code</a:t>
            </a:r>
            <a:r>
              <a:rPr lang="en-US" altLang="en-US"/>
              <a:t>, listing 6.12</a:t>
            </a:r>
            <a:br>
              <a:rPr lang="en-US" altLang="en-US"/>
            </a:b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DollarFormatFirstTry</a:t>
            </a:r>
          </a:p>
          <a:p>
            <a:pPr lvl="1" eaLnBrk="1" hangingPunct="1"/>
            <a:r>
              <a:rPr lang="en-US" altLang="en-US"/>
              <a:t>Note code to separate dollars and cents</a:t>
            </a:r>
          </a:p>
          <a:p>
            <a:pPr lvl="1" eaLnBrk="1" hangingPunct="1"/>
            <a:r>
              <a:rPr lang="en-US" altLang="en-US"/>
              <a:t>Note if-else statement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6.13</a:t>
            </a:r>
            <a:br>
              <a:rPr lang="en-US" altLang="en-US"/>
            </a:b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DollarFormatFirstTryDriver</a:t>
            </a:r>
          </a:p>
          <a:p>
            <a:pPr lvl="1" eaLnBrk="1" hangingPunct="1"/>
            <a:r>
              <a:rPr lang="en-US" altLang="en-US"/>
              <a:t>Note call to the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/>
              <a:t> method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67A6B479-918D-D67A-C31C-74B723AD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Formatting Output</a:t>
            </a: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4600F0F5-3806-ACD3-7C8C-F2D2884A6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682750"/>
            <a:ext cx="6634162" cy="449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 Box 7">
            <a:extLst>
              <a:ext uri="{FF2B5EF4-FFF2-40B4-BE49-F238E27FC236}">
                <a16:creationId xmlns:a16="http://schemas.microsoft.com/office/drawing/2014/main" id="{64AD7D98-6177-3062-B17A-27F932E47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417512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A05CFED-932A-63F5-20C7-703DBC20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Formatting Output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ECD0D315-A957-0644-0FD4-F11230DA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8" y="1816100"/>
            <a:ext cx="7707312" cy="4310063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corrected code</a:t>
            </a:r>
            <a:r>
              <a:rPr lang="en-US" altLang="en-US"/>
              <a:t>, listing 6.14</a:t>
            </a:r>
            <a:br>
              <a:rPr lang="en-US" altLang="en-US"/>
            </a:b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DollarFormat</a:t>
            </a:r>
          </a:p>
          <a:p>
            <a:pPr lvl="1" eaLnBrk="1" hangingPunct="1"/>
            <a:r>
              <a:rPr lang="en-US" altLang="en-US"/>
              <a:t>Note code to handle negative values</a:t>
            </a:r>
          </a:p>
          <a:p>
            <a:pPr eaLnBrk="1" hangingPunct="1"/>
            <a:r>
              <a:rPr lang="en-US" altLang="en-US">
                <a:hlinkClick r:id="rId3" action="ppaction://hlinkfile"/>
              </a:rPr>
              <a:t>Program </a:t>
            </a:r>
            <a:r>
              <a:rPr lang="en-US" altLang="en-US"/>
              <a:t>in listing 6.13 will now print values correctly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FCCBCE71-39FF-0031-44A2-38767E34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Decomposition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024FAEC-F239-727B-B656-75521B73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pseudocode from </a:t>
            </a:r>
            <a:r>
              <a:rPr lang="en-US" altLang="en-US">
                <a:hlinkClick r:id="rId2" action="ppaction://hlinksldjump"/>
              </a:rPr>
              <a:t>previous slide</a:t>
            </a:r>
            <a:endParaRPr lang="en-US" altLang="en-US"/>
          </a:p>
          <a:p>
            <a:pPr eaLnBrk="1" hangingPunct="1"/>
            <a:r>
              <a:rPr lang="en-US" altLang="en-US"/>
              <a:t>With this pseudocode we </a:t>
            </a:r>
            <a:r>
              <a:rPr lang="en-US" altLang="en-US" i="1"/>
              <a:t>decompose</a:t>
            </a:r>
            <a:r>
              <a:rPr lang="en-US" altLang="en-US"/>
              <a:t> the task into subtasks</a:t>
            </a:r>
          </a:p>
          <a:p>
            <a:pPr lvl="1" eaLnBrk="1" hangingPunct="1"/>
            <a:r>
              <a:rPr lang="en-US" altLang="en-US"/>
              <a:t>Then solve each subtask</a:t>
            </a:r>
          </a:p>
          <a:p>
            <a:pPr lvl="1" eaLnBrk="1" hangingPunct="1"/>
            <a:r>
              <a:rPr lang="en-US" altLang="en-US"/>
              <a:t>Combine code of subtasks</a:t>
            </a:r>
          </a:p>
          <a:p>
            <a:pPr lvl="1" eaLnBrk="1" hangingPunct="1"/>
            <a:r>
              <a:rPr lang="en-US" altLang="en-US"/>
              <a:t>Place in a method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B3A24EB9-E393-C109-6792-E6D34102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Addressing Compiler Concerns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E4ADB60F-CDC0-CAA2-064D-F0B5F0FA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ensures necessary tasks are done</a:t>
            </a:r>
          </a:p>
          <a:p>
            <a:pPr lvl="1" eaLnBrk="1" hangingPunct="1"/>
            <a:r>
              <a:rPr lang="en-US" altLang="en-US"/>
              <a:t>Initialize variables</a:t>
            </a:r>
          </a:p>
          <a:p>
            <a:pPr lvl="1" eaLnBrk="1" hangingPunct="1"/>
            <a:r>
              <a:rPr lang="en-US" altLang="en-US"/>
              <a:t>Include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/>
              <a:t> statement</a:t>
            </a:r>
          </a:p>
          <a:p>
            <a:pPr eaLnBrk="1" hangingPunct="1"/>
            <a:r>
              <a:rPr lang="en-US" altLang="en-US"/>
              <a:t>Rule of thumb: believe the compiler</a:t>
            </a:r>
          </a:p>
          <a:p>
            <a:pPr lvl="1" eaLnBrk="1" hangingPunct="1"/>
            <a:r>
              <a:rPr lang="en-US" altLang="en-US"/>
              <a:t>Change the code as requested by compiler</a:t>
            </a:r>
          </a:p>
          <a:p>
            <a:pPr lvl="1" eaLnBrk="1" hangingPunct="1"/>
            <a:r>
              <a:rPr lang="en-US" altLang="en-US"/>
              <a:t>It is most likely correct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9AB4B150-A21B-594C-3527-72BF83C0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Methods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04D30EA3-EAD2-EF11-4A2B-DE3FB8D41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test a method use a driver program</a:t>
            </a:r>
          </a:p>
          <a:p>
            <a:pPr lvl="1" eaLnBrk="1" hangingPunct="1"/>
            <a:r>
              <a:rPr lang="en-US" altLang="en-US"/>
              <a:t>Example – code in </a:t>
            </a:r>
            <a:r>
              <a:rPr lang="en-US" altLang="en-US">
                <a:hlinkClick r:id="rId2" action="ppaction://hlinkfile"/>
              </a:rPr>
              <a:t>listing 6.13</a:t>
            </a:r>
            <a:endParaRPr lang="en-US" altLang="en-US"/>
          </a:p>
          <a:p>
            <a:pPr eaLnBrk="1" hangingPunct="1"/>
            <a:r>
              <a:rPr lang="en-US" altLang="en-US"/>
              <a:t>Every method in a class should be tested</a:t>
            </a:r>
          </a:p>
          <a:p>
            <a:pPr eaLnBrk="1" hangingPunct="1"/>
            <a:r>
              <a:rPr lang="en-US" altLang="en-US"/>
              <a:t>Bottom-up testing</a:t>
            </a:r>
          </a:p>
          <a:p>
            <a:pPr lvl="1" eaLnBrk="1" hangingPunct="1"/>
            <a:r>
              <a:rPr lang="en-US" altLang="en-US"/>
              <a:t>Test code at end of sequence of method calls first</a:t>
            </a:r>
          </a:p>
          <a:p>
            <a:pPr eaLnBrk="1" hangingPunct="1"/>
            <a:r>
              <a:rPr lang="en-US" altLang="en-US"/>
              <a:t>Use a stub – simplified version of a method for testing purposes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8A82FA1-30DD-C78E-66F6-D3832479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Overloading: Outline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AF4EE01C-BCAB-2EF9-B073-E9B3D566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Overloading Basics</a:t>
            </a:r>
          </a:p>
          <a:p>
            <a:pPr eaLnBrk="1" hangingPunct="1"/>
            <a:r>
              <a:rPr lang="en-US" altLang="en-US"/>
              <a:t>Overloading and Automatic Type Conversion</a:t>
            </a:r>
          </a:p>
          <a:p>
            <a:pPr eaLnBrk="1" hangingPunct="1"/>
            <a:r>
              <a:rPr lang="en-US" altLang="en-US"/>
              <a:t>Overloading and the Return Type</a:t>
            </a:r>
          </a:p>
          <a:p>
            <a:pPr eaLnBrk="1" hangingPunct="1"/>
            <a:r>
              <a:rPr lang="en-US" altLang="en-US"/>
              <a:t>Programming Example: A Class for Money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FD68872-3CAE-45C4-5E6E-CFE301BB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Overloading Basics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4D8CF505-3B10-5668-A1FD-34BA2A186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two or more methods have same name within the same class</a:t>
            </a:r>
          </a:p>
          <a:p>
            <a:pPr eaLnBrk="1" hangingPunct="1"/>
            <a:r>
              <a:rPr lang="en-US" altLang="en-US"/>
              <a:t>Java distinguishes the methods by number and types of parameters</a:t>
            </a:r>
          </a:p>
          <a:p>
            <a:pPr lvl="1" eaLnBrk="1" hangingPunct="1"/>
            <a:r>
              <a:rPr lang="en-US" altLang="en-US"/>
              <a:t>If it cannot match a call with a definition, it attempts to do type conversions</a:t>
            </a:r>
          </a:p>
          <a:p>
            <a:pPr eaLnBrk="1" hangingPunct="1"/>
            <a:r>
              <a:rPr lang="en-US" altLang="en-US"/>
              <a:t>A method's name and number and type of parameters is called the </a:t>
            </a:r>
            <a:r>
              <a:rPr lang="en-US" altLang="en-US" i="1"/>
              <a:t>signature</a:t>
            </a:r>
            <a:endParaRPr lang="en-US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9E30CB7-193E-74E4-FDFA-7B3C8E1F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Overloading Basics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83A59A19-4DCD-7BDE-3CD1-DA6C6E64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example program</a:t>
            </a:r>
            <a:r>
              <a:rPr lang="en-US" altLang="en-US"/>
              <a:t>, listing 6.15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Overload</a:t>
            </a:r>
            <a:endParaRPr lang="en-US" altLang="en-US" sz="2800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Note overloaded method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getAverage</a:t>
            </a:r>
          </a:p>
        </p:txBody>
      </p:sp>
      <p:grpSp>
        <p:nvGrpSpPr>
          <p:cNvPr id="40964" name="Group 5">
            <a:extLst>
              <a:ext uri="{FF2B5EF4-FFF2-40B4-BE49-F238E27FC236}">
                <a16:creationId xmlns:a16="http://schemas.microsoft.com/office/drawing/2014/main" id="{01859543-28A5-EF78-B398-A340725A04C1}"/>
              </a:ext>
            </a:extLst>
          </p:cNvPr>
          <p:cNvGrpSpPr>
            <a:grpSpLocks/>
          </p:cNvGrpSpPr>
          <p:nvPr/>
        </p:nvGrpSpPr>
        <p:grpSpPr bwMode="auto">
          <a:xfrm>
            <a:off x="2122488" y="3783013"/>
            <a:ext cx="4540250" cy="1616075"/>
            <a:chOff x="1064558" y="3567953"/>
            <a:chExt cx="4540147" cy="1616448"/>
          </a:xfrm>
        </p:grpSpPr>
        <p:pic>
          <p:nvPicPr>
            <p:cNvPr id="40966" name="Picture 2">
              <a:extLst>
                <a:ext uri="{FF2B5EF4-FFF2-40B4-BE49-F238E27FC236}">
                  <a16:creationId xmlns:a16="http://schemas.microsoft.com/office/drawing/2014/main" id="{77F40BF9-A712-74D9-6A47-5327BD6C0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854"/>
            <a:stretch>
              <a:fillRect/>
            </a:stretch>
          </p:blipFill>
          <p:spPr bwMode="auto">
            <a:xfrm>
              <a:off x="1064558" y="3567953"/>
              <a:ext cx="3506707" cy="1606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967" name="Picture 2">
              <a:extLst>
                <a:ext uri="{FF2B5EF4-FFF2-40B4-BE49-F238E27FC236}">
                  <a16:creationId xmlns:a16="http://schemas.microsoft.com/office/drawing/2014/main" id="{D195C547-BFAA-D783-D777-317B67556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474"/>
            <a:stretch>
              <a:fillRect/>
            </a:stretch>
          </p:blipFill>
          <p:spPr bwMode="auto">
            <a:xfrm>
              <a:off x="4571265" y="3577480"/>
              <a:ext cx="1033440" cy="1606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965" name="Text Box 7">
            <a:extLst>
              <a:ext uri="{FF2B5EF4-FFF2-40B4-BE49-F238E27FC236}">
                <a16:creationId xmlns:a16="http://schemas.microsoft.com/office/drawing/2014/main" id="{9A5EF825-BB79-21A6-9FD7-4B064A0C9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462280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8D1FD6ED-0399-120F-48D7-AAA2C236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Overloading and Type Conversion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B26EB013-B23E-5564-DD6A-96FC92470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Overloading and automatic type conversion can conflict</a:t>
            </a:r>
          </a:p>
          <a:p>
            <a:pPr eaLnBrk="1" hangingPunct="1"/>
            <a:r>
              <a:rPr lang="en-US" altLang="en-US" sz="2800" dirty="0"/>
              <a:t>Recall definition of Pet class of </a:t>
            </a:r>
            <a:r>
              <a:rPr lang="en-US" altLang="en-US" sz="2800" dirty="0">
                <a:hlinkClick r:id="rId2" action="ppaction://hlinkfile"/>
              </a:rPr>
              <a:t>listing 6.1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/>
              <a:t>If we pass an integer to the constructor we get the constructor for </a:t>
            </a:r>
            <a:r>
              <a:rPr lang="en-US" altLang="en-US" sz="2400" u="sng" dirty="0"/>
              <a:t>age</a:t>
            </a:r>
            <a:r>
              <a:rPr lang="en-US" altLang="en-US" sz="2400" dirty="0"/>
              <a:t>, even if we intended the constructor for </a:t>
            </a:r>
            <a:r>
              <a:rPr lang="en-US" altLang="en-US" sz="2400" u="sng" dirty="0"/>
              <a:t>weight</a:t>
            </a:r>
          </a:p>
          <a:p>
            <a:pPr eaLnBrk="1" hangingPunct="1"/>
            <a:r>
              <a:rPr lang="en-US" altLang="en-US" sz="2800" dirty="0"/>
              <a:t>Remember the compiler attempts to overload before it does type conversion</a:t>
            </a:r>
          </a:p>
          <a:p>
            <a:pPr eaLnBrk="1" hangingPunct="1"/>
            <a:r>
              <a:rPr lang="en-US" altLang="en-US" sz="2800" dirty="0"/>
              <a:t>Use descriptive method names, avoid overloading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D306F33-A510-9723-0961-4049988F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Overloading and Return Type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CB9D00E-5338-DBF7-21F0-96D82B9E2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You must not overload a method where the only difference is the type of value returned</a:t>
            </a: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0925B285-26CA-A83E-6229-45E2FAC1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75" y="3389313"/>
            <a:ext cx="4124325" cy="2085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&quot;No&quot; Symbol 4">
            <a:extLst>
              <a:ext uri="{FF2B5EF4-FFF2-40B4-BE49-F238E27FC236}">
                <a16:creationId xmlns:a16="http://schemas.microsoft.com/office/drawing/2014/main" id="{63FA2ACE-0D1A-E989-87CD-D2D52297EC78}"/>
              </a:ext>
            </a:extLst>
          </p:cNvPr>
          <p:cNvSpPr/>
          <p:nvPr/>
        </p:nvSpPr>
        <p:spPr>
          <a:xfrm>
            <a:off x="3335338" y="3441700"/>
            <a:ext cx="2008187" cy="2008188"/>
          </a:xfrm>
          <a:prstGeom prst="noSmoking">
            <a:avLst/>
          </a:prstGeom>
          <a:solidFill>
            <a:srgbClr val="FF0000">
              <a:alpha val="37000"/>
            </a:srgbClr>
          </a:solidFill>
          <a:ln w="12700" algn="ctr">
            <a:noFill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F9D7E8C-F20E-DD83-92CB-A8C109CD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8B1ABA3D-1881-31CF-332F-7E0C709F8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class for money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class</a:t>
            </a:r>
            <a:r>
              <a:rPr lang="en-US" altLang="en-US"/>
              <a:t>, listing 6.16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Money</a:t>
            </a:r>
          </a:p>
          <a:p>
            <a:pPr eaLnBrk="1" hangingPunct="1"/>
            <a:r>
              <a:rPr lang="en-US" altLang="en-US"/>
              <a:t>Note use of</a:t>
            </a:r>
          </a:p>
          <a:p>
            <a:pPr lvl="1" eaLnBrk="1" hangingPunct="1"/>
            <a:r>
              <a:rPr lang="en-US" altLang="en-US"/>
              <a:t>Private instance variables</a:t>
            </a:r>
          </a:p>
          <a:p>
            <a:pPr lvl="1" eaLnBrk="1" hangingPunct="1"/>
            <a:r>
              <a:rPr lang="en-US" altLang="en-US"/>
              <a:t>Methods to set values</a:t>
            </a:r>
          </a:p>
          <a:p>
            <a:pPr lvl="1" eaLnBrk="1" hangingPunct="1"/>
            <a:r>
              <a:rPr lang="en-US" altLang="en-US"/>
              <a:t>Methods for doing arithmetic operations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6CEF5375-EC56-F65A-FBF0-4FBB6A4E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99D719C8-BB9E-08E5-4687-DB208C112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demo program</a:t>
            </a:r>
            <a:r>
              <a:rPr lang="en-US" altLang="en-US"/>
              <a:t>, listing 6.17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MoneyDemo</a:t>
            </a:r>
          </a:p>
        </p:txBody>
      </p:sp>
      <p:pic>
        <p:nvPicPr>
          <p:cNvPr id="45060" name="Picture 3">
            <a:extLst>
              <a:ext uri="{FF2B5EF4-FFF2-40B4-BE49-F238E27FC236}">
                <a16:creationId xmlns:a16="http://schemas.microsoft.com/office/drawing/2014/main" id="{EB54D5B8-0583-77A7-F296-B08F99B33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75" y="3030538"/>
            <a:ext cx="6867525" cy="253523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 Box 7">
            <a:extLst>
              <a:ext uri="{FF2B5EF4-FFF2-40B4-BE49-F238E27FC236}">
                <a16:creationId xmlns:a16="http://schemas.microsoft.com/office/drawing/2014/main" id="{ABD28A99-48C3-8C91-5676-DFF07666B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4821238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4A17B8FE-2733-E234-1966-AA0951C2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Hiding Revisited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7710A6F6-E059-E2F5-F7E9-4BE1A5BCA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Privacy Leaks</a:t>
            </a:r>
          </a:p>
          <a:p>
            <a:pPr eaLnBrk="1" hangingPunct="1"/>
            <a:r>
              <a:rPr lang="en-US" altLang="en-US" sz="2800"/>
              <a:t>Instance variable of a class type contain address where that object is stored</a:t>
            </a:r>
          </a:p>
          <a:p>
            <a:pPr eaLnBrk="1" hangingPunct="1"/>
            <a:r>
              <a:rPr lang="en-US" altLang="en-US" sz="2800"/>
              <a:t>Assignment of class variables results in two variables pointing to same object</a:t>
            </a:r>
          </a:p>
          <a:p>
            <a:pPr lvl="1" eaLnBrk="1" hangingPunct="1"/>
            <a:r>
              <a:rPr lang="en-US" altLang="en-US" sz="2400"/>
              <a:t>Use of method to change </a:t>
            </a:r>
            <a:r>
              <a:rPr lang="en-US" altLang="en-US" sz="2400" i="1"/>
              <a:t>either</a:t>
            </a:r>
            <a:r>
              <a:rPr lang="en-US" altLang="en-US" sz="2400"/>
              <a:t> variable, changes the actual object itself</a:t>
            </a:r>
          </a:p>
          <a:p>
            <a:pPr eaLnBrk="1" hangingPunct="1"/>
            <a:r>
              <a:rPr lang="en-US" altLang="en-US" sz="2800"/>
              <a:t>View </a:t>
            </a:r>
            <a:r>
              <a:rPr lang="en-US" altLang="en-US" sz="2800">
                <a:hlinkClick r:id="rId2" action="ppaction://hlinkfile"/>
              </a:rPr>
              <a:t>insecure class</a:t>
            </a:r>
            <a:r>
              <a:rPr lang="en-US" altLang="en-US" sz="2800"/>
              <a:t>, listing 6.18</a:t>
            </a:r>
            <a:br>
              <a:rPr lang="en-US" altLang="en-US" sz="2800"/>
            </a:b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petPair</a:t>
            </a:r>
            <a:endParaRPr lang="en-US" alt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35A0B595-191A-FE4E-5181-331F8B91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Hiding Revisited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4601ED8F-5E44-1A68-D645-418B5618F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88" y="15113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</a:t>
            </a:r>
            <a:br>
              <a:rPr lang="en-US" altLang="en-US">
                <a:hlinkClick r:id="rId2" action="ppaction://hlinkfile"/>
              </a:rPr>
            </a:br>
            <a:r>
              <a:rPr lang="en-US" altLang="en-US">
                <a:hlinkClick r:id="rId2" action="ppaction://hlinkfile"/>
              </a:rPr>
              <a:t>program</a:t>
            </a:r>
            <a:r>
              <a:rPr lang="en-US" altLang="en-US"/>
              <a:t>, </a:t>
            </a:r>
            <a:br>
              <a:rPr lang="en-US" altLang="en-US"/>
            </a:br>
            <a:r>
              <a:rPr lang="en-US" altLang="en-US"/>
              <a:t>listing 6.19</a:t>
            </a:r>
            <a:br>
              <a:rPr lang="en-US" altLang="en-US"/>
            </a:b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class Hacker</a:t>
            </a:r>
          </a:p>
        </p:txBody>
      </p:sp>
      <p:pic>
        <p:nvPicPr>
          <p:cNvPr id="47108" name="Picture 3">
            <a:extLst>
              <a:ext uri="{FF2B5EF4-FFF2-40B4-BE49-F238E27FC236}">
                <a16:creationId xmlns:a16="http://schemas.microsoft.com/office/drawing/2014/main" id="{1F513D83-8C60-F39E-11CF-13F819144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327150"/>
            <a:ext cx="3133725" cy="4879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4">
            <a:extLst>
              <a:ext uri="{FF2B5EF4-FFF2-40B4-BE49-F238E27FC236}">
                <a16:creationId xmlns:a16="http://schemas.microsoft.com/office/drawing/2014/main" id="{418BBB21-59A7-A9F7-4111-CB625935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3873500"/>
            <a:ext cx="2057400" cy="76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 Box 7">
            <a:extLst>
              <a:ext uri="{FF2B5EF4-FFF2-40B4-BE49-F238E27FC236}">
                <a16:creationId xmlns:a16="http://schemas.microsoft.com/office/drawing/2014/main" id="{28103B0E-5AD8-2FE1-C795-352FD972C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6738" y="191611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CCC77131-4539-0D2F-66AB-E3B47C06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Enumeration as a Class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11D0F808-E49F-BFE2-C1E7-23AE80D6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Consider defining an enumeration for </a:t>
            </a:r>
            <a:br>
              <a:rPr lang="en-US" altLang="en-US"/>
            </a:br>
            <a:r>
              <a:rPr lang="en-US" altLang="en-US"/>
              <a:t>suits of cards</a:t>
            </a:r>
            <a:br>
              <a:rPr lang="en-US" altLang="en-US"/>
            </a:b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enum Suit {CLUBS, DIAMONDS, HEARTS, SPADES}</a:t>
            </a:r>
          </a:p>
          <a:p>
            <a:pPr eaLnBrk="1" hangingPunct="1"/>
            <a:r>
              <a:rPr lang="en-US" altLang="en-US"/>
              <a:t>Compiler creates a class with methods</a:t>
            </a:r>
          </a:p>
          <a:p>
            <a:pPr lvl="1" eaLnBrk="1" hangingPunct="1"/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equals</a:t>
            </a:r>
          </a:p>
          <a:p>
            <a:pPr lvl="1" eaLnBrk="1" hangingPunct="1"/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compareTo</a:t>
            </a:r>
          </a:p>
          <a:p>
            <a:pPr lvl="1" eaLnBrk="1" hangingPunct="1"/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ordinal</a:t>
            </a:r>
          </a:p>
          <a:p>
            <a:pPr lvl="1" eaLnBrk="1" hangingPunct="1"/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toString</a:t>
            </a:r>
          </a:p>
          <a:p>
            <a:pPr lvl="1" eaLnBrk="1" hangingPunct="1"/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valueOf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170F2F8-1198-E4B0-2B79-A900C241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Enumeration as a Class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95096D05-23B7-5D26-13C1-D5CDCACCA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88" y="2079625"/>
            <a:ext cx="8050212" cy="4046538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enhanced enumeration</a:t>
            </a:r>
            <a:r>
              <a:rPr lang="en-US" altLang="en-US"/>
              <a:t>, listing 6.20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enum Suit</a:t>
            </a:r>
            <a:endParaRPr lang="en-US" altLang="en-US" sz="2400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Note </a:t>
            </a:r>
          </a:p>
          <a:p>
            <a:pPr lvl="1" eaLnBrk="1" hangingPunct="1"/>
            <a:r>
              <a:rPr lang="en-US" altLang="en-US"/>
              <a:t>Instance variables</a:t>
            </a:r>
          </a:p>
          <a:p>
            <a:pPr lvl="1" eaLnBrk="1" hangingPunct="1"/>
            <a:r>
              <a:rPr lang="en-US" altLang="en-US"/>
              <a:t>Additional methods</a:t>
            </a:r>
          </a:p>
          <a:p>
            <a:pPr lvl="1" eaLnBrk="1" hangingPunct="1"/>
            <a:r>
              <a:rPr lang="en-US" altLang="en-US"/>
              <a:t>Constructor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AB58ECB7-E35D-40ED-80EF-E8B5D6A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Packages: Outline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45858A34-9746-83E4-436F-1C21AF38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787525"/>
            <a:ext cx="7086600" cy="4338638"/>
          </a:xfrm>
        </p:spPr>
        <p:txBody>
          <a:bodyPr/>
          <a:lstStyle/>
          <a:p>
            <a:pPr eaLnBrk="1" hangingPunct="1"/>
            <a:r>
              <a:rPr lang="en-US" altLang="en-US"/>
              <a:t>Packages and Importing</a:t>
            </a:r>
          </a:p>
          <a:p>
            <a:pPr eaLnBrk="1" hangingPunct="1"/>
            <a:r>
              <a:rPr lang="en-US" altLang="en-US"/>
              <a:t>Package Names and Directories</a:t>
            </a:r>
          </a:p>
          <a:p>
            <a:pPr eaLnBrk="1" hangingPunct="1"/>
            <a:r>
              <a:rPr lang="en-US" altLang="en-US"/>
              <a:t>Name Clashes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C7610664-1B52-2F2F-5EF3-F97F65C4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Packages and Importing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AD355CC5-8C0C-2BF9-0C24-FE84054FD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 package is a collection of classes grouped together into a folder</a:t>
            </a:r>
          </a:p>
          <a:p>
            <a:pPr eaLnBrk="1" hangingPunct="1"/>
            <a:r>
              <a:rPr lang="en-US" altLang="en-US" sz="2800"/>
              <a:t>Name of folder is name of package</a:t>
            </a:r>
          </a:p>
          <a:p>
            <a:pPr eaLnBrk="1" hangingPunct="1"/>
            <a:r>
              <a:rPr lang="en-US" altLang="en-US" sz="2800"/>
              <a:t>Each class</a:t>
            </a:r>
          </a:p>
          <a:p>
            <a:pPr lvl="1" eaLnBrk="1" hangingPunct="1"/>
            <a:r>
              <a:rPr lang="en-US" altLang="en-US" sz="2400"/>
              <a:t>Placed in a separate file</a:t>
            </a:r>
          </a:p>
          <a:p>
            <a:pPr lvl="1" eaLnBrk="1" hangingPunct="1"/>
            <a:r>
              <a:rPr lang="en-US" altLang="en-US" sz="2400"/>
              <a:t>Has this line at the beginning of the file</a:t>
            </a:r>
            <a:br>
              <a:rPr lang="en-US" altLang="en-US" sz="2400"/>
            </a:br>
            <a:r>
              <a:rPr lang="en-US" altLang="en-US" sz="2400"/>
              <a:t>package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Package_Name;</a:t>
            </a:r>
          </a:p>
          <a:p>
            <a:pPr eaLnBrk="1" hangingPunct="1"/>
            <a:r>
              <a:rPr lang="en-US" altLang="en-US" sz="2800"/>
              <a:t>Classes use packages by use of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import</a:t>
            </a:r>
            <a:r>
              <a:rPr lang="en-US" altLang="en-US" sz="2800"/>
              <a:t> statement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EDF6D9A1-8EFE-67D6-3E53-D3BE4671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Package Names and Directories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F297D17D-2CB2-115E-49D1-1CC2A716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Package name tells compiler path name for directory containing classes of package</a:t>
            </a:r>
          </a:p>
          <a:p>
            <a:pPr eaLnBrk="1" hangingPunct="1"/>
            <a:r>
              <a:rPr lang="en-US" altLang="en-US"/>
              <a:t>Search for package begins in class path base directory</a:t>
            </a:r>
          </a:p>
          <a:p>
            <a:pPr lvl="1" eaLnBrk="1" hangingPunct="1"/>
            <a:r>
              <a:rPr lang="en-US" altLang="en-US"/>
              <a:t>Package name uses dots in place of / or \</a:t>
            </a:r>
          </a:p>
          <a:p>
            <a:pPr eaLnBrk="1" hangingPunct="1"/>
            <a:r>
              <a:rPr lang="en-US" altLang="en-US"/>
              <a:t>Name of package uses relative path name starting from any directory in class path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176C7537-35A4-3DAE-975F-CE6FE001A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60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Package Names and Directories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087968E1-9EC3-B8BE-05DF-C8D2979B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6.5 A package name</a:t>
            </a:r>
          </a:p>
        </p:txBody>
      </p:sp>
      <p:pic>
        <p:nvPicPr>
          <p:cNvPr id="53252" name="Picture 6">
            <a:extLst>
              <a:ext uri="{FF2B5EF4-FFF2-40B4-BE49-F238E27FC236}">
                <a16:creationId xmlns:a16="http://schemas.microsoft.com/office/drawing/2014/main" id="{9F26D970-707A-E79F-6733-F5AFAE48E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378075"/>
            <a:ext cx="5241925" cy="3775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652F9607-B0C7-527A-6438-31AA1840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Name Clashes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B2FE8784-77DA-484F-A3EA-2573AFE09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Packages help in dealing with name clashes</a:t>
            </a:r>
          </a:p>
          <a:p>
            <a:pPr lvl="1" eaLnBrk="1" hangingPunct="1"/>
            <a:r>
              <a:rPr lang="en-US" altLang="en-US"/>
              <a:t>When two classes have same name</a:t>
            </a:r>
          </a:p>
          <a:p>
            <a:pPr eaLnBrk="1" hangingPunct="1"/>
            <a:r>
              <a:rPr lang="en-US" altLang="en-US"/>
              <a:t>Different programmers may give same name to two classes</a:t>
            </a:r>
          </a:p>
          <a:p>
            <a:pPr lvl="1" eaLnBrk="1" hangingPunct="1"/>
            <a:r>
              <a:rPr lang="en-US" altLang="en-US"/>
              <a:t>Ambiguity resolved by using the package name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196B8177-76CA-088C-DCF3-8F901D5D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Supplement: Outline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52A5D0D2-3DCC-BDD2-BBA1-D606B50FE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Adding buttons</a:t>
            </a:r>
          </a:p>
          <a:p>
            <a:pPr eaLnBrk="1" hangingPunct="1"/>
            <a:r>
              <a:rPr lang="en-US" altLang="en-US" sz="2800"/>
              <a:t>Adding button images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E98E1785-36A0-92B8-6C5B-89219A8A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Buttons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98F02F6B-0F87-1E8B-953A-936455586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Create object of type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Button</a:t>
            </a:r>
          </a:p>
          <a:p>
            <a:pPr lvl="1" eaLnBrk="1" hangingPunct="1"/>
            <a:r>
              <a:rPr lang="en-US" altLang="en-US"/>
              <a:t>Then add to the scene</a:t>
            </a:r>
          </a:p>
          <a:p>
            <a:pPr eaLnBrk="1" hangingPunct="1"/>
            <a:r>
              <a:rPr lang="en-US" altLang="en-US"/>
              <a:t>Buttons don’t do anything yet when clicked, this is covered in the  chapter 8</a:t>
            </a:r>
            <a:endParaRPr lang="en-US" alt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5FF5D937-71AC-7DBE-96EC-5027BFB11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Buttons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3D1D3D0-E0F0-72C4-78E8-4177936D5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 Output</a:t>
            </a:r>
          </a:p>
        </p:txBody>
      </p:sp>
      <p:sp>
        <p:nvSpPr>
          <p:cNvPr id="57348" name="Text Box 7">
            <a:extLst>
              <a:ext uri="{FF2B5EF4-FFF2-40B4-BE49-F238E27FC236}">
                <a16:creationId xmlns:a16="http://schemas.microsoft.com/office/drawing/2014/main" id="{2E858883-E251-3F6D-4D3D-F21C0E03D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388" y="4625975"/>
            <a:ext cx="3395662" cy="101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If the user clicks either of these buttons, nothing happens.</a:t>
            </a:r>
          </a:p>
        </p:txBody>
      </p:sp>
      <p:pic>
        <p:nvPicPr>
          <p:cNvPr id="57349" name="Picture 7">
            <a:extLst>
              <a:ext uri="{FF2B5EF4-FFF2-40B4-BE49-F238E27FC236}">
                <a16:creationId xmlns:a16="http://schemas.microsoft.com/office/drawing/2014/main" id="{5566801E-6EFD-D654-1D62-D1BE8315A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088" y="2487613"/>
            <a:ext cx="4383087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D8980638-3A53-4462-00F1-8670CE44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Images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F04BF5D7-8C69-3DEE-F6B8-A1A7501B4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An image is a picture</a:t>
            </a:r>
          </a:p>
          <a:p>
            <a:pPr eaLnBrk="1" hangingPunct="1">
              <a:defRPr/>
            </a:pPr>
            <a:r>
              <a:rPr lang="en-US" altLang="en-US" dirty="0"/>
              <a:t>Can load an image stored in standard formats by creating an </a:t>
            </a:r>
            <a:r>
              <a:rPr lang="en-US" altLang="en-US" b="1" dirty="0">
                <a:solidFill>
                  <a:schemeClr val="accent2"/>
                </a:solidFill>
                <a:latin typeface="Courier New" panose="02070309020205020404" pitchFamily="49" charset="0"/>
              </a:rPr>
              <a:t>Image</a:t>
            </a:r>
            <a:r>
              <a:rPr lang="en-US" altLang="en-US" dirty="0"/>
              <a:t> object and sending in the pathname to the file</a:t>
            </a:r>
          </a:p>
          <a:p>
            <a:pPr marL="3429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/>
              <a:t>	</a:t>
            </a:r>
            <a:r>
              <a:rPr lang="en-US" altLang="en-US" b="1" dirty="0">
                <a:solidFill>
                  <a:schemeClr val="accent2"/>
                </a:solidFill>
                <a:latin typeface="Courier New" panose="02070309020205020404" pitchFamily="49" charset="0"/>
              </a:rPr>
              <a:t>Image </a:t>
            </a:r>
            <a:r>
              <a:rPr lang="en-US" altLang="en-US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img</a:t>
            </a:r>
            <a:r>
              <a:rPr lang="en-US" altLang="en-US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new Image(“pathname-to-image-file“);</a:t>
            </a:r>
            <a:endParaRPr lang="en-US" altLang="en-US" sz="21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altLang="en-US" dirty="0"/>
              <a:t>Image can be added to other components, such as a button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/>
              <a:t>	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btn.setGraphic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(new 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ImageView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img</a:t>
            </a:r>
            <a:r>
              <a:rPr lang="en-US" altLang="en-US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));</a:t>
            </a:r>
            <a:endParaRPr lang="en-US" altLang="en-US" sz="28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D08143F-7617-6886-E1D9-7B3556D9F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Button Image Demo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B32E0B69-1872-A258-84F5-1E46C8B3B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button image demo</a:t>
            </a:r>
            <a:r>
              <a:rPr lang="en-US" altLang="en-US"/>
              <a:t>, listing 6.22</a:t>
            </a:r>
            <a:br>
              <a:rPr lang="en-US" altLang="en-US"/>
            </a:b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IconDemo</a:t>
            </a:r>
            <a:endParaRPr lang="en-US" alt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/>
              <a:t>Note</a:t>
            </a:r>
          </a:p>
          <a:p>
            <a:pPr lvl="1" eaLnBrk="1" hangingPunct="1"/>
            <a:r>
              <a:rPr lang="en-US" altLang="en-US"/>
              <a:t>Creation of image</a:t>
            </a:r>
          </a:p>
          <a:p>
            <a:pPr lvl="1" eaLnBrk="1" hangingPunct="1"/>
            <a:r>
              <a:rPr lang="en-US" altLang="en-US"/>
              <a:t>Attaching </a:t>
            </a:r>
            <a:br>
              <a:rPr lang="en-US" altLang="en-US"/>
            </a:br>
            <a:r>
              <a:rPr lang="en-US" altLang="en-US"/>
              <a:t>image to button</a:t>
            </a:r>
          </a:p>
        </p:txBody>
      </p:sp>
      <p:sp>
        <p:nvSpPr>
          <p:cNvPr id="59396" name="Text Box 7">
            <a:extLst>
              <a:ext uri="{FF2B5EF4-FFF2-40B4-BE49-F238E27FC236}">
                <a16:creationId xmlns:a16="http://schemas.microsoft.com/office/drawing/2014/main" id="{68ED88FE-2E84-5BAA-1133-BBBF478E5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238" y="507682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F1661F3A-5B11-64D1-51EB-E4576AFF0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006725"/>
            <a:ext cx="4605338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E2369C3F-3F83-F104-E77F-3C1C6383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C5F7FF08-62CA-0B36-61DB-AEF9790F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 method creates, initializes object of a class</a:t>
            </a:r>
          </a:p>
          <a:p>
            <a:pPr eaLnBrk="1" hangingPunct="1"/>
            <a:r>
              <a:rPr lang="en-US" altLang="en-US"/>
              <a:t>Default constructor has no parameters</a:t>
            </a:r>
          </a:p>
          <a:p>
            <a:pPr eaLnBrk="1" hangingPunct="1"/>
            <a:r>
              <a:rPr lang="en-US" altLang="en-US"/>
              <a:t>Within a constructor use this as name for another constructor in same class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static</a:t>
            </a:r>
            <a:r>
              <a:rPr lang="en-US" altLang="en-US"/>
              <a:t> variable shared by all objects of the class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96CC96C7-A697-D60C-83E9-417737CA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25173124-33A4-8980-ABEC-300245D03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Primitive type has wrapper class to allow treatment as an object</a:t>
            </a:r>
          </a:p>
          <a:p>
            <a:pPr eaLnBrk="1" hangingPunct="1"/>
            <a:r>
              <a:rPr lang="en-US" altLang="en-US"/>
              <a:t>Java performs automatic type cast between primitive type and object of wrapper class as needed</a:t>
            </a:r>
          </a:p>
          <a:p>
            <a:pPr eaLnBrk="1" hangingPunct="1"/>
            <a:r>
              <a:rPr lang="en-US" altLang="en-US"/>
              <a:t>Divide method tasks into subtasks</a:t>
            </a:r>
          </a:p>
          <a:p>
            <a:pPr eaLnBrk="1" hangingPunct="1"/>
            <a:r>
              <a:rPr lang="en-US" altLang="en-US"/>
              <a:t>Test all methods individually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36EA876C-DA49-B2AD-E422-0F4DD4E4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5A66D0E9-A22E-8FF0-B32D-5C776AF7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with same name, different signatures are overloaded methods</a:t>
            </a:r>
          </a:p>
          <a:p>
            <a:pPr eaLnBrk="1" hangingPunct="1"/>
            <a:r>
              <a:rPr lang="en-US" altLang="en-US"/>
              <a:t>An enumeration is a class – can have instance variables, constructors, methods</a:t>
            </a:r>
          </a:p>
          <a:p>
            <a:pPr eaLnBrk="1" hangingPunct="1"/>
            <a:r>
              <a:rPr lang="en-US" altLang="en-US"/>
              <a:t>A package of class definitions grouped together in same folder, contain a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package</a:t>
            </a:r>
            <a:r>
              <a:rPr lang="en-US" altLang="en-US"/>
              <a:t> statement at beginning of each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1579</TotalTime>
  <Words>4120</Words>
  <Application>Microsoft Macintosh PowerPoint</Application>
  <PresentationFormat>On-screen Show (4:3)</PresentationFormat>
  <Paragraphs>1136</Paragraphs>
  <Slides>122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8" baseType="lpstr">
      <vt:lpstr>Arial</vt:lpstr>
      <vt:lpstr>Calibri</vt:lpstr>
      <vt:lpstr>Calibri Light</vt:lpstr>
      <vt:lpstr>Courier New</vt:lpstr>
      <vt:lpstr>Wingdings</vt:lpstr>
      <vt:lpstr>Office Theme</vt:lpstr>
      <vt:lpstr>More About Objects and Methods</vt:lpstr>
      <vt:lpstr>Objectives</vt:lpstr>
      <vt:lpstr>Objectives</vt:lpstr>
      <vt:lpstr>Constructors: Outline</vt:lpstr>
      <vt:lpstr>Defining Constructors</vt:lpstr>
      <vt:lpstr>PowerPoint Presentation</vt:lpstr>
      <vt:lpstr>PowerPoint Presentation</vt:lpstr>
      <vt:lpstr>PowerPoint Presentation</vt:lpstr>
      <vt:lpstr>PowerPoint Presentation</vt:lpstr>
      <vt:lpstr>Defining Constructors</vt:lpstr>
      <vt:lpstr>TESTING THE PET CLASS</vt:lpstr>
      <vt:lpstr>Defining Constructors</vt:lpstr>
      <vt:lpstr>Defining Constructors</vt:lpstr>
      <vt:lpstr>Defining Constructors</vt:lpstr>
      <vt:lpstr>Defining Constructors</vt:lpstr>
      <vt:lpstr>ANOTHER EXAMPLE</vt:lpstr>
      <vt:lpstr>Calling Methods from Other Constructors</vt:lpstr>
      <vt:lpstr>Calling Constructor from Other Constructors</vt:lpstr>
      <vt:lpstr>Calling Constructor from Other Constructors</vt:lpstr>
      <vt:lpstr>Static Variables &amp; Methods: Outline</vt:lpstr>
      <vt:lpstr>Static Variables</vt:lpstr>
      <vt:lpstr>Static Variables</vt:lpstr>
      <vt:lpstr>Static Methods</vt:lpstr>
      <vt:lpstr>PowerPoint Presentation</vt:lpstr>
      <vt:lpstr>PowerPoint Presentation</vt:lpstr>
      <vt:lpstr>Static Methods</vt:lpstr>
      <vt:lpstr>Mixing Static and Nonstatic Methods</vt:lpstr>
      <vt:lpstr>Adding main Method to a class</vt:lpstr>
      <vt:lpstr>Tasks of main in Subtasks</vt:lpstr>
      <vt:lpstr>Adding Method main to a Class</vt:lpstr>
      <vt:lpstr>The Math Class</vt:lpstr>
      <vt:lpstr>The Math Class</vt:lpstr>
      <vt:lpstr>Random Numbers</vt:lpstr>
      <vt:lpstr>Wrapper Classes</vt:lpstr>
      <vt:lpstr>Wrapper Classes</vt:lpstr>
      <vt:lpstr>Wrapper Classes</vt:lpstr>
      <vt:lpstr>Wrapper Classes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Case-2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Case-3</vt:lpstr>
      <vt:lpstr>Case-3 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Passing Method Parameters</vt:lpstr>
      <vt:lpstr>Writing Methods: Outline</vt:lpstr>
      <vt:lpstr>Formatting Output</vt:lpstr>
      <vt:lpstr>Formatting Output</vt:lpstr>
      <vt:lpstr>Formatting Output</vt:lpstr>
      <vt:lpstr>Formatting Output</vt:lpstr>
      <vt:lpstr>Decomposition</vt:lpstr>
      <vt:lpstr>Addressing Compiler Concerns</vt:lpstr>
      <vt:lpstr>Testing Methods</vt:lpstr>
      <vt:lpstr>Overloading: Outline</vt:lpstr>
      <vt:lpstr>Overloading Basics</vt:lpstr>
      <vt:lpstr>Overloading Basics</vt:lpstr>
      <vt:lpstr>Overloading and Type Conversion</vt:lpstr>
      <vt:lpstr>Overloading and Return Type</vt:lpstr>
      <vt:lpstr>Programming Example</vt:lpstr>
      <vt:lpstr>Programming Example</vt:lpstr>
      <vt:lpstr>Information Hiding Revisited</vt:lpstr>
      <vt:lpstr>Information Hiding Revisited</vt:lpstr>
      <vt:lpstr>Enumeration as a Class</vt:lpstr>
      <vt:lpstr>Enumeration as a Class</vt:lpstr>
      <vt:lpstr>Packages: Outline</vt:lpstr>
      <vt:lpstr>Packages and Importing</vt:lpstr>
      <vt:lpstr>Package Names and Directories</vt:lpstr>
      <vt:lpstr>Package Names and Directories</vt:lpstr>
      <vt:lpstr>Name Clashes</vt:lpstr>
      <vt:lpstr>Graphics Supplement: Outline</vt:lpstr>
      <vt:lpstr>Adding Buttons</vt:lpstr>
      <vt:lpstr>Adding Buttons</vt:lpstr>
      <vt:lpstr>Adding Images</vt:lpstr>
      <vt:lpstr>Button Image Demo</vt:lpstr>
      <vt:lpstr>Summary</vt:lpstr>
      <vt:lpstr>Summary</vt:lpstr>
      <vt:lpstr>Summary</vt:lpstr>
    </vt:vector>
  </TitlesOfParts>
  <Company>LeTourneau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About Objects and Methods</dc:title>
  <dc:creator>SteveArmstrong</dc:creator>
  <cp:lastModifiedBy>Muhammad Asaduzzaman</cp:lastModifiedBy>
  <cp:revision>129</cp:revision>
  <dcterms:created xsi:type="dcterms:W3CDTF">2007-10-02T16:21:33Z</dcterms:created>
  <dcterms:modified xsi:type="dcterms:W3CDTF">2025-05-28T14:11:53Z</dcterms:modified>
</cp:coreProperties>
</file>