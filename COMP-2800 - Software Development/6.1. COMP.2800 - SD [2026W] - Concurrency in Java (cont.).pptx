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2.jpg" ContentType="image/jpg"/>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 id="2147483679" r:id="rId3"/>
    <p:sldMasterId id="2147483699" r:id="rId4"/>
  </p:sldMasterIdLst>
  <p:notesMasterIdLst>
    <p:notesMasterId r:id="rId60"/>
  </p:notesMasterIdLst>
  <p:sldIdLst>
    <p:sldId id="440" r:id="rId5"/>
    <p:sldId id="256" r:id="rId6"/>
    <p:sldId id="3394" r:id="rId7"/>
    <p:sldId id="257" r:id="rId8"/>
    <p:sldId id="1793" r:id="rId9"/>
    <p:sldId id="3395" r:id="rId10"/>
    <p:sldId id="3466" r:id="rId11"/>
    <p:sldId id="3467" r:id="rId12"/>
    <p:sldId id="3468" r:id="rId13"/>
    <p:sldId id="3465" r:id="rId14"/>
    <p:sldId id="259" r:id="rId15"/>
    <p:sldId id="3469" r:id="rId16"/>
    <p:sldId id="262" r:id="rId17"/>
    <p:sldId id="258" r:id="rId18"/>
    <p:sldId id="3470" r:id="rId19"/>
    <p:sldId id="260" r:id="rId20"/>
    <p:sldId id="264" r:id="rId21"/>
    <p:sldId id="265" r:id="rId22"/>
    <p:sldId id="3471" r:id="rId23"/>
    <p:sldId id="3472" r:id="rId24"/>
    <p:sldId id="261" r:id="rId25"/>
    <p:sldId id="266" r:id="rId26"/>
    <p:sldId id="267" r:id="rId27"/>
    <p:sldId id="268" r:id="rId28"/>
    <p:sldId id="269" r:id="rId29"/>
    <p:sldId id="270" r:id="rId30"/>
    <p:sldId id="271" r:id="rId31"/>
    <p:sldId id="3473" r:id="rId32"/>
    <p:sldId id="263" r:id="rId33"/>
    <p:sldId id="272" r:id="rId34"/>
    <p:sldId id="3474" r:id="rId35"/>
    <p:sldId id="276" r:id="rId36"/>
    <p:sldId id="273" r:id="rId37"/>
    <p:sldId id="274" r:id="rId38"/>
    <p:sldId id="3475" r:id="rId39"/>
    <p:sldId id="278" r:id="rId40"/>
    <p:sldId id="279" r:id="rId41"/>
    <p:sldId id="277" r:id="rId42"/>
    <p:sldId id="280" r:id="rId43"/>
    <p:sldId id="281" r:id="rId44"/>
    <p:sldId id="282" r:id="rId45"/>
    <p:sldId id="283" r:id="rId46"/>
    <p:sldId id="284" r:id="rId47"/>
    <p:sldId id="3476" r:id="rId48"/>
    <p:sldId id="285" r:id="rId49"/>
    <p:sldId id="286" r:id="rId50"/>
    <p:sldId id="3478" r:id="rId51"/>
    <p:sldId id="3477" r:id="rId52"/>
    <p:sldId id="287" r:id="rId53"/>
    <p:sldId id="288" r:id="rId54"/>
    <p:sldId id="3461" r:id="rId55"/>
    <p:sldId id="3462" r:id="rId56"/>
    <p:sldId id="3463" r:id="rId57"/>
    <p:sldId id="323" r:id="rId58"/>
    <p:sldId id="441" r:id="rId59"/>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81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723E652C-B732-495A-8116-8600E12626A9}" type="datetimeFigureOut">
              <a:rPr lang="en-CA" smtClean="0"/>
              <a:t>2026-02-09</a:t>
            </a:fld>
            <a:endParaRPr lang="en-CA"/>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4603DAC4-D42D-41F4-BCAE-6C6E7591D56D}" type="slidenum">
              <a:rPr lang="en-CA" smtClean="0"/>
              <a:t>‹#›</a:t>
            </a:fld>
            <a:endParaRPr lang="en-CA"/>
          </a:p>
        </p:txBody>
      </p:sp>
    </p:spTree>
    <p:extLst>
      <p:ext uri="{BB962C8B-B14F-4D97-AF65-F5344CB8AC3E}">
        <p14:creationId xmlns:p14="http://schemas.microsoft.com/office/powerpoint/2010/main" val="3426848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85A15C-93E2-F040-B9B5-7FEEF9327D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576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Introduce Swing as Java’s primary desktop GUI framework. Emphasize relevance to second-year students building real applications.</a:t>
            </a:r>
          </a:p>
          <a:p>
            <a:endParaRPr lang="en-CA" dirty="0"/>
          </a:p>
        </p:txBody>
      </p:sp>
    </p:spTree>
    <p:extLst>
      <p:ext uri="{BB962C8B-B14F-4D97-AF65-F5344CB8AC3E}">
        <p14:creationId xmlns:p14="http://schemas.microsoft.com/office/powerpoint/2010/main" val="3955621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en.wikipedia.org</a:t>
            </a:r>
            <a:r>
              <a:rPr lang="en-US" dirty="0"/>
              <a:t>/wiki/Thread_(computing)</a:t>
            </a:r>
          </a:p>
        </p:txBody>
      </p:sp>
      <p:sp>
        <p:nvSpPr>
          <p:cNvPr id="4" name="Slide Number Placeholder 3"/>
          <p:cNvSpPr>
            <a:spLocks noGrp="1"/>
          </p:cNvSpPr>
          <p:nvPr>
            <p:ph type="sldNum" sz="quarter" idx="5"/>
          </p:nvPr>
        </p:nvSpPr>
        <p:spPr/>
        <p:txBody>
          <a:bodyPr/>
          <a:lstStyle/>
          <a:p>
            <a:fld id="{CC22C6B7-66B7-A14C-A9C3-45783C93D33C}" type="slidenum">
              <a:rPr lang="en-US" smtClean="0"/>
              <a:t>16</a:t>
            </a:fld>
            <a:endParaRPr lang="en-US"/>
          </a:p>
        </p:txBody>
      </p:sp>
    </p:spTree>
    <p:extLst>
      <p:ext uri="{BB962C8B-B14F-4D97-AF65-F5344CB8AC3E}">
        <p14:creationId xmlns:p14="http://schemas.microsoft.com/office/powerpoint/2010/main" val="2798693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Shot 2024-02-07 at 12.16.15 </a:t>
            </a:r>
            <a:r>
              <a:rPr lang="en-US" dirty="0" err="1"/>
              <a:t>PM.png</a:t>
            </a:r>
            <a:endParaRPr lang="en-US" dirty="0"/>
          </a:p>
        </p:txBody>
      </p:sp>
      <p:sp>
        <p:nvSpPr>
          <p:cNvPr id="4" name="Slide Number Placeholder 3"/>
          <p:cNvSpPr>
            <a:spLocks noGrp="1"/>
          </p:cNvSpPr>
          <p:nvPr>
            <p:ph type="sldNum" sz="quarter" idx="5"/>
          </p:nvPr>
        </p:nvSpPr>
        <p:spPr/>
        <p:txBody>
          <a:bodyPr/>
          <a:lstStyle/>
          <a:p>
            <a:fld id="{CC22C6B7-66B7-A14C-A9C3-45783C93D33C}" type="slidenum">
              <a:rPr lang="en-US" smtClean="0"/>
              <a:t>18</a:t>
            </a:fld>
            <a:endParaRPr lang="en-US"/>
          </a:p>
        </p:txBody>
      </p:sp>
    </p:spTree>
    <p:extLst>
      <p:ext uri="{BB962C8B-B14F-4D97-AF65-F5344CB8AC3E}">
        <p14:creationId xmlns:p14="http://schemas.microsoft.com/office/powerpoint/2010/main" val="778480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22C6B7-66B7-A14C-A9C3-45783C93D33C}" type="slidenum">
              <a:rPr lang="en-US" smtClean="0"/>
              <a:t>22</a:t>
            </a:fld>
            <a:endParaRPr lang="en-US"/>
          </a:p>
        </p:txBody>
      </p:sp>
    </p:spTree>
    <p:extLst>
      <p:ext uri="{BB962C8B-B14F-4D97-AF65-F5344CB8AC3E}">
        <p14:creationId xmlns:p14="http://schemas.microsoft.com/office/powerpoint/2010/main" val="3634003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1A206-5ED2-E7CD-CF33-789AF2B1A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541C35-FC55-862D-ABA4-AF9E58660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ADEC69-E7A1-0754-202D-B4037384463B}"/>
              </a:ext>
            </a:extLst>
          </p:cNvPr>
          <p:cNvSpPr>
            <a:spLocks noGrp="1"/>
          </p:cNvSpPr>
          <p:nvPr>
            <p:ph type="body" idx="1"/>
          </p:nvPr>
        </p:nvSpPr>
        <p:spPr/>
        <p:txBody>
          <a:bodyPr/>
          <a:lstStyle/>
          <a:p>
            <a:r>
              <a:rPr lang="en-US" dirty="0"/>
              <a:t>A runnable thread may or may not actually be running. It is up to the operating system to give the thread time to run. The Java speciﬁcation does not call this a separate state, though. A running thread is still in the runnable state.</a:t>
            </a:r>
          </a:p>
          <a:p>
            <a:endParaRPr lang="en-US" dirty="0"/>
          </a:p>
          <a:p>
            <a:r>
              <a:rPr lang="en-US" dirty="0"/>
              <a:t>Once a thread is running, it doesn’t necessarily keep running. In fact, it is desirable that running threads occasionally pause so that other threads have a chance to run. The details of thread scheduling depend on the services that the operating system provides. Preemptive scheduling systems give each runnable thread a slice of time to perform its task. When that slice of time is exhausted, the operating system preempts the thread and gives another thread an opportunity to work</a:t>
            </a:r>
          </a:p>
        </p:txBody>
      </p:sp>
      <p:sp>
        <p:nvSpPr>
          <p:cNvPr id="4" name="Slide Number Placeholder 3">
            <a:extLst>
              <a:ext uri="{FF2B5EF4-FFF2-40B4-BE49-F238E27FC236}">
                <a16:creationId xmlns:a16="http://schemas.microsoft.com/office/drawing/2014/main" id="{2912C1ED-A2BC-04AB-0364-2F15F46DD3EA}"/>
              </a:ext>
            </a:extLst>
          </p:cNvPr>
          <p:cNvSpPr>
            <a:spLocks noGrp="1"/>
          </p:cNvSpPr>
          <p:nvPr>
            <p:ph type="sldNum" sz="quarter" idx="5"/>
          </p:nvPr>
        </p:nvSpPr>
        <p:spPr/>
        <p:txBody>
          <a:bodyPr/>
          <a:lstStyle/>
          <a:p>
            <a:fld id="{CC22C6B7-66B7-A14C-A9C3-45783C93D33C}" type="slidenum">
              <a:rPr lang="en-US" smtClean="0"/>
              <a:t>23</a:t>
            </a:fld>
            <a:endParaRPr lang="en-US"/>
          </a:p>
        </p:txBody>
      </p:sp>
    </p:spTree>
    <p:extLst>
      <p:ext uri="{BB962C8B-B14F-4D97-AF65-F5344CB8AC3E}">
        <p14:creationId xmlns:p14="http://schemas.microsoft.com/office/powerpoint/2010/main" val="4145864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49D80-D396-5C74-A1C7-7A3C21BBFF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6A3B45-77D4-B179-13B4-435C11F33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5A5B50-C564-C4F6-CF1A-953A03CB35CA}"/>
              </a:ext>
            </a:extLst>
          </p:cNvPr>
          <p:cNvSpPr>
            <a:spLocks noGrp="1"/>
          </p:cNvSpPr>
          <p:nvPr>
            <p:ph type="body" idx="1"/>
          </p:nvPr>
        </p:nvSpPr>
        <p:spPr/>
        <p:txBody>
          <a:bodyPr/>
          <a:lstStyle/>
          <a:p>
            <a:r>
              <a:rPr lang="en-US" dirty="0"/>
              <a:t>Sometimes a runnable thread transitions to the waiting state while it waits for another thread to perform a task. A waiting thread transitions back to the runnable state only when another thread notifies it to continue executing.</a:t>
            </a:r>
          </a:p>
        </p:txBody>
      </p:sp>
      <p:sp>
        <p:nvSpPr>
          <p:cNvPr id="4" name="Slide Number Placeholder 3">
            <a:extLst>
              <a:ext uri="{FF2B5EF4-FFF2-40B4-BE49-F238E27FC236}">
                <a16:creationId xmlns:a16="http://schemas.microsoft.com/office/drawing/2014/main" id="{A4A7AD4B-0A50-ACC0-1616-B242F430AE34}"/>
              </a:ext>
            </a:extLst>
          </p:cNvPr>
          <p:cNvSpPr>
            <a:spLocks noGrp="1"/>
          </p:cNvSpPr>
          <p:nvPr>
            <p:ph type="sldNum" sz="quarter" idx="5"/>
          </p:nvPr>
        </p:nvSpPr>
        <p:spPr/>
        <p:txBody>
          <a:bodyPr/>
          <a:lstStyle/>
          <a:p>
            <a:fld id="{CC22C6B7-66B7-A14C-A9C3-45783C93D33C}" type="slidenum">
              <a:rPr lang="en-US" smtClean="0"/>
              <a:t>24</a:t>
            </a:fld>
            <a:endParaRPr lang="en-US"/>
          </a:p>
        </p:txBody>
      </p:sp>
    </p:spTree>
    <p:extLst>
      <p:ext uri="{BB962C8B-B14F-4D97-AF65-F5344CB8AC3E}">
        <p14:creationId xmlns:p14="http://schemas.microsoft.com/office/powerpoint/2010/main" val="33546163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9DF83-4147-6843-9090-61EE36E088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DBFAB0-134C-2443-C35F-CE1A20D214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531C5-93DB-998A-74AD-62C3F7378B3E}"/>
              </a:ext>
            </a:extLst>
          </p:cNvPr>
          <p:cNvSpPr>
            <a:spLocks noGrp="1"/>
          </p:cNvSpPr>
          <p:nvPr>
            <p:ph type="body" idx="1"/>
          </p:nvPr>
        </p:nvSpPr>
        <p:spPr/>
        <p:txBody>
          <a:bodyPr/>
          <a:lstStyle/>
          <a:p>
            <a:r>
              <a:rPr lang="en-US" dirty="0"/>
              <a:t>Sometimes a runnable thread transitions to the waiting state while it waits for another thread to perform a task. A waiting thread transitions back to the runnable state only when another thread notifies it to continue executing.</a:t>
            </a:r>
          </a:p>
        </p:txBody>
      </p:sp>
      <p:sp>
        <p:nvSpPr>
          <p:cNvPr id="4" name="Slide Number Placeholder 3">
            <a:extLst>
              <a:ext uri="{FF2B5EF4-FFF2-40B4-BE49-F238E27FC236}">
                <a16:creationId xmlns:a16="http://schemas.microsoft.com/office/drawing/2014/main" id="{D7D23205-2780-1B0D-0517-5FBDEBA84E96}"/>
              </a:ext>
            </a:extLst>
          </p:cNvPr>
          <p:cNvSpPr>
            <a:spLocks noGrp="1"/>
          </p:cNvSpPr>
          <p:nvPr>
            <p:ph type="sldNum" sz="quarter" idx="5"/>
          </p:nvPr>
        </p:nvSpPr>
        <p:spPr/>
        <p:txBody>
          <a:bodyPr/>
          <a:lstStyle/>
          <a:p>
            <a:fld id="{CC22C6B7-66B7-A14C-A9C3-45783C93D33C}" type="slidenum">
              <a:rPr lang="en-US" smtClean="0"/>
              <a:t>25</a:t>
            </a:fld>
            <a:endParaRPr lang="en-US"/>
          </a:p>
        </p:txBody>
      </p:sp>
    </p:spTree>
    <p:extLst>
      <p:ext uri="{BB962C8B-B14F-4D97-AF65-F5344CB8AC3E}">
        <p14:creationId xmlns:p14="http://schemas.microsoft.com/office/powerpoint/2010/main" val="3028241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DE93C-D01B-BEE6-C282-A7CE1B4F2E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CCAE1A-54A9-B147-F4EF-875BC4E2B5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6E7102-2C99-72ED-B8F9-791D079A55C9}"/>
              </a:ext>
            </a:extLst>
          </p:cNvPr>
          <p:cNvSpPr>
            <a:spLocks noGrp="1"/>
          </p:cNvSpPr>
          <p:nvPr>
            <p:ph type="body" idx="1"/>
          </p:nvPr>
        </p:nvSpPr>
        <p:spPr/>
        <p:txBody>
          <a:bodyPr/>
          <a:lstStyle/>
          <a:p>
            <a:r>
              <a:rPr lang="en-US" dirty="0"/>
              <a:t>Example: I/O tasks</a:t>
            </a:r>
          </a:p>
        </p:txBody>
      </p:sp>
      <p:sp>
        <p:nvSpPr>
          <p:cNvPr id="4" name="Slide Number Placeholder 3">
            <a:extLst>
              <a:ext uri="{FF2B5EF4-FFF2-40B4-BE49-F238E27FC236}">
                <a16:creationId xmlns:a16="http://schemas.microsoft.com/office/drawing/2014/main" id="{EECDDF76-59F2-7ADA-AFFF-34960A1CA4C0}"/>
              </a:ext>
            </a:extLst>
          </p:cNvPr>
          <p:cNvSpPr>
            <a:spLocks noGrp="1"/>
          </p:cNvSpPr>
          <p:nvPr>
            <p:ph type="sldNum" sz="quarter" idx="5"/>
          </p:nvPr>
        </p:nvSpPr>
        <p:spPr/>
        <p:txBody>
          <a:bodyPr/>
          <a:lstStyle/>
          <a:p>
            <a:fld id="{CC22C6B7-66B7-A14C-A9C3-45783C93D33C}" type="slidenum">
              <a:rPr lang="en-US" smtClean="0"/>
              <a:t>26</a:t>
            </a:fld>
            <a:endParaRPr lang="en-US"/>
          </a:p>
        </p:txBody>
      </p:sp>
    </p:spTree>
    <p:extLst>
      <p:ext uri="{BB962C8B-B14F-4D97-AF65-F5344CB8AC3E}">
        <p14:creationId xmlns:p14="http://schemas.microsoft.com/office/powerpoint/2010/main" val="351814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0EAB0-4AE9-27E7-5729-FD1A294815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78E79F-67FE-ACC2-F35F-FFF6346E5E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94FA0F-4255-B045-5F4A-D242CAE89A81}"/>
              </a:ext>
            </a:extLst>
          </p:cNvPr>
          <p:cNvSpPr>
            <a:spLocks noGrp="1"/>
          </p:cNvSpPr>
          <p:nvPr>
            <p:ph type="body" idx="1"/>
          </p:nvPr>
        </p:nvSpPr>
        <p:spPr/>
        <p:txBody>
          <a:bodyPr/>
          <a:lstStyle/>
          <a:p>
            <a:r>
              <a:rPr lang="en-US" dirty="0"/>
              <a:t>Example: I/O tasks</a:t>
            </a:r>
          </a:p>
        </p:txBody>
      </p:sp>
      <p:sp>
        <p:nvSpPr>
          <p:cNvPr id="4" name="Slide Number Placeholder 3">
            <a:extLst>
              <a:ext uri="{FF2B5EF4-FFF2-40B4-BE49-F238E27FC236}">
                <a16:creationId xmlns:a16="http://schemas.microsoft.com/office/drawing/2014/main" id="{DF6DC54B-2464-61CB-8DF7-DEA7393A8F03}"/>
              </a:ext>
            </a:extLst>
          </p:cNvPr>
          <p:cNvSpPr>
            <a:spLocks noGrp="1"/>
          </p:cNvSpPr>
          <p:nvPr>
            <p:ph type="sldNum" sz="quarter" idx="5"/>
          </p:nvPr>
        </p:nvSpPr>
        <p:spPr/>
        <p:txBody>
          <a:bodyPr/>
          <a:lstStyle/>
          <a:p>
            <a:fld id="{CC22C6B7-66B7-A14C-A9C3-45783C93D33C}" type="slidenum">
              <a:rPr lang="en-US" smtClean="0"/>
              <a:t>27</a:t>
            </a:fld>
            <a:endParaRPr lang="en-US"/>
          </a:p>
        </p:txBody>
      </p:sp>
    </p:spTree>
    <p:extLst>
      <p:ext uri="{BB962C8B-B14F-4D97-AF65-F5344CB8AC3E}">
        <p14:creationId xmlns:p14="http://schemas.microsoft.com/office/powerpoint/2010/main" val="677578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virtual machine relies on the thread implementation of the host platform, the Java thread priorities are mapped to the priority levels of the host platform, which may have more or fewer thread priority levels.</a:t>
            </a:r>
          </a:p>
          <a:p>
            <a:endParaRPr lang="en-US" dirty="0"/>
          </a:p>
          <a:p>
            <a:r>
              <a:rPr lang="en-US" dirty="0"/>
              <a:t>For example, Windows has seven priority levels. Some of the Java priorities will map to the same operating system level. In the Oracle JVM for Linux, thread priorities are ignored altogether—all threads have the same priority.</a:t>
            </a:r>
          </a:p>
        </p:txBody>
      </p:sp>
      <p:sp>
        <p:nvSpPr>
          <p:cNvPr id="4" name="Slide Number Placeholder 3"/>
          <p:cNvSpPr>
            <a:spLocks noGrp="1"/>
          </p:cNvSpPr>
          <p:nvPr>
            <p:ph type="sldNum" sz="quarter" idx="5"/>
          </p:nvPr>
        </p:nvSpPr>
        <p:spPr/>
        <p:txBody>
          <a:bodyPr/>
          <a:lstStyle/>
          <a:p>
            <a:fld id="{CC22C6B7-66B7-A14C-A9C3-45783C93D33C}" type="slidenum">
              <a:rPr lang="en-US" smtClean="0"/>
              <a:t>29</a:t>
            </a:fld>
            <a:endParaRPr lang="en-US"/>
          </a:p>
        </p:txBody>
      </p:sp>
    </p:spTree>
    <p:extLst>
      <p:ext uri="{BB962C8B-B14F-4D97-AF65-F5344CB8AC3E}">
        <p14:creationId xmlns:p14="http://schemas.microsoft.com/office/powerpoint/2010/main" val="4007091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1B1D9-C216-33F9-FD62-2FE4EFAEC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5CF0D7-4BFB-42D7-D820-5144DDE5C6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4B7D8E-0AD5-7652-F6A4-82EE009705CB}"/>
              </a:ext>
            </a:extLst>
          </p:cNvPr>
          <p:cNvSpPr>
            <a:spLocks noGrp="1"/>
          </p:cNvSpPr>
          <p:nvPr>
            <p:ph type="body" idx="1"/>
          </p:nvPr>
        </p:nvSpPr>
        <p:spPr/>
        <p:txBody>
          <a:bodyPr/>
          <a:lstStyle/>
          <a:p>
            <a:r>
              <a:rPr lang="en-US" dirty="0"/>
              <a:t>When the virtual machine relies on the thread implementation of the host platform, the Java thread priorities are mapped to the priority levels of the host platform, which may have more or fewer thread priority levels.</a:t>
            </a:r>
          </a:p>
          <a:p>
            <a:endParaRPr lang="en-US" dirty="0"/>
          </a:p>
          <a:p>
            <a:r>
              <a:rPr lang="en-US" dirty="0"/>
              <a:t>For example, Windows has seven priority levels. Some of the Java priorities will map to the same operating system level. In the Oracle JVM for Linux, thread priorities are ignored altogether—all threads have the same priority.</a:t>
            </a:r>
          </a:p>
        </p:txBody>
      </p:sp>
      <p:sp>
        <p:nvSpPr>
          <p:cNvPr id="4" name="Slide Number Placeholder 3">
            <a:extLst>
              <a:ext uri="{FF2B5EF4-FFF2-40B4-BE49-F238E27FC236}">
                <a16:creationId xmlns:a16="http://schemas.microsoft.com/office/drawing/2014/main" id="{9F58FD76-3668-F7E5-CDAB-929C5F6CD466}"/>
              </a:ext>
            </a:extLst>
          </p:cNvPr>
          <p:cNvSpPr>
            <a:spLocks noGrp="1"/>
          </p:cNvSpPr>
          <p:nvPr>
            <p:ph type="sldNum" sz="quarter" idx="5"/>
          </p:nvPr>
        </p:nvSpPr>
        <p:spPr/>
        <p:txBody>
          <a:bodyPr/>
          <a:lstStyle/>
          <a:p>
            <a:fld id="{CC22C6B7-66B7-A14C-A9C3-45783C93D33C}" type="slidenum">
              <a:rPr lang="en-US" smtClean="0"/>
              <a:t>30</a:t>
            </a:fld>
            <a:endParaRPr lang="en-US"/>
          </a:p>
        </p:txBody>
      </p:sp>
    </p:spTree>
    <p:extLst>
      <p:ext uri="{BB962C8B-B14F-4D97-AF65-F5344CB8AC3E}">
        <p14:creationId xmlns:p14="http://schemas.microsoft.com/office/powerpoint/2010/main" val="14679245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9FC64-83CB-FE1C-3955-73BBD6CE7D0A}"/>
            </a:ext>
          </a:extLst>
        </p:cNvPr>
        <p:cNvGrpSpPr/>
        <p:nvPr/>
      </p:nvGrpSpPr>
      <p:grpSpPr>
        <a:xfrm>
          <a:off x="0" y="0"/>
          <a:ext cx="0" cy="0"/>
          <a:chOff x="0" y="0"/>
          <a:chExt cx="0" cy="0"/>
        </a:xfrm>
      </p:grpSpPr>
      <p:sp>
        <p:nvSpPr>
          <p:cNvPr id="131073" name="Rectangle 7">
            <a:extLst>
              <a:ext uri="{FF2B5EF4-FFF2-40B4-BE49-F238E27FC236}">
                <a16:creationId xmlns:a16="http://schemas.microsoft.com/office/drawing/2014/main" id="{91F742B9-6ADA-201E-BBDE-59BBF234226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pitchFamily="2" charset="0"/>
                <a:ea typeface="ＭＳ Ｐゴシック" panose="020B0600070205080204" pitchFamily="34" charset="-128"/>
              </a:defRPr>
            </a:lvl1pPr>
            <a:lvl2pPr marL="742950" indent="-285750">
              <a:defRPr sz="2400" b="1">
                <a:solidFill>
                  <a:schemeClr val="tx1"/>
                </a:solidFill>
                <a:latin typeface="Times" pitchFamily="2" charset="0"/>
                <a:ea typeface="ＭＳ Ｐゴシック" panose="020B0600070205080204" pitchFamily="34" charset="-128"/>
              </a:defRPr>
            </a:lvl2pPr>
            <a:lvl3pPr marL="1143000" indent="-228600">
              <a:defRPr sz="2400" b="1">
                <a:solidFill>
                  <a:schemeClr val="tx1"/>
                </a:solidFill>
                <a:latin typeface="Times" pitchFamily="2" charset="0"/>
                <a:ea typeface="ＭＳ Ｐゴシック" panose="020B0600070205080204" pitchFamily="34" charset="-128"/>
              </a:defRPr>
            </a:lvl3pPr>
            <a:lvl4pPr marL="1600200" indent="-228600">
              <a:defRPr sz="2400" b="1">
                <a:solidFill>
                  <a:schemeClr val="tx1"/>
                </a:solidFill>
                <a:latin typeface="Times" pitchFamily="2" charset="0"/>
                <a:ea typeface="ＭＳ Ｐゴシック" panose="020B0600070205080204" pitchFamily="34" charset="-128"/>
              </a:defRPr>
            </a:lvl4pPr>
            <a:lvl5pPr marL="2057400" indent="-228600">
              <a:defRPr sz="2400" b="1">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pitchFamily="2" charset="0"/>
                <a:ea typeface="ＭＳ Ｐゴシック" panose="020B0600070205080204" pitchFamily="34" charset="-128"/>
              </a:defRPr>
            </a:lvl9pPr>
          </a:lstStyle>
          <a:p>
            <a:pPr marL="0" marR="0" lvl="0" indent="0" algn="r" defTabSz="914400" eaLnBrk="1" fontAlgn="auto" latinLnBrk="0" hangingPunct="1">
              <a:lnSpc>
                <a:spcPct val="100000"/>
              </a:lnSpc>
              <a:spcBef>
                <a:spcPts val="0"/>
              </a:spcBef>
              <a:spcAft>
                <a:spcPts val="0"/>
              </a:spcAft>
              <a:buClrTx/>
              <a:buSzTx/>
              <a:buFontTx/>
              <a:buNone/>
              <a:tabLst/>
              <a:defRPr/>
            </a:pPr>
            <a:fld id="{94883D9F-7874-974F-8141-013FBBAF184E}" type="slidenum">
              <a:rPr kumimoji="0" lang="en-US" altLang="en-US" sz="1200" b="0" i="0" u="none" strike="noStrike" kern="0" cap="none" spc="0" normalizeH="0" baseline="0" noProof="0" smtClean="0">
                <a:ln>
                  <a:noFill/>
                </a:ln>
                <a:solidFill>
                  <a:prstClr val="black"/>
                </a:solidFill>
                <a:effectLst/>
                <a:uLnTx/>
                <a:uFillTx/>
                <a:latin typeface="Times" pitchFamily="2" charset="0"/>
                <a:ea typeface="ＭＳ Ｐゴシック" panose="020B0600070205080204" pitchFamily="34" charset="-128"/>
              </a:rPr>
              <a:pPr marL="0" marR="0" lvl="0" indent="0" algn="r" defTabSz="914400" eaLnBrk="1" fontAlgn="auto" latinLnBrk="0" hangingPunct="1">
                <a:lnSpc>
                  <a:spcPct val="100000"/>
                </a:lnSpc>
                <a:spcBef>
                  <a:spcPts val="0"/>
                </a:spcBef>
                <a:spcAft>
                  <a:spcPts val="0"/>
                </a:spcAft>
                <a:buClrTx/>
                <a:buSzTx/>
                <a:buFontTx/>
                <a:buNone/>
                <a:tabLst/>
                <a:defRPr/>
              </a:pPr>
              <a:t>53</a:t>
            </a:fld>
            <a:endParaRPr kumimoji="0" lang="en-US" altLang="en-US" sz="1200" b="0" i="0" u="none" strike="noStrike" kern="0" cap="none" spc="0" normalizeH="0" baseline="0" noProof="0">
              <a:ln>
                <a:noFill/>
              </a:ln>
              <a:solidFill>
                <a:prstClr val="black"/>
              </a:solidFill>
              <a:effectLst/>
              <a:uLnTx/>
              <a:uFillTx/>
              <a:latin typeface="Times" pitchFamily="2" charset="0"/>
              <a:ea typeface="ＭＳ Ｐゴシック" panose="020B0600070205080204" pitchFamily="34" charset="-128"/>
            </a:endParaRPr>
          </a:p>
        </p:txBody>
      </p:sp>
      <p:sp>
        <p:nvSpPr>
          <p:cNvPr id="131074" name="Rectangle 2">
            <a:extLst>
              <a:ext uri="{FF2B5EF4-FFF2-40B4-BE49-F238E27FC236}">
                <a16:creationId xmlns:a16="http://schemas.microsoft.com/office/drawing/2014/main" id="{0A4B1640-4767-537A-DB26-3F71DC847E86}"/>
              </a:ext>
            </a:extLst>
          </p:cNvPr>
          <p:cNvSpPr>
            <a:spLocks noGrp="1" noRot="1" noChangeAspect="1" noChangeArrowheads="1" noTextEdit="1"/>
          </p:cNvSpPr>
          <p:nvPr>
            <p:ph type="sldImg"/>
          </p:nvPr>
        </p:nvSpPr>
        <p:spPr>
          <a:xfrm>
            <a:off x="381000" y="685800"/>
            <a:ext cx="6096000" cy="3429000"/>
          </a:xfrm>
          <a:ln/>
        </p:spPr>
      </p:sp>
      <p:sp>
        <p:nvSpPr>
          <p:cNvPr id="393219" name="Rectangle 3">
            <a:extLst>
              <a:ext uri="{FF2B5EF4-FFF2-40B4-BE49-F238E27FC236}">
                <a16:creationId xmlns:a16="http://schemas.microsoft.com/office/drawing/2014/main" id="{CCF80339-CEBC-C88A-CBFC-F7C5BED44EE2}"/>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501530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493257" y="460070"/>
            <a:ext cx="7301484" cy="757555"/>
          </a:xfrm>
          <a:prstGeom prst="rect">
            <a:avLst/>
          </a:prstGeom>
        </p:spPr>
        <p:txBody>
          <a:bodyPr wrap="square" lIns="0" tIns="0" rIns="0" bIns="0">
            <a:spAutoFit/>
          </a:bodyPr>
          <a:lstStyle>
            <a:lvl1pPr>
              <a:defRPr sz="4800" b="1" i="0">
                <a:solidFill>
                  <a:srgbClr val="153952"/>
                </a:solidFill>
                <a:latin typeface="Tahoma"/>
                <a:cs typeface="Tahoma"/>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b="0" i="0">
                <a:solidFill>
                  <a:schemeClr val="tx1"/>
                </a:solidFill>
              </a:defRPr>
            </a:lvl1pPr>
          </a:lstStyle>
          <a:p>
            <a:endParaRPr/>
          </a:p>
        </p:txBody>
      </p:sp>
      <p:sp>
        <p:nvSpPr>
          <p:cNvPr id="4" name="Slide Number Placeholder 3">
            <a:extLst>
              <a:ext uri="{FF2B5EF4-FFF2-40B4-BE49-F238E27FC236}">
                <a16:creationId xmlns:a16="http://schemas.microsoft.com/office/drawing/2014/main" id="{93E91C7E-F2CB-A633-F607-0EE7EA62BCD7}"/>
              </a:ext>
            </a:extLst>
          </p:cNvPr>
          <p:cNvSpPr txBox="1">
            <a:spLocks/>
          </p:cNvSpPr>
          <p:nvPr userDrawn="1"/>
        </p:nvSpPr>
        <p:spPr>
          <a:xfrm>
            <a:off x="146957" y="9512758"/>
            <a:ext cx="595313" cy="367052"/>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fld id="{DEF3F5F5-7776-394F-A41F-3BAFC9CC9F8E}" type="slidenum">
              <a:rPr kumimoji="0" lang="en-US" sz="15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ctr" defTabSz="1371600" rtl="0" eaLnBrk="1" fontAlgn="auto" latinLnBrk="0" hangingPunct="1">
                <a:lnSpc>
                  <a:spcPct val="100000"/>
                </a:lnSpc>
                <a:spcBef>
                  <a:spcPts val="0"/>
                </a:spcBef>
                <a:spcAft>
                  <a:spcPts val="0"/>
                </a:spcAft>
                <a:buClrTx/>
                <a:buSzTx/>
                <a:buFontTx/>
                <a:buNone/>
                <a:tabLst/>
                <a:defRPr/>
              </a:pPr>
              <a:t>‹#›</a:t>
            </a:fld>
            <a:endParaRPr kumimoji="0" lang="en-US" sz="15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153952"/>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Slide Number Placeholder 3">
            <a:extLst>
              <a:ext uri="{FF2B5EF4-FFF2-40B4-BE49-F238E27FC236}">
                <a16:creationId xmlns:a16="http://schemas.microsoft.com/office/drawing/2014/main" id="{C2D47B51-884C-A46C-92B8-635042B72CF3}"/>
              </a:ext>
            </a:extLst>
          </p:cNvPr>
          <p:cNvSpPr txBox="1">
            <a:spLocks/>
          </p:cNvSpPr>
          <p:nvPr userDrawn="1"/>
        </p:nvSpPr>
        <p:spPr>
          <a:xfrm>
            <a:off x="146957" y="9512758"/>
            <a:ext cx="595313" cy="367052"/>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fld id="{DEF3F5F5-7776-394F-A41F-3BAFC9CC9F8E}" type="slidenum">
              <a:rPr kumimoji="0" lang="en-US" sz="15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ctr" defTabSz="1371600" rtl="0" eaLnBrk="1" fontAlgn="auto" latinLnBrk="0" hangingPunct="1">
                <a:lnSpc>
                  <a:spcPct val="100000"/>
                </a:lnSpc>
                <a:spcBef>
                  <a:spcPts val="0"/>
                </a:spcBef>
                <a:spcAft>
                  <a:spcPts val="0"/>
                </a:spcAft>
                <a:buClrTx/>
                <a:buSzTx/>
                <a:buFontTx/>
                <a:buNone/>
                <a:tabLst/>
                <a:defRPr/>
              </a:pPr>
              <a:t>‹#›</a:t>
            </a:fld>
            <a:endParaRPr kumimoji="0" lang="en-US" sz="15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153952"/>
                </a:solidFill>
                <a:latin typeface="Tahoma"/>
                <a:cs typeface="Tahoma"/>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Slide Number Placeholder 3">
            <a:extLst>
              <a:ext uri="{FF2B5EF4-FFF2-40B4-BE49-F238E27FC236}">
                <a16:creationId xmlns:a16="http://schemas.microsoft.com/office/drawing/2014/main" id="{3BA081C0-490A-08D6-0F39-0A5601C56194}"/>
              </a:ext>
            </a:extLst>
          </p:cNvPr>
          <p:cNvSpPr txBox="1">
            <a:spLocks/>
          </p:cNvSpPr>
          <p:nvPr userDrawn="1"/>
        </p:nvSpPr>
        <p:spPr>
          <a:xfrm>
            <a:off x="146957" y="9512758"/>
            <a:ext cx="595313" cy="367052"/>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fld id="{DEF3F5F5-7776-394F-A41F-3BAFC9CC9F8E}" type="slidenum">
              <a:rPr kumimoji="0" lang="en-US" sz="15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ctr" defTabSz="1371600" rtl="0" eaLnBrk="1" fontAlgn="auto" latinLnBrk="0" hangingPunct="1">
                <a:lnSpc>
                  <a:spcPct val="100000"/>
                </a:lnSpc>
                <a:spcBef>
                  <a:spcPts val="0"/>
                </a:spcBef>
                <a:spcAft>
                  <a:spcPts val="0"/>
                </a:spcAft>
                <a:buClrTx/>
                <a:buSzTx/>
                <a:buFontTx/>
                <a:buNone/>
                <a:tabLst/>
                <a:defRPr/>
              </a:pPr>
              <a:t>‹#›</a:t>
            </a:fld>
            <a:endParaRPr kumimoji="0" lang="en-US" sz="15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8000" cy="10286997"/>
          </a:xfrm>
          <a:prstGeom prst="rect">
            <a:avLst/>
          </a:prstGeom>
        </p:spPr>
      </p:pic>
      <p:sp>
        <p:nvSpPr>
          <p:cNvPr id="2" name="Holder 2"/>
          <p:cNvSpPr>
            <a:spLocks noGrp="1"/>
          </p:cNvSpPr>
          <p:nvPr>
            <p:ph type="title"/>
          </p:nvPr>
        </p:nvSpPr>
        <p:spPr/>
        <p:txBody>
          <a:bodyPr lIns="0" tIns="0" rIns="0" bIns="0"/>
          <a:lstStyle>
            <a:lvl1pPr>
              <a:defRPr sz="4800" b="1" i="0">
                <a:solidFill>
                  <a:srgbClr val="153952"/>
                </a:solidFill>
                <a:latin typeface="Tahoma"/>
                <a:cs typeface="Tahoma"/>
              </a:defRPr>
            </a:lvl1pPr>
          </a:lstStyle>
          <a:p>
            <a:endParaRPr/>
          </a:p>
        </p:txBody>
      </p:sp>
      <p:sp>
        <p:nvSpPr>
          <p:cNvPr id="7" name="Text Placeholder 8">
            <a:extLst>
              <a:ext uri="{FF2B5EF4-FFF2-40B4-BE49-F238E27FC236}">
                <a16:creationId xmlns:a16="http://schemas.microsoft.com/office/drawing/2014/main" id="{25D3937F-6A36-CDD2-DC05-474ACA0D94AA}"/>
              </a:ext>
            </a:extLst>
          </p:cNvPr>
          <p:cNvSpPr txBox="1">
            <a:spLocks/>
          </p:cNvSpPr>
          <p:nvPr userDrawn="1"/>
        </p:nvSpPr>
        <p:spPr>
          <a:xfrm>
            <a:off x="16478250" y="10081260"/>
            <a:ext cx="1790700" cy="205740"/>
          </a:xfrm>
          <a:prstGeom prst="rect">
            <a:avLst/>
          </a:prstGeom>
        </p:spPr>
        <p:txBody>
          <a:bodyPr/>
          <a:lstStyle>
            <a:lvl1pPr marL="0">
              <a:defRPr sz="1000">
                <a:solidFill>
                  <a:schemeClr val="bg1">
                    <a:lumMod val="65000"/>
                  </a:schemeClr>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CA" spc="-135" dirty="0"/>
              <a:t>©</a:t>
            </a:r>
            <a:r>
              <a:rPr lang="en-CA" spc="-15" dirty="0"/>
              <a:t> </a:t>
            </a:r>
            <a:r>
              <a:rPr lang="en-CA" dirty="0"/>
              <a:t>2026 – Dr. Andreas Maniatis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FC9F79AD-E09B-D7B9-0650-8E2DBE632341}"/>
              </a:ext>
            </a:extLst>
          </p:cNvPr>
          <p:cNvSpPr txBox="1">
            <a:spLocks/>
          </p:cNvSpPr>
          <p:nvPr userDrawn="1"/>
        </p:nvSpPr>
        <p:spPr>
          <a:xfrm>
            <a:off x="146957" y="9512758"/>
            <a:ext cx="595313" cy="367052"/>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fld id="{DEF3F5F5-7776-394F-A41F-3BAFC9CC9F8E}" type="slidenum">
              <a:rPr kumimoji="0" lang="en-US" sz="15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ctr" defTabSz="1371600" rtl="0" eaLnBrk="1" fontAlgn="auto" latinLnBrk="0" hangingPunct="1">
                <a:lnSpc>
                  <a:spcPct val="100000"/>
                </a:lnSpc>
                <a:spcBef>
                  <a:spcPts val="0"/>
                </a:spcBef>
                <a:spcAft>
                  <a:spcPts val="0"/>
                </a:spcAft>
                <a:buClrTx/>
                <a:buSzTx/>
                <a:buFontTx/>
                <a:buNone/>
                <a:tabLst/>
                <a:defRPr/>
              </a:pPr>
              <a:t>‹#›</a:t>
            </a:fld>
            <a:endParaRPr kumimoji="0" lang="en-US" sz="15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F7E94-BE02-9A45-9062-1449FB0E45C6}"/>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a:extLst>
              <a:ext uri="{FF2B5EF4-FFF2-40B4-BE49-F238E27FC236}">
                <a16:creationId xmlns:a16="http://schemas.microsoft.com/office/drawing/2014/main" id="{46650E84-FCA6-BF46-947F-0E37FDBD2030}"/>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a:extLst>
              <a:ext uri="{FF2B5EF4-FFF2-40B4-BE49-F238E27FC236}">
                <a16:creationId xmlns:a16="http://schemas.microsoft.com/office/drawing/2014/main" id="{5B9436B4-1720-2548-BCE3-CC2568995FDB}"/>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5" name="Footer Placeholder 4">
            <a:extLst>
              <a:ext uri="{FF2B5EF4-FFF2-40B4-BE49-F238E27FC236}">
                <a16:creationId xmlns:a16="http://schemas.microsoft.com/office/drawing/2014/main" id="{CB98079D-0BF4-CD44-B92A-489A2C415B4C}"/>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3D7B34F-B4A6-AC47-A86D-866C0E2385F7}"/>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1772840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9D7BE-8467-FA47-BC87-BEEAECA3B4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D20FF2-3FE8-1248-A4BA-F5AE9648AA3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C397C0-5CA5-F14C-AA7D-A1EE12F4403D}"/>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5" name="Footer Placeholder 4">
            <a:extLst>
              <a:ext uri="{FF2B5EF4-FFF2-40B4-BE49-F238E27FC236}">
                <a16:creationId xmlns:a16="http://schemas.microsoft.com/office/drawing/2014/main" id="{2CEC006F-A7FD-6846-A942-B3569196CF9C}"/>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1BF61AC-F887-AE4C-BD7C-AC1FDE24B836}"/>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1369282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7D49B-FD14-D446-91B5-0CC55D140B6D}"/>
              </a:ext>
            </a:extLst>
          </p:cNvPr>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a:extLst>
              <a:ext uri="{FF2B5EF4-FFF2-40B4-BE49-F238E27FC236}">
                <a16:creationId xmlns:a16="http://schemas.microsoft.com/office/drawing/2014/main" id="{156E7AB3-B6DD-9E47-BE1A-4E24B6AA5978}"/>
              </a:ext>
            </a:extLst>
          </p:cNvPr>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2E64115-4182-7A4B-A588-4C67C2305BD2}"/>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5" name="Footer Placeholder 4">
            <a:extLst>
              <a:ext uri="{FF2B5EF4-FFF2-40B4-BE49-F238E27FC236}">
                <a16:creationId xmlns:a16="http://schemas.microsoft.com/office/drawing/2014/main" id="{81B42A63-2CB1-A24E-954D-7D7D93797548}"/>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358B48E-845C-4840-95A9-377C3D3B4AD0}"/>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2155215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8C3E4-95D0-D041-BD41-2F9A8ED5E3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325F08-48C2-644B-ADE9-A7FD0DFF50E6}"/>
              </a:ext>
            </a:extLst>
          </p:cNvPr>
          <p:cNvSpPr>
            <a:spLocks noGrp="1"/>
          </p:cNvSpPr>
          <p:nvPr>
            <p:ph sz="half" idx="1"/>
          </p:nvPr>
        </p:nvSpPr>
        <p:spPr>
          <a:xfrm>
            <a:off x="1257300" y="2738438"/>
            <a:ext cx="7772400" cy="65270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81F2CF-1A8D-D440-A80C-A89DA67A6268}"/>
              </a:ext>
            </a:extLst>
          </p:cNvPr>
          <p:cNvSpPr>
            <a:spLocks noGrp="1"/>
          </p:cNvSpPr>
          <p:nvPr>
            <p:ph sz="half" idx="2"/>
          </p:nvPr>
        </p:nvSpPr>
        <p:spPr>
          <a:xfrm>
            <a:off x="9258300" y="2738438"/>
            <a:ext cx="7772400" cy="65270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C2C35B-5647-C74B-B437-00CFE688B431}"/>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6" name="Footer Placeholder 5">
            <a:extLst>
              <a:ext uri="{FF2B5EF4-FFF2-40B4-BE49-F238E27FC236}">
                <a16:creationId xmlns:a16="http://schemas.microsoft.com/office/drawing/2014/main" id="{76678282-95C5-2749-9540-97EF5B659F73}"/>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6B0FAAF-9653-E04F-94F2-4224F38BCCD8}"/>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1037156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B7240-9A7C-CF46-A50F-913546492D59}"/>
              </a:ext>
            </a:extLst>
          </p:cNvPr>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ADA3D2-A89B-9342-A622-CF0D36725DE6}"/>
              </a:ext>
            </a:extLst>
          </p:cNvPr>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Edit Master text styles</a:t>
            </a:r>
          </a:p>
        </p:txBody>
      </p:sp>
      <p:sp>
        <p:nvSpPr>
          <p:cNvPr id="4" name="Content Placeholder 3">
            <a:extLst>
              <a:ext uri="{FF2B5EF4-FFF2-40B4-BE49-F238E27FC236}">
                <a16:creationId xmlns:a16="http://schemas.microsoft.com/office/drawing/2014/main" id="{44DE86EF-5EF1-F74B-97C2-CDA3362ED23D}"/>
              </a:ext>
            </a:extLst>
          </p:cNvPr>
          <p:cNvSpPr>
            <a:spLocks noGrp="1"/>
          </p:cNvSpPr>
          <p:nvPr>
            <p:ph sz="half" idx="2"/>
          </p:nvPr>
        </p:nvSpPr>
        <p:spPr>
          <a:xfrm>
            <a:off x="1259683" y="3757613"/>
            <a:ext cx="7736681" cy="55268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3AD070-654E-214E-B651-0E16996FFFFA}"/>
              </a:ext>
            </a:extLst>
          </p:cNvPr>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Edit Master text styles</a:t>
            </a:r>
          </a:p>
        </p:txBody>
      </p:sp>
      <p:sp>
        <p:nvSpPr>
          <p:cNvPr id="6" name="Content Placeholder 5">
            <a:extLst>
              <a:ext uri="{FF2B5EF4-FFF2-40B4-BE49-F238E27FC236}">
                <a16:creationId xmlns:a16="http://schemas.microsoft.com/office/drawing/2014/main" id="{4715334D-7F3A-EA40-866D-AB3C425FECF9}"/>
              </a:ext>
            </a:extLst>
          </p:cNvPr>
          <p:cNvSpPr>
            <a:spLocks noGrp="1"/>
          </p:cNvSpPr>
          <p:nvPr>
            <p:ph sz="quarter" idx="4"/>
          </p:nvPr>
        </p:nvSpPr>
        <p:spPr>
          <a:xfrm>
            <a:off x="9258300" y="3757613"/>
            <a:ext cx="7774782" cy="55268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5691819-88AD-1E47-A20A-21A14DF14B0A}"/>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8" name="Footer Placeholder 7">
            <a:extLst>
              <a:ext uri="{FF2B5EF4-FFF2-40B4-BE49-F238E27FC236}">
                <a16:creationId xmlns:a16="http://schemas.microsoft.com/office/drawing/2014/main" id="{42E5BACE-5675-9D40-9F4F-E9921987F400}"/>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8E0F5B13-59D2-5A41-B943-5F246081004D}"/>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3048307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6E827-A917-7549-A733-3976261C2A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5DCA6C4-E35C-224C-9307-A887F1DC4141}"/>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4" name="Footer Placeholder 3">
            <a:extLst>
              <a:ext uri="{FF2B5EF4-FFF2-40B4-BE49-F238E27FC236}">
                <a16:creationId xmlns:a16="http://schemas.microsoft.com/office/drawing/2014/main" id="{FAE571E2-C2E8-4E42-8B5C-F20315D167F9}"/>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DDDED733-939E-2148-A95E-47077E5D6314}"/>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1325299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2AAF3A-3FEB-F143-A7B5-3828A3520520}"/>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3" name="Footer Placeholder 2">
            <a:extLst>
              <a:ext uri="{FF2B5EF4-FFF2-40B4-BE49-F238E27FC236}">
                <a16:creationId xmlns:a16="http://schemas.microsoft.com/office/drawing/2014/main" id="{BEBA8D13-6D31-624A-BA24-CD6B8FF10101}"/>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0F6B2883-BD7C-D844-ADA8-0B3BFA6B8353}"/>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3587005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6B88B-E4B2-8F4F-B312-99069E934F6F}"/>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a:extLst>
              <a:ext uri="{FF2B5EF4-FFF2-40B4-BE49-F238E27FC236}">
                <a16:creationId xmlns:a16="http://schemas.microsoft.com/office/drawing/2014/main" id="{21B8816F-7C9A-6941-AB5E-F714B7BB1FD2}"/>
              </a:ext>
            </a:extLst>
          </p:cNvPr>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F52E3B-1E34-C048-AC30-905D39D4E898}"/>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Edit Master text styles</a:t>
            </a:r>
          </a:p>
        </p:txBody>
      </p:sp>
      <p:sp>
        <p:nvSpPr>
          <p:cNvPr id="5" name="Date Placeholder 4">
            <a:extLst>
              <a:ext uri="{FF2B5EF4-FFF2-40B4-BE49-F238E27FC236}">
                <a16:creationId xmlns:a16="http://schemas.microsoft.com/office/drawing/2014/main" id="{D0B352D6-8B20-1E43-BD8E-08A6417721AE}"/>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6" name="Footer Placeholder 5">
            <a:extLst>
              <a:ext uri="{FF2B5EF4-FFF2-40B4-BE49-F238E27FC236}">
                <a16:creationId xmlns:a16="http://schemas.microsoft.com/office/drawing/2014/main" id="{29137D3C-9157-6A4D-B3FC-7B226ED29222}"/>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9DB182A-4BF9-5F41-A908-DFC23E64724F}"/>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269986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9A1F0-B270-7049-988F-77C6A532A91B}"/>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a:extLst>
              <a:ext uri="{FF2B5EF4-FFF2-40B4-BE49-F238E27FC236}">
                <a16:creationId xmlns:a16="http://schemas.microsoft.com/office/drawing/2014/main" id="{AD030449-C0AC-0F4D-8B00-58157086C3C8}"/>
              </a:ext>
            </a:extLst>
          </p:cNvPr>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US"/>
          </a:p>
        </p:txBody>
      </p:sp>
      <p:sp>
        <p:nvSpPr>
          <p:cNvPr id="4" name="Text Placeholder 3">
            <a:extLst>
              <a:ext uri="{FF2B5EF4-FFF2-40B4-BE49-F238E27FC236}">
                <a16:creationId xmlns:a16="http://schemas.microsoft.com/office/drawing/2014/main" id="{30489FE3-E19C-3343-8DBD-230EB8ACF5F7}"/>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Edit Master text styles</a:t>
            </a:r>
          </a:p>
        </p:txBody>
      </p:sp>
      <p:sp>
        <p:nvSpPr>
          <p:cNvPr id="5" name="Date Placeholder 4">
            <a:extLst>
              <a:ext uri="{FF2B5EF4-FFF2-40B4-BE49-F238E27FC236}">
                <a16:creationId xmlns:a16="http://schemas.microsoft.com/office/drawing/2014/main" id="{31E31E9A-72CE-7744-90AD-CBA84005AD5F}"/>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6" name="Footer Placeholder 5">
            <a:extLst>
              <a:ext uri="{FF2B5EF4-FFF2-40B4-BE49-F238E27FC236}">
                <a16:creationId xmlns:a16="http://schemas.microsoft.com/office/drawing/2014/main" id="{9EB8B379-1EF7-534A-B2FF-EA8F195410E2}"/>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761B19C-BEAD-AC49-8528-67569E0DF942}"/>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10557997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803D7-DD00-0748-8FFA-B2BC03BCA1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712826A-88C3-5743-B64C-B07D2BE58A9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33BF11-5B50-CC4B-AA5F-9AF20D6D168B}"/>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5" name="Footer Placeholder 4">
            <a:extLst>
              <a:ext uri="{FF2B5EF4-FFF2-40B4-BE49-F238E27FC236}">
                <a16:creationId xmlns:a16="http://schemas.microsoft.com/office/drawing/2014/main" id="{9D0CF8D4-EC88-134C-BC2D-702B64D31477}"/>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4415D8A-E2CA-8E43-8878-75649038BB1B}"/>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42472218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92ECA9-11B4-0F45-94F9-0FC941CF1721}"/>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3255D7-028B-5D4B-89B0-B5AD9EEF0C3F}"/>
              </a:ext>
            </a:extLst>
          </p:cNvPr>
          <p:cNvSpPr>
            <a:spLocks noGrp="1"/>
          </p:cNvSpPr>
          <p:nvPr>
            <p:ph type="body" orient="vert" idx="1"/>
          </p:nvPr>
        </p:nvSpPr>
        <p:spPr>
          <a:xfrm>
            <a:off x="1257300" y="547688"/>
            <a:ext cx="11601450" cy="871775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7B0844-2774-6245-8C90-47C68BEA8BAA}"/>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5" name="Footer Placeholder 4">
            <a:extLst>
              <a:ext uri="{FF2B5EF4-FFF2-40B4-BE49-F238E27FC236}">
                <a16:creationId xmlns:a16="http://schemas.microsoft.com/office/drawing/2014/main" id="{17E65D80-3CA0-DF4E-B0D2-D7B2532844C9}"/>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4E432B8-447B-714B-8A40-62A6716251D1}"/>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22826552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 1 column">
    <p:spTree>
      <p:nvGrpSpPr>
        <p:cNvPr id="1" name="Shape 22"/>
        <p:cNvGrpSpPr/>
        <p:nvPr/>
      </p:nvGrpSpPr>
      <p:grpSpPr>
        <a:xfrm>
          <a:off x="0" y="0"/>
          <a:ext cx="0" cy="0"/>
          <a:chOff x="0" y="0"/>
          <a:chExt cx="0" cy="0"/>
        </a:xfrm>
      </p:grpSpPr>
      <p:cxnSp>
        <p:nvCxnSpPr>
          <p:cNvPr id="23" name="Shape 23"/>
          <p:cNvCxnSpPr/>
          <p:nvPr/>
        </p:nvCxnSpPr>
        <p:spPr>
          <a:xfrm>
            <a:off x="1046162" y="-4268"/>
            <a:ext cx="0" cy="10299150"/>
          </a:xfrm>
          <a:prstGeom prst="straightConnector1">
            <a:avLst/>
          </a:prstGeom>
          <a:noFill/>
          <a:ln w="12700" cap="flat" cmpd="sng">
            <a:solidFill>
              <a:srgbClr val="660033"/>
            </a:solidFill>
            <a:prstDash val="solid"/>
            <a:round/>
            <a:headEnd type="none" w="lg" len="lg"/>
            <a:tailEnd type="none" w="lg" len="lg"/>
          </a:ln>
        </p:spPr>
      </p:cxnSp>
      <p:sp>
        <p:nvSpPr>
          <p:cNvPr id="24" name="Shape 24"/>
          <p:cNvSpPr/>
          <p:nvPr/>
        </p:nvSpPr>
        <p:spPr>
          <a:xfrm>
            <a:off x="857597" y="1129278"/>
            <a:ext cx="380400" cy="378000"/>
          </a:xfrm>
          <a:prstGeom prst="ellipse">
            <a:avLst/>
          </a:prstGeom>
          <a:solidFill>
            <a:srgbClr val="FF9933"/>
          </a:solidFill>
          <a:ln w="28575" cap="flat" cmpd="sng">
            <a:solidFill>
              <a:srgbClr val="660033"/>
            </a:solidFill>
            <a:prstDash val="solid"/>
            <a:round/>
            <a:headEnd type="none" w="med" len="med"/>
            <a:tailEnd type="none" w="med" len="med"/>
          </a:ln>
        </p:spPr>
        <p:txBody>
          <a:bodyPr lIns="137138" tIns="137138" rIns="137138" bIns="137138" anchor="ctr" anchorCtr="0">
            <a:noAutofit/>
          </a:bodyPr>
          <a:lstStyle/>
          <a:p>
            <a:pPr lvl="0">
              <a:spcBef>
                <a:spcPts val="0"/>
              </a:spcBef>
              <a:buNone/>
            </a:pPr>
            <a:endParaRPr sz="2100"/>
          </a:p>
        </p:txBody>
      </p:sp>
      <p:sp>
        <p:nvSpPr>
          <p:cNvPr id="25" name="Shape 25"/>
          <p:cNvSpPr/>
          <p:nvPr/>
        </p:nvSpPr>
        <p:spPr>
          <a:xfrm>
            <a:off x="801107" y="2527396"/>
            <a:ext cx="486000" cy="486000"/>
          </a:xfrm>
          <a:prstGeom prst="ellipse">
            <a:avLst/>
          </a:prstGeom>
          <a:solidFill>
            <a:srgbClr val="FF9933"/>
          </a:solidFill>
          <a:ln w="12700" cap="flat" cmpd="sng">
            <a:solidFill>
              <a:srgbClr val="660033"/>
            </a:solidFill>
            <a:prstDash val="solid"/>
            <a:round/>
            <a:headEnd type="none" w="med" len="med"/>
            <a:tailEnd type="none" w="med" len="med"/>
          </a:ln>
        </p:spPr>
        <p:txBody>
          <a:bodyPr lIns="137138" tIns="137138" rIns="137138" bIns="137138" anchor="ctr" anchorCtr="0">
            <a:noAutofit/>
          </a:bodyPr>
          <a:lstStyle/>
          <a:p>
            <a:pPr lvl="0">
              <a:spcBef>
                <a:spcPts val="0"/>
              </a:spcBef>
              <a:buNone/>
            </a:pPr>
            <a:endParaRPr sz="2100"/>
          </a:p>
        </p:txBody>
      </p:sp>
      <p:sp>
        <p:nvSpPr>
          <p:cNvPr id="26" name="Shape 26"/>
          <p:cNvSpPr txBox="1">
            <a:spLocks noGrp="1"/>
          </p:cNvSpPr>
          <p:nvPr>
            <p:ph type="title"/>
          </p:nvPr>
        </p:nvSpPr>
        <p:spPr>
          <a:xfrm>
            <a:off x="1743112" y="1060528"/>
            <a:ext cx="13550177" cy="594000"/>
          </a:xfrm>
          <a:prstGeom prst="rect">
            <a:avLst/>
          </a:prstGeom>
        </p:spPr>
        <p:txBody>
          <a:bodyPr lIns="91425" tIns="91425" rIns="91425" bIns="91425" anchor="ctr" anchorCtr="0">
            <a:noAutofit/>
          </a:bodyPr>
          <a:lstStyle>
            <a:lvl1pPr lvl="0" rtl="0">
              <a:spcBef>
                <a:spcPts val="0"/>
              </a:spcBef>
              <a:buClr>
                <a:srgbClr val="39C0BA"/>
              </a:buClr>
              <a:buSzPct val="100000"/>
              <a:buFont typeface="Quicksand"/>
              <a:buNone/>
              <a:defRPr sz="4800">
                <a:solidFill>
                  <a:srgbClr val="660033"/>
                </a:solidFill>
                <a:latin typeface="+mj-lt"/>
                <a:ea typeface="Quicksand"/>
                <a:cs typeface="Quicksand"/>
                <a:sym typeface="Quicksand"/>
              </a:defRPr>
            </a:lvl1pPr>
            <a:lvl2pPr lvl="1"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2pPr>
            <a:lvl3pPr lvl="2"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3pPr>
            <a:lvl4pPr lvl="3"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4pPr>
            <a:lvl5pPr lvl="4"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5pPr>
            <a:lvl6pPr lvl="5"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6pPr>
            <a:lvl7pPr lvl="6"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7pPr>
            <a:lvl8pPr lvl="7"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8pPr>
            <a:lvl9pPr lvl="8"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9pPr>
          </a:lstStyle>
          <a:p>
            <a:endParaRPr dirty="0"/>
          </a:p>
        </p:txBody>
      </p:sp>
      <p:sp>
        <p:nvSpPr>
          <p:cNvPr id="27" name="Shape 27"/>
          <p:cNvSpPr txBox="1">
            <a:spLocks noGrp="1"/>
          </p:cNvSpPr>
          <p:nvPr>
            <p:ph type="body" idx="1"/>
          </p:nvPr>
        </p:nvSpPr>
        <p:spPr>
          <a:xfrm>
            <a:off x="1743154" y="2498936"/>
            <a:ext cx="13550180" cy="6750000"/>
          </a:xfrm>
          <a:prstGeom prst="rect">
            <a:avLst/>
          </a:prstGeom>
        </p:spPr>
        <p:txBody>
          <a:bodyPr lIns="91425" tIns="91425" rIns="91425" bIns="91425" anchor="t" anchorCtr="0">
            <a:normAutofit/>
          </a:bodyPr>
          <a:lstStyle>
            <a:lvl1pPr marL="428616" lvl="0" indent="-428616" rtl="0">
              <a:spcBef>
                <a:spcPts val="900"/>
              </a:spcBef>
              <a:buClr>
                <a:schemeClr val="tx1">
                  <a:lumMod val="65000"/>
                  <a:lumOff val="35000"/>
                </a:schemeClr>
              </a:buClr>
              <a:buSzPct val="100000"/>
              <a:buFont typeface="Arial" panose="020B0604020202020204" pitchFamily="34" charset="0"/>
              <a:buChar char="•"/>
              <a:defRPr sz="3600">
                <a:solidFill>
                  <a:srgbClr val="660033"/>
                </a:solidFill>
                <a:latin typeface="+mn-lt"/>
                <a:ea typeface="Quicksand"/>
                <a:cs typeface="Quicksand"/>
                <a:sym typeface="Quicksand"/>
              </a:defRPr>
            </a:lvl1pPr>
            <a:lvl2pPr lvl="1" rtl="0">
              <a:spcBef>
                <a:spcPts val="720"/>
              </a:spcBef>
              <a:buClr>
                <a:srgbClr val="F3F3F3"/>
              </a:buClr>
              <a:buSzPct val="100000"/>
              <a:buFont typeface="Quicksand"/>
              <a:buChar char="▫"/>
              <a:defRPr sz="3600">
                <a:solidFill>
                  <a:srgbClr val="F3F3F3"/>
                </a:solidFill>
                <a:latin typeface="Quicksand"/>
                <a:ea typeface="Quicksand"/>
                <a:cs typeface="Quicksand"/>
                <a:sym typeface="Quicksand"/>
              </a:defRPr>
            </a:lvl2pPr>
            <a:lvl3pPr lvl="2" rtl="0">
              <a:spcBef>
                <a:spcPts val="720"/>
              </a:spcBef>
              <a:buClr>
                <a:srgbClr val="F3F3F3"/>
              </a:buClr>
              <a:buSzPct val="100000"/>
              <a:buFont typeface="Quicksand"/>
              <a:defRPr sz="3600">
                <a:solidFill>
                  <a:srgbClr val="F3F3F3"/>
                </a:solidFill>
                <a:latin typeface="Quicksand"/>
                <a:ea typeface="Quicksand"/>
                <a:cs typeface="Quicksand"/>
                <a:sym typeface="Quicksand"/>
              </a:defRPr>
            </a:lvl3pPr>
            <a:lvl4pPr lvl="3" rtl="0">
              <a:spcBef>
                <a:spcPts val="540"/>
              </a:spcBef>
              <a:buClr>
                <a:srgbClr val="F3F3F3"/>
              </a:buClr>
              <a:buSzPct val="100000"/>
              <a:buFont typeface="Quicksand"/>
              <a:defRPr sz="2700">
                <a:solidFill>
                  <a:srgbClr val="F3F3F3"/>
                </a:solidFill>
                <a:latin typeface="Quicksand"/>
                <a:ea typeface="Quicksand"/>
                <a:cs typeface="Quicksand"/>
                <a:sym typeface="Quicksand"/>
              </a:defRPr>
            </a:lvl4pPr>
            <a:lvl5pPr lvl="4" rtl="0">
              <a:spcBef>
                <a:spcPts val="540"/>
              </a:spcBef>
              <a:buClr>
                <a:srgbClr val="F3F3F3"/>
              </a:buClr>
              <a:buSzPct val="100000"/>
              <a:buFont typeface="Quicksand"/>
              <a:defRPr sz="2700">
                <a:solidFill>
                  <a:srgbClr val="F3F3F3"/>
                </a:solidFill>
                <a:latin typeface="Quicksand"/>
                <a:ea typeface="Quicksand"/>
                <a:cs typeface="Quicksand"/>
                <a:sym typeface="Quicksand"/>
              </a:defRPr>
            </a:lvl5pPr>
            <a:lvl6pPr lvl="5" rtl="0">
              <a:spcBef>
                <a:spcPts val="540"/>
              </a:spcBef>
              <a:buClr>
                <a:srgbClr val="F3F3F3"/>
              </a:buClr>
              <a:buSzPct val="100000"/>
              <a:buFont typeface="Quicksand"/>
              <a:defRPr sz="2700">
                <a:solidFill>
                  <a:srgbClr val="F3F3F3"/>
                </a:solidFill>
                <a:latin typeface="Quicksand"/>
                <a:ea typeface="Quicksand"/>
                <a:cs typeface="Quicksand"/>
                <a:sym typeface="Quicksand"/>
              </a:defRPr>
            </a:lvl6pPr>
            <a:lvl7pPr lvl="6" rtl="0">
              <a:spcBef>
                <a:spcPts val="540"/>
              </a:spcBef>
              <a:buClr>
                <a:srgbClr val="F3F3F3"/>
              </a:buClr>
              <a:buSzPct val="100000"/>
              <a:buFont typeface="Quicksand"/>
              <a:defRPr sz="2700">
                <a:solidFill>
                  <a:srgbClr val="F3F3F3"/>
                </a:solidFill>
                <a:latin typeface="Quicksand"/>
                <a:ea typeface="Quicksand"/>
                <a:cs typeface="Quicksand"/>
                <a:sym typeface="Quicksand"/>
              </a:defRPr>
            </a:lvl7pPr>
            <a:lvl8pPr lvl="7" rtl="0">
              <a:spcBef>
                <a:spcPts val="540"/>
              </a:spcBef>
              <a:buClr>
                <a:srgbClr val="F3F3F3"/>
              </a:buClr>
              <a:buSzPct val="100000"/>
              <a:buFont typeface="Quicksand"/>
              <a:defRPr sz="2700">
                <a:solidFill>
                  <a:srgbClr val="F3F3F3"/>
                </a:solidFill>
                <a:latin typeface="Quicksand"/>
                <a:ea typeface="Quicksand"/>
                <a:cs typeface="Quicksand"/>
                <a:sym typeface="Quicksand"/>
              </a:defRPr>
            </a:lvl8pPr>
            <a:lvl9pPr lvl="8" rtl="0">
              <a:spcBef>
                <a:spcPts val="540"/>
              </a:spcBef>
              <a:buClr>
                <a:srgbClr val="F3F3F3"/>
              </a:buClr>
              <a:buSzPct val="100000"/>
              <a:buFont typeface="Quicksand"/>
              <a:defRPr sz="2700">
                <a:solidFill>
                  <a:srgbClr val="F3F3F3"/>
                </a:solidFill>
                <a:latin typeface="Quicksand"/>
                <a:ea typeface="Quicksand"/>
                <a:cs typeface="Quicksand"/>
                <a:sym typeface="Quicksand"/>
              </a:defRPr>
            </a:lvl9pPr>
          </a:lstStyle>
          <a:p>
            <a:endParaRPr dirty="0"/>
          </a:p>
        </p:txBody>
      </p:sp>
      <p:pic>
        <p:nvPicPr>
          <p:cNvPr id="2" name="Picture 1" descr="green-bar.eps">
            <a:extLst>
              <a:ext uri="{FF2B5EF4-FFF2-40B4-BE49-F238E27FC236}">
                <a16:creationId xmlns:a16="http://schemas.microsoft.com/office/drawing/2014/main" id="{A8A24C60-748E-37E1-E9D6-E8D297742417}"/>
              </a:ext>
            </a:extLst>
          </p:cNvPr>
          <p:cNvPicPr>
            <a:picLocks noChangeAspect="1"/>
          </p:cNvPicPr>
          <p:nvPr userDrawn="1"/>
        </p:nvPicPr>
        <p:blipFill>
          <a:blip r:embed="rId2">
            <a:biLevel thresh="50000"/>
            <a:extLst>
              <a:ext uri="{28A0092B-C50C-407E-A947-70E740481C1C}">
                <a14:useLocalDpi xmlns:a14="http://schemas.microsoft.com/office/drawing/2010/main" val="0"/>
              </a:ext>
            </a:extLst>
          </a:blip>
          <a:stretch>
            <a:fillRect/>
          </a:stretch>
        </p:blipFill>
        <p:spPr>
          <a:xfrm>
            <a:off x="1" y="9372602"/>
            <a:ext cx="18286214" cy="921761"/>
          </a:xfrm>
          <a:prstGeom prst="rect">
            <a:avLst/>
          </a:prstGeom>
        </p:spPr>
      </p:pic>
      <p:pic>
        <p:nvPicPr>
          <p:cNvPr id="4" name="Picture 3">
            <a:extLst>
              <a:ext uri="{FF2B5EF4-FFF2-40B4-BE49-F238E27FC236}">
                <a16:creationId xmlns:a16="http://schemas.microsoft.com/office/drawing/2014/main" id="{2A0E5F5D-F7F6-9D03-4A83-F59BD1923737}"/>
              </a:ext>
            </a:extLst>
          </p:cNvPr>
          <p:cNvPicPr>
            <a:picLocks noChangeAspect="1"/>
          </p:cNvPicPr>
          <p:nvPr userDrawn="1"/>
        </p:nvPicPr>
        <p:blipFill>
          <a:blip r:embed="rId3"/>
          <a:stretch>
            <a:fillRect/>
          </a:stretch>
        </p:blipFill>
        <p:spPr>
          <a:xfrm>
            <a:off x="17273011" y="9615410"/>
            <a:ext cx="710681" cy="436143"/>
          </a:xfrm>
          <a:prstGeom prst="rect">
            <a:avLst/>
          </a:prstGeom>
        </p:spPr>
      </p:pic>
      <p:sp>
        <p:nvSpPr>
          <p:cNvPr id="3" name="Slide Number Placeholder 8">
            <a:extLst>
              <a:ext uri="{FF2B5EF4-FFF2-40B4-BE49-F238E27FC236}">
                <a16:creationId xmlns:a16="http://schemas.microsoft.com/office/drawing/2014/main" id="{335FF834-5238-8877-FF77-B5FD6797E49C}"/>
              </a:ext>
            </a:extLst>
          </p:cNvPr>
          <p:cNvSpPr>
            <a:spLocks noGrp="1"/>
          </p:cNvSpPr>
          <p:nvPr>
            <p:ph type="sldNum" sz="quarter" idx="27"/>
          </p:nvPr>
        </p:nvSpPr>
        <p:spPr>
          <a:xfrm>
            <a:off x="300738" y="9559637"/>
            <a:ext cx="595215" cy="547689"/>
          </a:xfrm>
        </p:spPr>
        <p:txBody>
          <a:bodyPr/>
          <a:lstStyle>
            <a:lvl1pPr>
              <a:defRPr>
                <a:solidFill>
                  <a:srgbClr val="FF993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936546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Blank key color">
    <p:bg>
      <p:bgPr>
        <a:solidFill>
          <a:schemeClr val="bg1"/>
        </a:solidFill>
        <a:effectLst/>
      </p:bgPr>
    </p:bg>
    <p:spTree>
      <p:nvGrpSpPr>
        <p:cNvPr id="1" name="Shape 54"/>
        <p:cNvGrpSpPr/>
        <p:nvPr/>
      </p:nvGrpSpPr>
      <p:grpSpPr>
        <a:xfrm>
          <a:off x="0" y="0"/>
          <a:ext cx="0" cy="0"/>
          <a:chOff x="0" y="0"/>
          <a:chExt cx="0" cy="0"/>
        </a:xfrm>
      </p:grpSpPr>
      <p:cxnSp>
        <p:nvCxnSpPr>
          <p:cNvPr id="6" name="Shape 23"/>
          <p:cNvCxnSpPr/>
          <p:nvPr userDrawn="1"/>
        </p:nvCxnSpPr>
        <p:spPr>
          <a:xfrm>
            <a:off x="1046162" y="-11888"/>
            <a:ext cx="0" cy="10299150"/>
          </a:xfrm>
          <a:prstGeom prst="straightConnector1">
            <a:avLst/>
          </a:prstGeom>
          <a:noFill/>
          <a:ln w="12700" cap="flat" cmpd="sng">
            <a:solidFill>
              <a:srgbClr val="0070C0"/>
            </a:solidFill>
            <a:prstDash val="solid"/>
            <a:round/>
            <a:headEnd type="none" w="lg" len="lg"/>
            <a:tailEnd type="none" w="lg" len="lg"/>
          </a:ln>
        </p:spPr>
      </p:cxnSp>
      <p:sp>
        <p:nvSpPr>
          <p:cNvPr id="8" name="Shape 25"/>
          <p:cNvSpPr/>
          <p:nvPr userDrawn="1"/>
        </p:nvSpPr>
        <p:spPr>
          <a:xfrm>
            <a:off x="801107" y="4854215"/>
            <a:ext cx="486000" cy="486000"/>
          </a:xfrm>
          <a:prstGeom prst="ellipse">
            <a:avLst/>
          </a:prstGeom>
          <a:solidFill>
            <a:schemeClr val="bg1"/>
          </a:solidFill>
          <a:ln w="12700" cap="flat" cmpd="sng">
            <a:solidFill>
              <a:srgbClr val="0070C0"/>
            </a:solidFill>
            <a:prstDash val="solid"/>
            <a:round/>
            <a:headEnd type="none" w="med" len="med"/>
            <a:tailEnd type="none" w="med" len="med"/>
          </a:ln>
        </p:spPr>
        <p:txBody>
          <a:bodyPr lIns="137138" tIns="137138" rIns="137138" bIns="137138"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100" b="0" i="0" u="none" strike="noStrike" kern="0" cap="none" spc="0" normalizeH="0" baseline="0" noProof="0">
              <a:ln>
                <a:noFill/>
              </a:ln>
              <a:solidFill>
                <a:sysClr val="windowText" lastClr="000000"/>
              </a:solidFill>
              <a:effectLst/>
              <a:uLnTx/>
              <a:uFillTx/>
            </a:endParaRPr>
          </a:p>
        </p:txBody>
      </p:sp>
      <p:sp>
        <p:nvSpPr>
          <p:cNvPr id="2" name="Title 1">
            <a:extLst>
              <a:ext uri="{FF2B5EF4-FFF2-40B4-BE49-F238E27FC236}">
                <a16:creationId xmlns:a16="http://schemas.microsoft.com/office/drawing/2014/main" id="{06AED0D8-71C1-1FD3-86FA-56919D32FADB}"/>
              </a:ext>
            </a:extLst>
          </p:cNvPr>
          <p:cNvSpPr txBox="1">
            <a:spLocks/>
          </p:cNvSpPr>
          <p:nvPr userDrawn="1"/>
        </p:nvSpPr>
        <p:spPr>
          <a:xfrm>
            <a:off x="1743113" y="4854215"/>
            <a:ext cx="14364000" cy="594000"/>
          </a:xfrm>
          <a:prstGeom prst="rect">
            <a:avLst/>
          </a:prstGeom>
        </p:spPr>
        <p:txBody>
          <a:bodyPr vert="horz" lIns="137138" tIns="137138" rIns="137138" bIns="1371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4800" b="0" i="0" u="none" strike="noStrike" kern="1200" cap="none" spc="0" normalizeH="0" baseline="0" noProof="0" dirty="0">
              <a:ln>
                <a:noFill/>
              </a:ln>
              <a:solidFill>
                <a:srgbClr val="4472C4"/>
              </a:solidFill>
              <a:effectLst/>
              <a:uLnTx/>
              <a:uFillTx/>
              <a:latin typeface="Calibri Light" panose="020F0302020204030204"/>
              <a:ea typeface="+mj-ea"/>
              <a:cs typeface="+mj-cs"/>
            </a:endParaRPr>
          </a:p>
        </p:txBody>
      </p:sp>
    </p:spTree>
    <p:extLst>
      <p:ext uri="{BB962C8B-B14F-4D97-AF65-F5344CB8AC3E}">
        <p14:creationId xmlns:p14="http://schemas.microsoft.com/office/powerpoint/2010/main" val="13638405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Title + 1 column">
    <p:spTree>
      <p:nvGrpSpPr>
        <p:cNvPr id="1" name="Shape 22"/>
        <p:cNvGrpSpPr/>
        <p:nvPr/>
      </p:nvGrpSpPr>
      <p:grpSpPr>
        <a:xfrm>
          <a:off x="0" y="0"/>
          <a:ext cx="0" cy="0"/>
          <a:chOff x="0" y="0"/>
          <a:chExt cx="0" cy="0"/>
        </a:xfrm>
      </p:grpSpPr>
      <p:cxnSp>
        <p:nvCxnSpPr>
          <p:cNvPr id="10" name="Shape 23"/>
          <p:cNvCxnSpPr/>
          <p:nvPr userDrawn="1"/>
        </p:nvCxnSpPr>
        <p:spPr>
          <a:xfrm>
            <a:off x="1046162" y="-11888"/>
            <a:ext cx="0" cy="10299150"/>
          </a:xfrm>
          <a:prstGeom prst="straightConnector1">
            <a:avLst/>
          </a:prstGeom>
          <a:noFill/>
          <a:ln w="12700" cap="flat" cmpd="sng">
            <a:solidFill>
              <a:srgbClr val="0070C0"/>
            </a:solidFill>
            <a:prstDash val="solid"/>
            <a:round/>
            <a:headEnd type="none" w="lg" len="lg"/>
            <a:tailEnd type="none" w="lg" len="lg"/>
          </a:ln>
        </p:spPr>
      </p:cxnSp>
      <p:sp>
        <p:nvSpPr>
          <p:cNvPr id="11" name="Shape 24"/>
          <p:cNvSpPr/>
          <p:nvPr userDrawn="1"/>
        </p:nvSpPr>
        <p:spPr>
          <a:xfrm>
            <a:off x="857597" y="1152138"/>
            <a:ext cx="380400" cy="378000"/>
          </a:xfrm>
          <a:prstGeom prst="ellipse">
            <a:avLst/>
          </a:prstGeom>
          <a:solidFill>
            <a:srgbClr val="148CDC"/>
          </a:solidFill>
          <a:ln w="28575" cap="flat" cmpd="sng">
            <a:solidFill>
              <a:srgbClr val="148CDC"/>
            </a:solidFill>
            <a:prstDash val="solid"/>
            <a:round/>
            <a:headEnd type="none" w="med" len="med"/>
            <a:tailEnd type="none" w="med" len="med"/>
          </a:ln>
        </p:spPr>
        <p:txBody>
          <a:bodyPr lIns="137138" tIns="137138" rIns="137138" bIns="137138"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100" b="0" i="0" u="none" strike="noStrike" kern="0" cap="none" spc="0" normalizeH="0" baseline="0" noProof="0">
              <a:ln>
                <a:noFill/>
              </a:ln>
              <a:solidFill>
                <a:sysClr val="windowText" lastClr="000000"/>
              </a:solidFill>
              <a:effectLst/>
              <a:uLnTx/>
              <a:uFillTx/>
            </a:endParaRPr>
          </a:p>
        </p:txBody>
      </p:sp>
      <p:sp>
        <p:nvSpPr>
          <p:cNvPr id="12" name="Shape 25"/>
          <p:cNvSpPr/>
          <p:nvPr userDrawn="1"/>
        </p:nvSpPr>
        <p:spPr>
          <a:xfrm>
            <a:off x="801107" y="2527396"/>
            <a:ext cx="486000" cy="486000"/>
          </a:xfrm>
          <a:prstGeom prst="ellipse">
            <a:avLst/>
          </a:prstGeom>
          <a:solidFill>
            <a:schemeClr val="bg1"/>
          </a:solidFill>
          <a:ln w="12700" cap="flat" cmpd="sng">
            <a:solidFill>
              <a:srgbClr val="0070C0"/>
            </a:solidFill>
            <a:prstDash val="solid"/>
            <a:round/>
            <a:headEnd type="none" w="med" len="med"/>
            <a:tailEnd type="none" w="med" len="med"/>
          </a:ln>
        </p:spPr>
        <p:txBody>
          <a:bodyPr lIns="137138" tIns="137138" rIns="137138" bIns="137138"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100" b="0" i="0" u="none" strike="noStrike" kern="0" cap="none" spc="0" normalizeH="0" baseline="0" noProof="0">
              <a:ln>
                <a:noFill/>
              </a:ln>
              <a:solidFill>
                <a:sysClr val="windowText" lastClr="000000"/>
              </a:solidFill>
              <a:effectLst/>
              <a:uLnTx/>
              <a:uFillTx/>
            </a:endParaRPr>
          </a:p>
        </p:txBody>
      </p:sp>
      <p:sp>
        <p:nvSpPr>
          <p:cNvPr id="13" name="Shape 26"/>
          <p:cNvSpPr txBox="1">
            <a:spLocks noGrp="1"/>
          </p:cNvSpPr>
          <p:nvPr>
            <p:ph type="title"/>
          </p:nvPr>
        </p:nvSpPr>
        <p:spPr>
          <a:xfrm>
            <a:off x="1743113" y="1060528"/>
            <a:ext cx="14364000" cy="594000"/>
          </a:xfrm>
          <a:prstGeom prst="rect">
            <a:avLst/>
          </a:prstGeom>
        </p:spPr>
        <p:txBody>
          <a:bodyPr lIns="91425" tIns="91425" rIns="91425" bIns="91425" anchor="ctr" anchorCtr="0">
            <a:noAutofit/>
          </a:bodyPr>
          <a:lstStyle>
            <a:lvl1pPr lvl="0" rtl="0">
              <a:spcBef>
                <a:spcPts val="0"/>
              </a:spcBef>
              <a:buClr>
                <a:srgbClr val="39C0BA"/>
              </a:buClr>
              <a:buSzPct val="100000"/>
              <a:buFont typeface="Quicksand"/>
              <a:buNone/>
              <a:defRPr sz="4800">
                <a:solidFill>
                  <a:srgbClr val="0070C0"/>
                </a:solidFill>
                <a:latin typeface="+mj-lt"/>
                <a:ea typeface="Quicksand"/>
                <a:cs typeface="Quicksand"/>
                <a:sym typeface="Quicksand"/>
              </a:defRPr>
            </a:lvl1pPr>
            <a:lvl2pPr lvl="1"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2pPr>
            <a:lvl3pPr lvl="2"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3pPr>
            <a:lvl4pPr lvl="3"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4pPr>
            <a:lvl5pPr lvl="4"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5pPr>
            <a:lvl6pPr lvl="5"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6pPr>
            <a:lvl7pPr lvl="6"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7pPr>
            <a:lvl8pPr lvl="7"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8pPr>
            <a:lvl9pPr lvl="8"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9pPr>
          </a:lstStyle>
          <a:p>
            <a:endParaRPr dirty="0"/>
          </a:p>
        </p:txBody>
      </p:sp>
      <p:sp>
        <p:nvSpPr>
          <p:cNvPr id="3" name="Text Placeholder 2">
            <a:extLst>
              <a:ext uri="{FF2B5EF4-FFF2-40B4-BE49-F238E27FC236}">
                <a16:creationId xmlns:a16="http://schemas.microsoft.com/office/drawing/2014/main" id="{3B4322CE-273B-5361-47A9-F61CE03B6A75}"/>
              </a:ext>
            </a:extLst>
          </p:cNvPr>
          <p:cNvSpPr>
            <a:spLocks noGrp="1"/>
          </p:cNvSpPr>
          <p:nvPr>
            <p:ph type="body" sz="quarter" idx="10"/>
          </p:nvPr>
        </p:nvSpPr>
        <p:spPr>
          <a:xfrm>
            <a:off x="1743075" y="2526507"/>
            <a:ext cx="14363700" cy="6510338"/>
          </a:xfrm>
        </p:spPr>
        <p:txBody>
          <a:bodyPr/>
          <a:lstStyle>
            <a:lvl1pPr>
              <a:defRPr>
                <a:solidFill>
                  <a:srgbClr val="0070C0"/>
                </a:solidFill>
              </a:defRPr>
            </a:lvl1pPr>
            <a:lvl2pPr marL="1028700" indent="-342900">
              <a:buFont typeface="Courier New" panose="02070309020205020404" pitchFamily="49" charset="0"/>
              <a:buChar char="o"/>
              <a:defRPr>
                <a:solidFill>
                  <a:srgbClr val="0070C0"/>
                </a:solidFill>
              </a:defRPr>
            </a:lvl2pPr>
            <a:lvl3pPr marL="1714500" indent="-342900">
              <a:buFont typeface="Wingdings" panose="05000000000000000000" pitchFamily="2" charset="2"/>
              <a:buChar char="§"/>
              <a:defRPr>
                <a:solidFill>
                  <a:srgbClr val="0070C0"/>
                </a:solidFill>
              </a:defRPr>
            </a:lvl3pPr>
            <a:lvl4pPr marL="2400300" indent="-342900">
              <a:buFont typeface="Calibri" panose="020F0502020204030204" pitchFamily="34" charset="0"/>
              <a:buChar char="‐"/>
              <a:defRPr>
                <a:solidFill>
                  <a:srgbClr val="0070C0"/>
                </a:solidFill>
              </a:defRPr>
            </a:lvl4pPr>
            <a:lvl5pPr>
              <a:buClr>
                <a:srgbClr val="4472C4"/>
              </a:buClr>
              <a:defRPr>
                <a:solidFill>
                  <a:srgbClr val="0070C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3">
            <a:extLst>
              <a:ext uri="{FF2B5EF4-FFF2-40B4-BE49-F238E27FC236}">
                <a16:creationId xmlns:a16="http://schemas.microsoft.com/office/drawing/2014/main" id="{97A3F5A4-F3A0-03AD-BF71-BC2CBFA01B9C}"/>
              </a:ext>
            </a:extLst>
          </p:cNvPr>
          <p:cNvSpPr txBox="1">
            <a:spLocks/>
          </p:cNvSpPr>
          <p:nvPr userDrawn="1"/>
        </p:nvSpPr>
        <p:spPr>
          <a:xfrm>
            <a:off x="146957" y="9512758"/>
            <a:ext cx="595313" cy="367052"/>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fld id="{DEF3F5F5-7776-394F-A41F-3BAFC9CC9F8E}" type="slidenum">
              <a:rPr kumimoji="0" lang="en-US" sz="1500" b="0" i="0" u="none" strike="noStrike" kern="1200" cap="none" spc="0" normalizeH="0" baseline="0" noProof="0" smtClean="0">
                <a:ln>
                  <a:noFill/>
                </a:ln>
                <a:solidFill>
                  <a:srgbClr val="0070C0"/>
                </a:solidFill>
                <a:effectLst/>
                <a:uLnTx/>
                <a:uFillTx/>
                <a:latin typeface="Calibri" panose="020F0502020204030204"/>
                <a:ea typeface="+mn-ea"/>
                <a:cs typeface="+mn-cs"/>
              </a:rPr>
              <a:pPr marL="0" marR="0" lvl="0" indent="0" algn="ctr" defTabSz="1371600" rtl="0" eaLnBrk="1" fontAlgn="auto" latinLnBrk="0" hangingPunct="1">
                <a:lnSpc>
                  <a:spcPct val="100000"/>
                </a:lnSpc>
                <a:spcBef>
                  <a:spcPts val="0"/>
                </a:spcBef>
                <a:spcAft>
                  <a:spcPts val="0"/>
                </a:spcAft>
                <a:buClrTx/>
                <a:buSzTx/>
                <a:buFontTx/>
                <a:buNone/>
                <a:tabLst/>
                <a:defRPr/>
              </a:pPr>
              <a:t>‹#›</a:t>
            </a:fld>
            <a:endParaRPr kumimoji="0" lang="en-US" sz="15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1020653"/>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F7E94-BE02-9A45-9062-1449FB0E45C6}"/>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a:extLst>
              <a:ext uri="{FF2B5EF4-FFF2-40B4-BE49-F238E27FC236}">
                <a16:creationId xmlns:a16="http://schemas.microsoft.com/office/drawing/2014/main" id="{46650E84-FCA6-BF46-947F-0E37FDBD2030}"/>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a:extLst>
              <a:ext uri="{FF2B5EF4-FFF2-40B4-BE49-F238E27FC236}">
                <a16:creationId xmlns:a16="http://schemas.microsoft.com/office/drawing/2014/main" id="{5B9436B4-1720-2548-BCE3-CC2568995FDB}"/>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5" name="Footer Placeholder 4">
            <a:extLst>
              <a:ext uri="{FF2B5EF4-FFF2-40B4-BE49-F238E27FC236}">
                <a16:creationId xmlns:a16="http://schemas.microsoft.com/office/drawing/2014/main" id="{CB98079D-0BF4-CD44-B92A-489A2C415B4C}"/>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3D7B34F-B4A6-AC47-A86D-866C0E2385F7}"/>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851234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9D7BE-8467-FA47-BC87-BEEAECA3B4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D20FF2-3FE8-1248-A4BA-F5AE9648AA3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C397C0-5CA5-F14C-AA7D-A1EE12F4403D}"/>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5" name="Footer Placeholder 4">
            <a:extLst>
              <a:ext uri="{FF2B5EF4-FFF2-40B4-BE49-F238E27FC236}">
                <a16:creationId xmlns:a16="http://schemas.microsoft.com/office/drawing/2014/main" id="{2CEC006F-A7FD-6846-A942-B3569196CF9C}"/>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1BF61AC-F887-AE4C-BD7C-AC1FDE24B836}"/>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29933631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7D49B-FD14-D446-91B5-0CC55D140B6D}"/>
              </a:ext>
            </a:extLst>
          </p:cNvPr>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a:extLst>
              <a:ext uri="{FF2B5EF4-FFF2-40B4-BE49-F238E27FC236}">
                <a16:creationId xmlns:a16="http://schemas.microsoft.com/office/drawing/2014/main" id="{156E7AB3-B6DD-9E47-BE1A-4E24B6AA5978}"/>
              </a:ext>
            </a:extLst>
          </p:cNvPr>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2E64115-4182-7A4B-A588-4C67C2305BD2}"/>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5" name="Footer Placeholder 4">
            <a:extLst>
              <a:ext uri="{FF2B5EF4-FFF2-40B4-BE49-F238E27FC236}">
                <a16:creationId xmlns:a16="http://schemas.microsoft.com/office/drawing/2014/main" id="{81B42A63-2CB1-A24E-954D-7D7D93797548}"/>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358B48E-845C-4840-95A9-377C3D3B4AD0}"/>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36925655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8C3E4-95D0-D041-BD41-2F9A8ED5E3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325F08-48C2-644B-ADE9-A7FD0DFF50E6}"/>
              </a:ext>
            </a:extLst>
          </p:cNvPr>
          <p:cNvSpPr>
            <a:spLocks noGrp="1"/>
          </p:cNvSpPr>
          <p:nvPr>
            <p:ph sz="half" idx="1"/>
          </p:nvPr>
        </p:nvSpPr>
        <p:spPr>
          <a:xfrm>
            <a:off x="1257300" y="2738438"/>
            <a:ext cx="7772400" cy="65270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81F2CF-1A8D-D440-A80C-A89DA67A6268}"/>
              </a:ext>
            </a:extLst>
          </p:cNvPr>
          <p:cNvSpPr>
            <a:spLocks noGrp="1"/>
          </p:cNvSpPr>
          <p:nvPr>
            <p:ph sz="half" idx="2"/>
          </p:nvPr>
        </p:nvSpPr>
        <p:spPr>
          <a:xfrm>
            <a:off x="9258300" y="2738438"/>
            <a:ext cx="7772400" cy="65270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C2C35B-5647-C74B-B437-00CFE688B431}"/>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6" name="Footer Placeholder 5">
            <a:extLst>
              <a:ext uri="{FF2B5EF4-FFF2-40B4-BE49-F238E27FC236}">
                <a16:creationId xmlns:a16="http://schemas.microsoft.com/office/drawing/2014/main" id="{76678282-95C5-2749-9540-97EF5B659F73}"/>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6B0FAAF-9653-E04F-94F2-4224F38BCCD8}"/>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2664803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B7240-9A7C-CF46-A50F-913546492D59}"/>
              </a:ext>
            </a:extLst>
          </p:cNvPr>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ADA3D2-A89B-9342-A622-CF0D36725DE6}"/>
              </a:ext>
            </a:extLst>
          </p:cNvPr>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Edit Master text styles</a:t>
            </a:r>
          </a:p>
        </p:txBody>
      </p:sp>
      <p:sp>
        <p:nvSpPr>
          <p:cNvPr id="4" name="Content Placeholder 3">
            <a:extLst>
              <a:ext uri="{FF2B5EF4-FFF2-40B4-BE49-F238E27FC236}">
                <a16:creationId xmlns:a16="http://schemas.microsoft.com/office/drawing/2014/main" id="{44DE86EF-5EF1-F74B-97C2-CDA3362ED23D}"/>
              </a:ext>
            </a:extLst>
          </p:cNvPr>
          <p:cNvSpPr>
            <a:spLocks noGrp="1"/>
          </p:cNvSpPr>
          <p:nvPr>
            <p:ph sz="half" idx="2"/>
          </p:nvPr>
        </p:nvSpPr>
        <p:spPr>
          <a:xfrm>
            <a:off x="1259683" y="3757613"/>
            <a:ext cx="7736681" cy="55268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3AD070-654E-214E-B651-0E16996FFFFA}"/>
              </a:ext>
            </a:extLst>
          </p:cNvPr>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Edit Master text styles</a:t>
            </a:r>
          </a:p>
        </p:txBody>
      </p:sp>
      <p:sp>
        <p:nvSpPr>
          <p:cNvPr id="6" name="Content Placeholder 5">
            <a:extLst>
              <a:ext uri="{FF2B5EF4-FFF2-40B4-BE49-F238E27FC236}">
                <a16:creationId xmlns:a16="http://schemas.microsoft.com/office/drawing/2014/main" id="{4715334D-7F3A-EA40-866D-AB3C425FECF9}"/>
              </a:ext>
            </a:extLst>
          </p:cNvPr>
          <p:cNvSpPr>
            <a:spLocks noGrp="1"/>
          </p:cNvSpPr>
          <p:nvPr>
            <p:ph sz="quarter" idx="4"/>
          </p:nvPr>
        </p:nvSpPr>
        <p:spPr>
          <a:xfrm>
            <a:off x="9258300" y="3757613"/>
            <a:ext cx="7774782" cy="55268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5691819-88AD-1E47-A20A-21A14DF14B0A}"/>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8" name="Footer Placeholder 7">
            <a:extLst>
              <a:ext uri="{FF2B5EF4-FFF2-40B4-BE49-F238E27FC236}">
                <a16:creationId xmlns:a16="http://schemas.microsoft.com/office/drawing/2014/main" id="{42E5BACE-5675-9D40-9F4F-E9921987F400}"/>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8E0F5B13-59D2-5A41-B943-5F246081004D}"/>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38954358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6E827-A917-7549-A733-3976261C2A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5DCA6C4-E35C-224C-9307-A887F1DC4141}"/>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4" name="Footer Placeholder 3">
            <a:extLst>
              <a:ext uri="{FF2B5EF4-FFF2-40B4-BE49-F238E27FC236}">
                <a16:creationId xmlns:a16="http://schemas.microsoft.com/office/drawing/2014/main" id="{FAE571E2-C2E8-4E42-8B5C-F20315D167F9}"/>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DDDED733-939E-2148-A95E-47077E5D6314}"/>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40990456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2AAF3A-3FEB-F143-A7B5-3828A3520520}"/>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3" name="Footer Placeholder 2">
            <a:extLst>
              <a:ext uri="{FF2B5EF4-FFF2-40B4-BE49-F238E27FC236}">
                <a16:creationId xmlns:a16="http://schemas.microsoft.com/office/drawing/2014/main" id="{BEBA8D13-6D31-624A-BA24-CD6B8FF10101}"/>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0F6B2883-BD7C-D844-ADA8-0B3BFA6B8353}"/>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34664036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6B88B-E4B2-8F4F-B312-99069E934F6F}"/>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a:extLst>
              <a:ext uri="{FF2B5EF4-FFF2-40B4-BE49-F238E27FC236}">
                <a16:creationId xmlns:a16="http://schemas.microsoft.com/office/drawing/2014/main" id="{21B8816F-7C9A-6941-AB5E-F714B7BB1FD2}"/>
              </a:ext>
            </a:extLst>
          </p:cNvPr>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F52E3B-1E34-C048-AC30-905D39D4E898}"/>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Edit Master text styles</a:t>
            </a:r>
          </a:p>
        </p:txBody>
      </p:sp>
      <p:sp>
        <p:nvSpPr>
          <p:cNvPr id="5" name="Date Placeholder 4">
            <a:extLst>
              <a:ext uri="{FF2B5EF4-FFF2-40B4-BE49-F238E27FC236}">
                <a16:creationId xmlns:a16="http://schemas.microsoft.com/office/drawing/2014/main" id="{D0B352D6-8B20-1E43-BD8E-08A6417721AE}"/>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6" name="Footer Placeholder 5">
            <a:extLst>
              <a:ext uri="{FF2B5EF4-FFF2-40B4-BE49-F238E27FC236}">
                <a16:creationId xmlns:a16="http://schemas.microsoft.com/office/drawing/2014/main" id="{29137D3C-9157-6A4D-B3FC-7B226ED29222}"/>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9DB182A-4BF9-5F41-A908-DFC23E64724F}"/>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33961594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9A1F0-B270-7049-988F-77C6A532A91B}"/>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a:extLst>
              <a:ext uri="{FF2B5EF4-FFF2-40B4-BE49-F238E27FC236}">
                <a16:creationId xmlns:a16="http://schemas.microsoft.com/office/drawing/2014/main" id="{AD030449-C0AC-0F4D-8B00-58157086C3C8}"/>
              </a:ext>
            </a:extLst>
          </p:cNvPr>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US"/>
          </a:p>
        </p:txBody>
      </p:sp>
      <p:sp>
        <p:nvSpPr>
          <p:cNvPr id="4" name="Text Placeholder 3">
            <a:extLst>
              <a:ext uri="{FF2B5EF4-FFF2-40B4-BE49-F238E27FC236}">
                <a16:creationId xmlns:a16="http://schemas.microsoft.com/office/drawing/2014/main" id="{30489FE3-E19C-3343-8DBD-230EB8ACF5F7}"/>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Edit Master text styles</a:t>
            </a:r>
          </a:p>
        </p:txBody>
      </p:sp>
      <p:sp>
        <p:nvSpPr>
          <p:cNvPr id="5" name="Date Placeholder 4">
            <a:extLst>
              <a:ext uri="{FF2B5EF4-FFF2-40B4-BE49-F238E27FC236}">
                <a16:creationId xmlns:a16="http://schemas.microsoft.com/office/drawing/2014/main" id="{31E31E9A-72CE-7744-90AD-CBA84005AD5F}"/>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6" name="Footer Placeholder 5">
            <a:extLst>
              <a:ext uri="{FF2B5EF4-FFF2-40B4-BE49-F238E27FC236}">
                <a16:creationId xmlns:a16="http://schemas.microsoft.com/office/drawing/2014/main" id="{9EB8B379-1EF7-534A-B2FF-EA8F195410E2}"/>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761B19C-BEAD-AC49-8528-67569E0DF942}"/>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602965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803D7-DD00-0748-8FFA-B2BC03BCA1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712826A-88C3-5743-B64C-B07D2BE58A9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33BF11-5B50-CC4B-AA5F-9AF20D6D168B}"/>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5" name="Footer Placeholder 4">
            <a:extLst>
              <a:ext uri="{FF2B5EF4-FFF2-40B4-BE49-F238E27FC236}">
                <a16:creationId xmlns:a16="http://schemas.microsoft.com/office/drawing/2014/main" id="{9D0CF8D4-EC88-134C-BC2D-702B64D31477}"/>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4415D8A-E2CA-8E43-8878-75649038BB1B}"/>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37634931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92ECA9-11B4-0F45-94F9-0FC941CF1721}"/>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3255D7-028B-5D4B-89B0-B5AD9EEF0C3F}"/>
              </a:ext>
            </a:extLst>
          </p:cNvPr>
          <p:cNvSpPr>
            <a:spLocks noGrp="1"/>
          </p:cNvSpPr>
          <p:nvPr>
            <p:ph type="body" orient="vert" idx="1"/>
          </p:nvPr>
        </p:nvSpPr>
        <p:spPr>
          <a:xfrm>
            <a:off x="1257300" y="547688"/>
            <a:ext cx="11601450" cy="871775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7B0844-2774-6245-8C90-47C68BEA8BAA}"/>
              </a:ext>
            </a:extLst>
          </p:cNvPr>
          <p:cNvSpPr>
            <a:spLocks noGrp="1"/>
          </p:cNvSpPr>
          <p:nvPr>
            <p:ph type="dt" sz="half" idx="10"/>
          </p:nvPr>
        </p:nvSpPr>
        <p:spPr>
          <a:xfrm>
            <a:off x="1257300" y="9534526"/>
            <a:ext cx="4114800" cy="547688"/>
          </a:xfrm>
          <a:prstGeom prst="rect">
            <a:avLst/>
          </a:prstGeom>
        </p:spPr>
        <p:txBody>
          <a:bodyPr/>
          <a:lstStyle/>
          <a:p>
            <a:fld id="{888FA1EE-A4F6-CB48-8E0A-9173DF6BA0D0}" type="datetimeFigureOut">
              <a:rPr lang="en-US" smtClean="0"/>
              <a:t>2/9/2026</a:t>
            </a:fld>
            <a:endParaRPr lang="en-US"/>
          </a:p>
        </p:txBody>
      </p:sp>
      <p:sp>
        <p:nvSpPr>
          <p:cNvPr id="5" name="Footer Placeholder 4">
            <a:extLst>
              <a:ext uri="{FF2B5EF4-FFF2-40B4-BE49-F238E27FC236}">
                <a16:creationId xmlns:a16="http://schemas.microsoft.com/office/drawing/2014/main" id="{17E65D80-3CA0-DF4E-B0D2-D7B2532844C9}"/>
              </a:ext>
            </a:extLst>
          </p:cNvPr>
          <p:cNvSpPr>
            <a:spLocks noGrp="1"/>
          </p:cNvSpPr>
          <p:nvPr>
            <p:ph type="ftr" sz="quarter" idx="11"/>
          </p:nvPr>
        </p:nvSpPr>
        <p:spPr>
          <a:xfrm>
            <a:off x="6057900" y="9534526"/>
            <a:ext cx="6172200" cy="54768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4E432B8-447B-714B-8A40-62A6716251D1}"/>
              </a:ext>
            </a:extLst>
          </p:cNvPr>
          <p:cNvSpPr>
            <a:spLocks noGrp="1"/>
          </p:cNvSpPr>
          <p:nvPr>
            <p:ph type="sldNum" sz="quarter" idx="12"/>
          </p:nvPr>
        </p:nvSpPr>
        <p:spPr>
          <a:xfrm>
            <a:off x="12915900" y="9534526"/>
            <a:ext cx="4114800" cy="547688"/>
          </a:xfrm>
          <a:prstGeom prst="rect">
            <a:avLst/>
          </a:prstGeom>
        </p:spPr>
        <p:txBody>
          <a:bodyPr/>
          <a:lstStyle/>
          <a:p>
            <a:fld id="{2DEBF6B5-A8B6-5742-91AE-8DC29EBB8E42}" type="slidenum">
              <a:rPr lang="en-US" smtClean="0"/>
              <a:t>‹#›</a:t>
            </a:fld>
            <a:endParaRPr lang="en-US"/>
          </a:p>
        </p:txBody>
      </p:sp>
    </p:spTree>
    <p:extLst>
      <p:ext uri="{BB962C8B-B14F-4D97-AF65-F5344CB8AC3E}">
        <p14:creationId xmlns:p14="http://schemas.microsoft.com/office/powerpoint/2010/main" val="11487591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Title + 1 column">
    <p:spTree>
      <p:nvGrpSpPr>
        <p:cNvPr id="1" name="Shape 22"/>
        <p:cNvGrpSpPr/>
        <p:nvPr/>
      </p:nvGrpSpPr>
      <p:grpSpPr>
        <a:xfrm>
          <a:off x="0" y="0"/>
          <a:ext cx="0" cy="0"/>
          <a:chOff x="0" y="0"/>
          <a:chExt cx="0" cy="0"/>
        </a:xfrm>
      </p:grpSpPr>
      <p:cxnSp>
        <p:nvCxnSpPr>
          <p:cNvPr id="10" name="Shape 23"/>
          <p:cNvCxnSpPr/>
          <p:nvPr userDrawn="1"/>
        </p:nvCxnSpPr>
        <p:spPr>
          <a:xfrm>
            <a:off x="1046162" y="-11888"/>
            <a:ext cx="0" cy="10299150"/>
          </a:xfrm>
          <a:prstGeom prst="straightConnector1">
            <a:avLst/>
          </a:prstGeom>
          <a:noFill/>
          <a:ln w="12700" cap="flat" cmpd="sng">
            <a:solidFill>
              <a:srgbClr val="0070C0"/>
            </a:solidFill>
            <a:prstDash val="solid"/>
            <a:round/>
            <a:headEnd type="none" w="lg" len="lg"/>
            <a:tailEnd type="none" w="lg" len="lg"/>
          </a:ln>
        </p:spPr>
      </p:cxnSp>
      <p:sp>
        <p:nvSpPr>
          <p:cNvPr id="11" name="Shape 24"/>
          <p:cNvSpPr/>
          <p:nvPr userDrawn="1"/>
        </p:nvSpPr>
        <p:spPr>
          <a:xfrm>
            <a:off x="857597" y="1152138"/>
            <a:ext cx="380400" cy="378000"/>
          </a:xfrm>
          <a:prstGeom prst="ellipse">
            <a:avLst/>
          </a:prstGeom>
          <a:solidFill>
            <a:srgbClr val="148CDC"/>
          </a:solidFill>
          <a:ln w="28575" cap="flat" cmpd="sng">
            <a:solidFill>
              <a:srgbClr val="148CDC"/>
            </a:solidFill>
            <a:prstDash val="solid"/>
            <a:round/>
            <a:headEnd type="none" w="med" len="med"/>
            <a:tailEnd type="none" w="med" len="med"/>
          </a:ln>
        </p:spPr>
        <p:txBody>
          <a:bodyPr lIns="137138" tIns="137138" rIns="137138" bIns="137138" anchor="ctr" anchorCtr="0">
            <a:noAutofit/>
          </a:bodyPr>
          <a:lstStyle/>
          <a:p>
            <a:pPr lvl="0">
              <a:spcBef>
                <a:spcPts val="0"/>
              </a:spcBef>
              <a:buNone/>
            </a:pPr>
            <a:endParaRPr sz="2100"/>
          </a:p>
        </p:txBody>
      </p:sp>
      <p:sp>
        <p:nvSpPr>
          <p:cNvPr id="12" name="Shape 25"/>
          <p:cNvSpPr/>
          <p:nvPr userDrawn="1"/>
        </p:nvSpPr>
        <p:spPr>
          <a:xfrm>
            <a:off x="801107" y="2527396"/>
            <a:ext cx="486000" cy="486000"/>
          </a:xfrm>
          <a:prstGeom prst="ellipse">
            <a:avLst/>
          </a:prstGeom>
          <a:solidFill>
            <a:schemeClr val="bg1"/>
          </a:solidFill>
          <a:ln w="12700" cap="flat" cmpd="sng">
            <a:solidFill>
              <a:srgbClr val="0070C0"/>
            </a:solidFill>
            <a:prstDash val="solid"/>
            <a:round/>
            <a:headEnd type="none" w="med" len="med"/>
            <a:tailEnd type="none" w="med" len="med"/>
          </a:ln>
        </p:spPr>
        <p:txBody>
          <a:bodyPr lIns="137138" tIns="137138" rIns="137138" bIns="137138" anchor="ctr" anchorCtr="0">
            <a:noAutofit/>
          </a:bodyPr>
          <a:lstStyle/>
          <a:p>
            <a:pPr lvl="0">
              <a:spcBef>
                <a:spcPts val="0"/>
              </a:spcBef>
              <a:buNone/>
            </a:pPr>
            <a:endParaRPr sz="2100"/>
          </a:p>
        </p:txBody>
      </p:sp>
      <p:sp>
        <p:nvSpPr>
          <p:cNvPr id="13" name="Shape 26"/>
          <p:cNvSpPr txBox="1">
            <a:spLocks noGrp="1"/>
          </p:cNvSpPr>
          <p:nvPr>
            <p:ph type="title"/>
          </p:nvPr>
        </p:nvSpPr>
        <p:spPr>
          <a:xfrm>
            <a:off x="1743113" y="1060528"/>
            <a:ext cx="14364000" cy="594000"/>
          </a:xfrm>
          <a:prstGeom prst="rect">
            <a:avLst/>
          </a:prstGeom>
        </p:spPr>
        <p:txBody>
          <a:bodyPr lIns="91425" tIns="91425" rIns="91425" bIns="91425" anchor="ctr" anchorCtr="0">
            <a:noAutofit/>
          </a:bodyPr>
          <a:lstStyle>
            <a:lvl1pPr lvl="0" rtl="0">
              <a:spcBef>
                <a:spcPts val="0"/>
              </a:spcBef>
              <a:buClr>
                <a:srgbClr val="39C0BA"/>
              </a:buClr>
              <a:buSzPct val="100000"/>
              <a:buFont typeface="Quicksand"/>
              <a:buNone/>
              <a:defRPr sz="4000">
                <a:solidFill>
                  <a:srgbClr val="0070C0"/>
                </a:solidFill>
                <a:latin typeface="+mj-lt"/>
                <a:ea typeface="Quicksand"/>
                <a:cs typeface="Quicksand"/>
                <a:sym typeface="Quicksand"/>
              </a:defRPr>
            </a:lvl1pPr>
            <a:lvl2pPr lvl="1"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2pPr>
            <a:lvl3pPr lvl="2"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3pPr>
            <a:lvl4pPr lvl="3"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4pPr>
            <a:lvl5pPr lvl="4"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5pPr>
            <a:lvl6pPr lvl="5"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6pPr>
            <a:lvl7pPr lvl="6"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7pPr>
            <a:lvl8pPr lvl="7"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8pPr>
            <a:lvl9pPr lvl="8"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9pPr>
          </a:lstStyle>
          <a:p>
            <a:endParaRPr dirty="0"/>
          </a:p>
        </p:txBody>
      </p:sp>
      <p:sp>
        <p:nvSpPr>
          <p:cNvPr id="3" name="Text Placeholder 2">
            <a:extLst>
              <a:ext uri="{FF2B5EF4-FFF2-40B4-BE49-F238E27FC236}">
                <a16:creationId xmlns:a16="http://schemas.microsoft.com/office/drawing/2014/main" id="{3B4322CE-273B-5361-47A9-F61CE03B6A75}"/>
              </a:ext>
            </a:extLst>
          </p:cNvPr>
          <p:cNvSpPr>
            <a:spLocks noGrp="1"/>
          </p:cNvSpPr>
          <p:nvPr>
            <p:ph type="body" sz="quarter" idx="10"/>
          </p:nvPr>
        </p:nvSpPr>
        <p:spPr>
          <a:xfrm>
            <a:off x="1743075" y="2526507"/>
            <a:ext cx="14363700" cy="6510338"/>
          </a:xfrm>
        </p:spPr>
        <p:txBody>
          <a:bodyPr/>
          <a:lstStyle>
            <a:lvl1pPr>
              <a:defRPr>
                <a:solidFill>
                  <a:srgbClr val="0070C0"/>
                </a:solidFill>
              </a:defRPr>
            </a:lvl1pPr>
            <a:lvl2pPr marL="1028700" indent="-342900">
              <a:buFont typeface="Courier New" panose="02070309020205020404" pitchFamily="49" charset="0"/>
              <a:buChar char="o"/>
              <a:defRPr>
                <a:solidFill>
                  <a:srgbClr val="0070C0"/>
                </a:solidFill>
              </a:defRPr>
            </a:lvl2pPr>
            <a:lvl3pPr marL="1714500" indent="-342900">
              <a:buFont typeface="Wingdings" panose="05000000000000000000" pitchFamily="2" charset="2"/>
              <a:buChar char="§"/>
              <a:defRPr>
                <a:solidFill>
                  <a:srgbClr val="0070C0"/>
                </a:solidFill>
              </a:defRPr>
            </a:lvl3pPr>
            <a:lvl4pPr marL="2400300" indent="-342900">
              <a:buFont typeface="Calibri" panose="020F0502020204030204" pitchFamily="34" charset="0"/>
              <a:buChar char="‐"/>
              <a:defRPr>
                <a:solidFill>
                  <a:srgbClr val="0070C0"/>
                </a:solidFill>
              </a:defRPr>
            </a:lvl4pPr>
            <a:lvl5pPr>
              <a:buClr>
                <a:srgbClr val="4472C4"/>
              </a:buClr>
              <a:defRPr>
                <a:solidFill>
                  <a:srgbClr val="0070C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3">
            <a:extLst>
              <a:ext uri="{FF2B5EF4-FFF2-40B4-BE49-F238E27FC236}">
                <a16:creationId xmlns:a16="http://schemas.microsoft.com/office/drawing/2014/main" id="{97A3F5A4-F3A0-03AD-BF71-BC2CBFA01B9C}"/>
              </a:ext>
            </a:extLst>
          </p:cNvPr>
          <p:cNvSpPr txBox="1">
            <a:spLocks/>
          </p:cNvSpPr>
          <p:nvPr userDrawn="1"/>
        </p:nvSpPr>
        <p:spPr>
          <a:xfrm>
            <a:off x="146957" y="9512758"/>
            <a:ext cx="595313" cy="367052"/>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fld id="{DEF3F5F5-7776-394F-A41F-3BAFC9CC9F8E}" type="slidenum">
              <a:rPr kumimoji="0" lang="en-US" sz="15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ctr" defTabSz="1371600" rtl="0" eaLnBrk="1" fontAlgn="auto" latinLnBrk="0" hangingPunct="1">
                <a:lnSpc>
                  <a:spcPct val="100000"/>
                </a:lnSpc>
                <a:spcBef>
                  <a:spcPts val="0"/>
                </a:spcBef>
                <a:spcAft>
                  <a:spcPts val="0"/>
                </a:spcAft>
                <a:buClrTx/>
                <a:buSzTx/>
                <a:buFontTx/>
                <a:buNone/>
                <a:tabLst/>
                <a:defRPr/>
              </a:pPr>
              <a:t>‹#›</a:t>
            </a:fld>
            <a:endParaRPr kumimoji="0" lang="en-US" sz="15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4655986"/>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 1 column">
    <p:spTree>
      <p:nvGrpSpPr>
        <p:cNvPr id="1" name="Shape 22"/>
        <p:cNvGrpSpPr/>
        <p:nvPr/>
      </p:nvGrpSpPr>
      <p:grpSpPr>
        <a:xfrm>
          <a:off x="0" y="0"/>
          <a:ext cx="0" cy="0"/>
          <a:chOff x="0" y="0"/>
          <a:chExt cx="0" cy="0"/>
        </a:xfrm>
      </p:grpSpPr>
      <p:cxnSp>
        <p:nvCxnSpPr>
          <p:cNvPr id="23" name="Shape 23"/>
          <p:cNvCxnSpPr/>
          <p:nvPr/>
        </p:nvCxnSpPr>
        <p:spPr>
          <a:xfrm>
            <a:off x="1046162" y="-4268"/>
            <a:ext cx="0" cy="10299150"/>
          </a:xfrm>
          <a:prstGeom prst="straightConnector1">
            <a:avLst/>
          </a:prstGeom>
          <a:noFill/>
          <a:ln w="12700" cap="flat" cmpd="sng">
            <a:solidFill>
              <a:srgbClr val="660033"/>
            </a:solidFill>
            <a:prstDash val="solid"/>
            <a:round/>
            <a:headEnd type="none" w="lg" len="lg"/>
            <a:tailEnd type="none" w="lg" len="lg"/>
          </a:ln>
        </p:spPr>
      </p:cxnSp>
      <p:sp>
        <p:nvSpPr>
          <p:cNvPr id="24" name="Shape 24"/>
          <p:cNvSpPr/>
          <p:nvPr/>
        </p:nvSpPr>
        <p:spPr>
          <a:xfrm>
            <a:off x="857597" y="1129278"/>
            <a:ext cx="380400" cy="378000"/>
          </a:xfrm>
          <a:prstGeom prst="ellipse">
            <a:avLst/>
          </a:prstGeom>
          <a:solidFill>
            <a:srgbClr val="FF9933"/>
          </a:solidFill>
          <a:ln w="28575" cap="flat" cmpd="sng">
            <a:solidFill>
              <a:srgbClr val="660033"/>
            </a:solidFill>
            <a:prstDash val="solid"/>
            <a:round/>
            <a:headEnd type="none" w="med" len="med"/>
            <a:tailEnd type="none" w="med" len="med"/>
          </a:ln>
        </p:spPr>
        <p:txBody>
          <a:bodyPr lIns="137138" tIns="137138" rIns="137138" bIns="137138" anchor="ctr" anchorCtr="0">
            <a:noAutofit/>
          </a:bodyPr>
          <a:lstStyle/>
          <a:p>
            <a:pPr lvl="0">
              <a:spcBef>
                <a:spcPts val="0"/>
              </a:spcBef>
              <a:buNone/>
            </a:pPr>
            <a:endParaRPr sz="2100"/>
          </a:p>
        </p:txBody>
      </p:sp>
      <p:sp>
        <p:nvSpPr>
          <p:cNvPr id="25" name="Shape 25"/>
          <p:cNvSpPr/>
          <p:nvPr/>
        </p:nvSpPr>
        <p:spPr>
          <a:xfrm>
            <a:off x="801107" y="2527396"/>
            <a:ext cx="486000" cy="486000"/>
          </a:xfrm>
          <a:prstGeom prst="ellipse">
            <a:avLst/>
          </a:prstGeom>
          <a:solidFill>
            <a:srgbClr val="FF9933"/>
          </a:solidFill>
          <a:ln w="12700" cap="flat" cmpd="sng">
            <a:solidFill>
              <a:srgbClr val="660033"/>
            </a:solidFill>
            <a:prstDash val="solid"/>
            <a:round/>
            <a:headEnd type="none" w="med" len="med"/>
            <a:tailEnd type="none" w="med" len="med"/>
          </a:ln>
        </p:spPr>
        <p:txBody>
          <a:bodyPr lIns="137138" tIns="137138" rIns="137138" bIns="137138" anchor="ctr" anchorCtr="0">
            <a:noAutofit/>
          </a:bodyPr>
          <a:lstStyle/>
          <a:p>
            <a:pPr lvl="0">
              <a:spcBef>
                <a:spcPts val="0"/>
              </a:spcBef>
              <a:buNone/>
            </a:pPr>
            <a:endParaRPr sz="2100"/>
          </a:p>
        </p:txBody>
      </p:sp>
      <p:sp>
        <p:nvSpPr>
          <p:cNvPr id="26" name="Shape 26"/>
          <p:cNvSpPr txBox="1">
            <a:spLocks noGrp="1"/>
          </p:cNvSpPr>
          <p:nvPr>
            <p:ph type="title"/>
          </p:nvPr>
        </p:nvSpPr>
        <p:spPr>
          <a:xfrm>
            <a:off x="1743112" y="1060528"/>
            <a:ext cx="13550177" cy="594000"/>
          </a:xfrm>
          <a:prstGeom prst="rect">
            <a:avLst/>
          </a:prstGeom>
        </p:spPr>
        <p:txBody>
          <a:bodyPr lIns="91425" tIns="91425" rIns="91425" bIns="91425" anchor="ctr" anchorCtr="0">
            <a:noAutofit/>
          </a:bodyPr>
          <a:lstStyle>
            <a:lvl1pPr lvl="0" rtl="0">
              <a:spcBef>
                <a:spcPts val="0"/>
              </a:spcBef>
              <a:buClr>
                <a:srgbClr val="39C0BA"/>
              </a:buClr>
              <a:buSzPct val="100000"/>
              <a:buFont typeface="Quicksand"/>
              <a:buNone/>
              <a:defRPr sz="4800">
                <a:solidFill>
                  <a:srgbClr val="660033"/>
                </a:solidFill>
                <a:latin typeface="+mj-lt"/>
                <a:ea typeface="Quicksand"/>
                <a:cs typeface="Quicksand"/>
                <a:sym typeface="Quicksand"/>
              </a:defRPr>
            </a:lvl1pPr>
            <a:lvl2pPr lvl="1"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2pPr>
            <a:lvl3pPr lvl="2"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3pPr>
            <a:lvl4pPr lvl="3"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4pPr>
            <a:lvl5pPr lvl="4"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5pPr>
            <a:lvl6pPr lvl="5"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6pPr>
            <a:lvl7pPr lvl="6"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7pPr>
            <a:lvl8pPr lvl="7"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8pPr>
            <a:lvl9pPr lvl="8" rtl="0">
              <a:spcBef>
                <a:spcPts val="0"/>
              </a:spcBef>
              <a:buClr>
                <a:srgbClr val="39C0BA"/>
              </a:buClr>
              <a:buSzPct val="100000"/>
              <a:buFont typeface="Quicksand"/>
              <a:buNone/>
              <a:defRPr sz="2700">
                <a:solidFill>
                  <a:srgbClr val="39C0BA"/>
                </a:solidFill>
                <a:latin typeface="Quicksand"/>
                <a:ea typeface="Quicksand"/>
                <a:cs typeface="Quicksand"/>
                <a:sym typeface="Quicksand"/>
              </a:defRPr>
            </a:lvl9pPr>
          </a:lstStyle>
          <a:p>
            <a:endParaRPr dirty="0"/>
          </a:p>
        </p:txBody>
      </p:sp>
      <p:sp>
        <p:nvSpPr>
          <p:cNvPr id="27" name="Shape 27"/>
          <p:cNvSpPr txBox="1">
            <a:spLocks noGrp="1"/>
          </p:cNvSpPr>
          <p:nvPr>
            <p:ph type="body" idx="1"/>
          </p:nvPr>
        </p:nvSpPr>
        <p:spPr>
          <a:xfrm>
            <a:off x="1743154" y="2498936"/>
            <a:ext cx="13550180" cy="6750000"/>
          </a:xfrm>
          <a:prstGeom prst="rect">
            <a:avLst/>
          </a:prstGeom>
        </p:spPr>
        <p:txBody>
          <a:bodyPr lIns="91425" tIns="91425" rIns="91425" bIns="91425" anchor="t" anchorCtr="0">
            <a:normAutofit/>
          </a:bodyPr>
          <a:lstStyle>
            <a:lvl1pPr marL="428616" lvl="0" indent="-428616" rtl="0">
              <a:spcBef>
                <a:spcPts val="900"/>
              </a:spcBef>
              <a:buClr>
                <a:schemeClr val="tx1">
                  <a:lumMod val="65000"/>
                  <a:lumOff val="35000"/>
                </a:schemeClr>
              </a:buClr>
              <a:buSzPct val="100000"/>
              <a:buFont typeface="Arial" panose="020B0604020202020204" pitchFamily="34" charset="0"/>
              <a:buChar char="•"/>
              <a:defRPr sz="3600">
                <a:solidFill>
                  <a:srgbClr val="660033"/>
                </a:solidFill>
                <a:latin typeface="+mn-lt"/>
                <a:ea typeface="Quicksand"/>
                <a:cs typeface="Quicksand"/>
                <a:sym typeface="Quicksand"/>
              </a:defRPr>
            </a:lvl1pPr>
            <a:lvl2pPr lvl="1" rtl="0">
              <a:spcBef>
                <a:spcPts val="720"/>
              </a:spcBef>
              <a:buClr>
                <a:srgbClr val="F3F3F3"/>
              </a:buClr>
              <a:buSzPct val="100000"/>
              <a:buFont typeface="Quicksand"/>
              <a:buChar char="▫"/>
              <a:defRPr sz="3600">
                <a:solidFill>
                  <a:srgbClr val="F3F3F3"/>
                </a:solidFill>
                <a:latin typeface="Quicksand"/>
                <a:ea typeface="Quicksand"/>
                <a:cs typeface="Quicksand"/>
                <a:sym typeface="Quicksand"/>
              </a:defRPr>
            </a:lvl2pPr>
            <a:lvl3pPr lvl="2" rtl="0">
              <a:spcBef>
                <a:spcPts val="720"/>
              </a:spcBef>
              <a:buClr>
                <a:srgbClr val="F3F3F3"/>
              </a:buClr>
              <a:buSzPct val="100000"/>
              <a:buFont typeface="Quicksand"/>
              <a:defRPr sz="3600">
                <a:solidFill>
                  <a:srgbClr val="F3F3F3"/>
                </a:solidFill>
                <a:latin typeface="Quicksand"/>
                <a:ea typeface="Quicksand"/>
                <a:cs typeface="Quicksand"/>
                <a:sym typeface="Quicksand"/>
              </a:defRPr>
            </a:lvl3pPr>
            <a:lvl4pPr lvl="3" rtl="0">
              <a:spcBef>
                <a:spcPts val="540"/>
              </a:spcBef>
              <a:buClr>
                <a:srgbClr val="F3F3F3"/>
              </a:buClr>
              <a:buSzPct val="100000"/>
              <a:buFont typeface="Quicksand"/>
              <a:defRPr sz="2700">
                <a:solidFill>
                  <a:srgbClr val="F3F3F3"/>
                </a:solidFill>
                <a:latin typeface="Quicksand"/>
                <a:ea typeface="Quicksand"/>
                <a:cs typeface="Quicksand"/>
                <a:sym typeface="Quicksand"/>
              </a:defRPr>
            </a:lvl4pPr>
            <a:lvl5pPr lvl="4" rtl="0">
              <a:spcBef>
                <a:spcPts val="540"/>
              </a:spcBef>
              <a:buClr>
                <a:srgbClr val="F3F3F3"/>
              </a:buClr>
              <a:buSzPct val="100000"/>
              <a:buFont typeface="Quicksand"/>
              <a:defRPr sz="2700">
                <a:solidFill>
                  <a:srgbClr val="F3F3F3"/>
                </a:solidFill>
                <a:latin typeface="Quicksand"/>
                <a:ea typeface="Quicksand"/>
                <a:cs typeface="Quicksand"/>
                <a:sym typeface="Quicksand"/>
              </a:defRPr>
            </a:lvl5pPr>
            <a:lvl6pPr lvl="5" rtl="0">
              <a:spcBef>
                <a:spcPts val="540"/>
              </a:spcBef>
              <a:buClr>
                <a:srgbClr val="F3F3F3"/>
              </a:buClr>
              <a:buSzPct val="100000"/>
              <a:buFont typeface="Quicksand"/>
              <a:defRPr sz="2700">
                <a:solidFill>
                  <a:srgbClr val="F3F3F3"/>
                </a:solidFill>
                <a:latin typeface="Quicksand"/>
                <a:ea typeface="Quicksand"/>
                <a:cs typeface="Quicksand"/>
                <a:sym typeface="Quicksand"/>
              </a:defRPr>
            </a:lvl6pPr>
            <a:lvl7pPr lvl="6" rtl="0">
              <a:spcBef>
                <a:spcPts val="540"/>
              </a:spcBef>
              <a:buClr>
                <a:srgbClr val="F3F3F3"/>
              </a:buClr>
              <a:buSzPct val="100000"/>
              <a:buFont typeface="Quicksand"/>
              <a:defRPr sz="2700">
                <a:solidFill>
                  <a:srgbClr val="F3F3F3"/>
                </a:solidFill>
                <a:latin typeface="Quicksand"/>
                <a:ea typeface="Quicksand"/>
                <a:cs typeface="Quicksand"/>
                <a:sym typeface="Quicksand"/>
              </a:defRPr>
            </a:lvl7pPr>
            <a:lvl8pPr lvl="7" rtl="0">
              <a:spcBef>
                <a:spcPts val="540"/>
              </a:spcBef>
              <a:buClr>
                <a:srgbClr val="F3F3F3"/>
              </a:buClr>
              <a:buSzPct val="100000"/>
              <a:buFont typeface="Quicksand"/>
              <a:defRPr sz="2700">
                <a:solidFill>
                  <a:srgbClr val="F3F3F3"/>
                </a:solidFill>
                <a:latin typeface="Quicksand"/>
                <a:ea typeface="Quicksand"/>
                <a:cs typeface="Quicksand"/>
                <a:sym typeface="Quicksand"/>
              </a:defRPr>
            </a:lvl8pPr>
            <a:lvl9pPr lvl="8" rtl="0">
              <a:spcBef>
                <a:spcPts val="540"/>
              </a:spcBef>
              <a:buClr>
                <a:srgbClr val="F3F3F3"/>
              </a:buClr>
              <a:buSzPct val="100000"/>
              <a:buFont typeface="Quicksand"/>
              <a:defRPr sz="2700">
                <a:solidFill>
                  <a:srgbClr val="F3F3F3"/>
                </a:solidFill>
                <a:latin typeface="Quicksand"/>
                <a:ea typeface="Quicksand"/>
                <a:cs typeface="Quicksand"/>
                <a:sym typeface="Quicksand"/>
              </a:defRPr>
            </a:lvl9pPr>
          </a:lstStyle>
          <a:p>
            <a:endParaRPr dirty="0"/>
          </a:p>
        </p:txBody>
      </p:sp>
      <p:pic>
        <p:nvPicPr>
          <p:cNvPr id="2" name="Picture 1" descr="green-bar.eps">
            <a:extLst>
              <a:ext uri="{FF2B5EF4-FFF2-40B4-BE49-F238E27FC236}">
                <a16:creationId xmlns:a16="http://schemas.microsoft.com/office/drawing/2014/main" id="{A8A24C60-748E-37E1-E9D6-E8D297742417}"/>
              </a:ext>
            </a:extLst>
          </p:cNvPr>
          <p:cNvPicPr>
            <a:picLocks noChangeAspect="1"/>
          </p:cNvPicPr>
          <p:nvPr userDrawn="1"/>
        </p:nvPicPr>
        <p:blipFill>
          <a:blip r:embed="rId2">
            <a:biLevel thresh="50000"/>
            <a:extLst>
              <a:ext uri="{28A0092B-C50C-407E-A947-70E740481C1C}">
                <a14:useLocalDpi xmlns:a14="http://schemas.microsoft.com/office/drawing/2010/main" val="0"/>
              </a:ext>
            </a:extLst>
          </a:blip>
          <a:stretch>
            <a:fillRect/>
          </a:stretch>
        </p:blipFill>
        <p:spPr>
          <a:xfrm>
            <a:off x="1" y="9372602"/>
            <a:ext cx="18286214" cy="921761"/>
          </a:xfrm>
          <a:prstGeom prst="rect">
            <a:avLst/>
          </a:prstGeom>
        </p:spPr>
      </p:pic>
      <p:pic>
        <p:nvPicPr>
          <p:cNvPr id="4" name="Picture 3">
            <a:extLst>
              <a:ext uri="{FF2B5EF4-FFF2-40B4-BE49-F238E27FC236}">
                <a16:creationId xmlns:a16="http://schemas.microsoft.com/office/drawing/2014/main" id="{2A0E5F5D-F7F6-9D03-4A83-F59BD1923737}"/>
              </a:ext>
            </a:extLst>
          </p:cNvPr>
          <p:cNvPicPr>
            <a:picLocks noChangeAspect="1"/>
          </p:cNvPicPr>
          <p:nvPr userDrawn="1"/>
        </p:nvPicPr>
        <p:blipFill>
          <a:blip r:embed="rId3"/>
          <a:stretch>
            <a:fillRect/>
          </a:stretch>
        </p:blipFill>
        <p:spPr>
          <a:xfrm>
            <a:off x="17273011" y="9615410"/>
            <a:ext cx="710681" cy="436143"/>
          </a:xfrm>
          <a:prstGeom prst="rect">
            <a:avLst/>
          </a:prstGeom>
        </p:spPr>
      </p:pic>
      <p:sp>
        <p:nvSpPr>
          <p:cNvPr id="3" name="Slide Number Placeholder 8">
            <a:extLst>
              <a:ext uri="{FF2B5EF4-FFF2-40B4-BE49-F238E27FC236}">
                <a16:creationId xmlns:a16="http://schemas.microsoft.com/office/drawing/2014/main" id="{335FF834-5238-8877-FF77-B5FD6797E49C}"/>
              </a:ext>
            </a:extLst>
          </p:cNvPr>
          <p:cNvSpPr>
            <a:spLocks noGrp="1"/>
          </p:cNvSpPr>
          <p:nvPr>
            <p:ph type="sldNum" sz="quarter" idx="27"/>
          </p:nvPr>
        </p:nvSpPr>
        <p:spPr>
          <a:xfrm>
            <a:off x="300738" y="9559637"/>
            <a:ext cx="595215" cy="547689"/>
          </a:xfrm>
        </p:spPr>
        <p:txBody>
          <a:bodyPr/>
          <a:lstStyle>
            <a:lvl1pPr>
              <a:defRPr>
                <a:solidFill>
                  <a:srgbClr val="FF993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7240882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914400" y="411957"/>
            <a:ext cx="16459200" cy="17145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3600"/>
              <a:buFont typeface="Arial"/>
              <a:buNone/>
              <a:defRPr sz="5400" b="1">
                <a:solidFill>
                  <a:schemeClr val="dk1"/>
                </a:solidFill>
                <a:latin typeface="Arial"/>
                <a:ea typeface="Arial"/>
                <a:cs typeface="Arial"/>
                <a:sym typeface="Arial"/>
              </a:defRPr>
            </a:lvl1pPr>
            <a:lvl2pPr lvl="1" algn="l" rtl="0">
              <a:spcBef>
                <a:spcPts val="0"/>
              </a:spcBef>
              <a:spcAft>
                <a:spcPts val="0"/>
              </a:spcAft>
              <a:buSzPts val="3600"/>
              <a:buFont typeface="Arial"/>
              <a:buNone/>
              <a:defRPr sz="5400" b="1">
                <a:solidFill>
                  <a:schemeClr val="dk1"/>
                </a:solidFill>
                <a:latin typeface="Arial"/>
                <a:ea typeface="Arial"/>
                <a:cs typeface="Arial"/>
                <a:sym typeface="Arial"/>
              </a:defRPr>
            </a:lvl2pPr>
            <a:lvl3pPr lvl="2" algn="l" rtl="0">
              <a:spcBef>
                <a:spcPts val="0"/>
              </a:spcBef>
              <a:spcAft>
                <a:spcPts val="0"/>
              </a:spcAft>
              <a:buSzPts val="3600"/>
              <a:buFont typeface="Arial"/>
              <a:buNone/>
              <a:defRPr sz="5400" b="1">
                <a:solidFill>
                  <a:schemeClr val="dk1"/>
                </a:solidFill>
                <a:latin typeface="Arial"/>
                <a:ea typeface="Arial"/>
                <a:cs typeface="Arial"/>
                <a:sym typeface="Arial"/>
              </a:defRPr>
            </a:lvl3pPr>
            <a:lvl4pPr lvl="3" algn="l" rtl="0">
              <a:spcBef>
                <a:spcPts val="0"/>
              </a:spcBef>
              <a:spcAft>
                <a:spcPts val="0"/>
              </a:spcAft>
              <a:buSzPts val="3600"/>
              <a:buFont typeface="Arial"/>
              <a:buNone/>
              <a:defRPr sz="5400" b="1">
                <a:solidFill>
                  <a:schemeClr val="dk1"/>
                </a:solidFill>
                <a:latin typeface="Arial"/>
                <a:ea typeface="Arial"/>
                <a:cs typeface="Arial"/>
                <a:sym typeface="Arial"/>
              </a:defRPr>
            </a:lvl4pPr>
            <a:lvl5pPr lvl="4" algn="l" rtl="0">
              <a:spcBef>
                <a:spcPts val="0"/>
              </a:spcBef>
              <a:spcAft>
                <a:spcPts val="0"/>
              </a:spcAft>
              <a:buSzPts val="3600"/>
              <a:buFont typeface="Arial"/>
              <a:buNone/>
              <a:defRPr sz="5400" b="1">
                <a:solidFill>
                  <a:schemeClr val="dk1"/>
                </a:solidFill>
                <a:latin typeface="Arial"/>
                <a:ea typeface="Arial"/>
                <a:cs typeface="Arial"/>
                <a:sym typeface="Arial"/>
              </a:defRPr>
            </a:lvl5pPr>
            <a:lvl6pPr lvl="5" algn="l" rtl="0">
              <a:spcBef>
                <a:spcPts val="0"/>
              </a:spcBef>
              <a:spcAft>
                <a:spcPts val="0"/>
              </a:spcAft>
              <a:buSzPts val="3600"/>
              <a:buFont typeface="Arial"/>
              <a:buNone/>
              <a:defRPr sz="5400" b="1">
                <a:solidFill>
                  <a:schemeClr val="dk1"/>
                </a:solidFill>
                <a:latin typeface="Arial"/>
                <a:ea typeface="Arial"/>
                <a:cs typeface="Arial"/>
                <a:sym typeface="Arial"/>
              </a:defRPr>
            </a:lvl6pPr>
            <a:lvl7pPr lvl="6" algn="l" rtl="0">
              <a:spcBef>
                <a:spcPts val="0"/>
              </a:spcBef>
              <a:spcAft>
                <a:spcPts val="0"/>
              </a:spcAft>
              <a:buSzPts val="3600"/>
              <a:buFont typeface="Arial"/>
              <a:buNone/>
              <a:defRPr sz="5400" b="1">
                <a:solidFill>
                  <a:schemeClr val="dk1"/>
                </a:solidFill>
                <a:latin typeface="Arial"/>
                <a:ea typeface="Arial"/>
                <a:cs typeface="Arial"/>
                <a:sym typeface="Arial"/>
              </a:defRPr>
            </a:lvl7pPr>
            <a:lvl8pPr lvl="7" algn="l" rtl="0">
              <a:spcBef>
                <a:spcPts val="0"/>
              </a:spcBef>
              <a:spcAft>
                <a:spcPts val="0"/>
              </a:spcAft>
              <a:buSzPts val="3600"/>
              <a:buFont typeface="Arial"/>
              <a:buNone/>
              <a:defRPr sz="5400" b="1">
                <a:solidFill>
                  <a:schemeClr val="dk1"/>
                </a:solidFill>
                <a:latin typeface="Arial"/>
                <a:ea typeface="Arial"/>
                <a:cs typeface="Arial"/>
                <a:sym typeface="Arial"/>
              </a:defRPr>
            </a:lvl8pPr>
            <a:lvl9pPr lvl="8" algn="l" rtl="0">
              <a:spcBef>
                <a:spcPts val="0"/>
              </a:spcBef>
              <a:spcAft>
                <a:spcPts val="0"/>
              </a:spcAft>
              <a:buSzPts val="3600"/>
              <a:buFont typeface="Arial"/>
              <a:buNone/>
              <a:defRPr sz="5400" b="1">
                <a:solidFill>
                  <a:schemeClr val="dk1"/>
                </a:solidFill>
                <a:latin typeface="Arial"/>
                <a:ea typeface="Arial"/>
                <a:cs typeface="Arial"/>
                <a:sym typeface="Arial"/>
              </a:defRPr>
            </a:lvl9pPr>
          </a:lstStyle>
          <a:p>
            <a:endParaRPr/>
          </a:p>
        </p:txBody>
      </p:sp>
      <p:sp>
        <p:nvSpPr>
          <p:cNvPr id="13" name="Google Shape;13;p3"/>
          <p:cNvSpPr txBox="1">
            <a:spLocks noGrp="1"/>
          </p:cNvSpPr>
          <p:nvPr>
            <p:ph type="body" idx="1"/>
          </p:nvPr>
        </p:nvSpPr>
        <p:spPr>
          <a:xfrm>
            <a:off x="914400" y="2400300"/>
            <a:ext cx="16459200" cy="7451361"/>
          </a:xfrm>
          <a:prstGeom prst="rect">
            <a:avLst/>
          </a:prstGeom>
          <a:noFill/>
          <a:ln>
            <a:noFill/>
          </a:ln>
        </p:spPr>
        <p:txBody>
          <a:bodyPr spcFirstLastPara="1" wrap="square" lIns="91425" tIns="91425" rIns="91425" bIns="91425" anchor="t" anchorCtr="0">
            <a:noAutofit/>
          </a:bodyPr>
          <a:lstStyle>
            <a:lvl1pPr marL="685800" lvl="0" indent="-628650" rtl="0">
              <a:spcBef>
                <a:spcPts val="900"/>
              </a:spcBef>
              <a:spcAft>
                <a:spcPts val="0"/>
              </a:spcAft>
              <a:buSzPts val="3000"/>
              <a:buChar char="●"/>
              <a:defRPr/>
            </a:lvl1pPr>
            <a:lvl2pPr marL="1371600" lvl="1" indent="-571500" rtl="0">
              <a:spcBef>
                <a:spcPts val="0"/>
              </a:spcBef>
              <a:spcAft>
                <a:spcPts val="0"/>
              </a:spcAft>
              <a:buSzPts val="2400"/>
              <a:buChar char="○"/>
              <a:defRPr/>
            </a:lvl2pPr>
            <a:lvl3pPr marL="2057400" lvl="2" indent="-571500" rtl="0">
              <a:spcBef>
                <a:spcPts val="0"/>
              </a:spcBef>
              <a:spcAft>
                <a:spcPts val="0"/>
              </a:spcAft>
              <a:buSzPts val="2400"/>
              <a:buChar char="■"/>
              <a:defRPr/>
            </a:lvl3pPr>
            <a:lvl4pPr marL="2743200" lvl="3" indent="-514350" rtl="0">
              <a:spcBef>
                <a:spcPts val="0"/>
              </a:spcBef>
              <a:spcAft>
                <a:spcPts val="0"/>
              </a:spcAft>
              <a:buSzPts val="1800"/>
              <a:buChar char="●"/>
              <a:defRPr/>
            </a:lvl4pPr>
            <a:lvl5pPr marL="3429000" lvl="4" indent="-514350" rtl="0">
              <a:spcBef>
                <a:spcPts val="0"/>
              </a:spcBef>
              <a:spcAft>
                <a:spcPts val="0"/>
              </a:spcAft>
              <a:buSzPts val="1800"/>
              <a:buChar char="○"/>
              <a:defRPr sz="2700"/>
            </a:lvl5pPr>
            <a:lvl6pPr marL="4114800" lvl="5" indent="-514350" rtl="0">
              <a:spcBef>
                <a:spcPts val="0"/>
              </a:spcBef>
              <a:spcAft>
                <a:spcPts val="0"/>
              </a:spcAft>
              <a:buSzPts val="1800"/>
              <a:buChar char="■"/>
              <a:defRPr sz="2700"/>
            </a:lvl6pPr>
            <a:lvl7pPr marL="4800600" lvl="6" indent="-514350" rtl="0">
              <a:spcBef>
                <a:spcPts val="0"/>
              </a:spcBef>
              <a:spcAft>
                <a:spcPts val="0"/>
              </a:spcAft>
              <a:buSzPts val="1800"/>
              <a:buChar char="●"/>
              <a:defRPr sz="2700"/>
            </a:lvl7pPr>
            <a:lvl8pPr marL="5486400" lvl="7" indent="-514350" rtl="0">
              <a:spcBef>
                <a:spcPts val="0"/>
              </a:spcBef>
              <a:spcAft>
                <a:spcPts val="0"/>
              </a:spcAft>
              <a:buSzPts val="1800"/>
              <a:buChar char="○"/>
              <a:defRPr sz="2700"/>
            </a:lvl8pPr>
            <a:lvl9pPr marL="6172200" lvl="8" indent="-514350" rtl="0">
              <a:spcBef>
                <a:spcPts val="0"/>
              </a:spcBef>
              <a:spcAft>
                <a:spcPts val="0"/>
              </a:spcAft>
              <a:buSzPts val="1800"/>
              <a:buChar char="■"/>
              <a:defRPr sz="2700"/>
            </a:lvl9pPr>
          </a:lstStyle>
          <a:p>
            <a:endParaRPr/>
          </a:p>
        </p:txBody>
      </p:sp>
    </p:spTree>
    <p:extLst>
      <p:ext uri="{BB962C8B-B14F-4D97-AF65-F5344CB8AC3E}">
        <p14:creationId xmlns:p14="http://schemas.microsoft.com/office/powerpoint/2010/main" val="29349072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Blank key color">
    <p:bg>
      <p:bgPr>
        <a:solidFill>
          <a:schemeClr val="bg1"/>
        </a:solidFill>
        <a:effectLst/>
      </p:bgPr>
    </p:bg>
    <p:spTree>
      <p:nvGrpSpPr>
        <p:cNvPr id="1" name="Shape 54"/>
        <p:cNvGrpSpPr/>
        <p:nvPr/>
      </p:nvGrpSpPr>
      <p:grpSpPr>
        <a:xfrm>
          <a:off x="0" y="0"/>
          <a:ext cx="0" cy="0"/>
          <a:chOff x="0" y="0"/>
          <a:chExt cx="0" cy="0"/>
        </a:xfrm>
      </p:grpSpPr>
      <p:cxnSp>
        <p:nvCxnSpPr>
          <p:cNvPr id="6" name="Shape 23"/>
          <p:cNvCxnSpPr/>
          <p:nvPr userDrawn="1"/>
        </p:nvCxnSpPr>
        <p:spPr>
          <a:xfrm>
            <a:off x="1046162" y="-11888"/>
            <a:ext cx="0" cy="10299150"/>
          </a:xfrm>
          <a:prstGeom prst="straightConnector1">
            <a:avLst/>
          </a:prstGeom>
          <a:noFill/>
          <a:ln w="12700" cap="flat" cmpd="sng">
            <a:solidFill>
              <a:srgbClr val="0070C0"/>
            </a:solidFill>
            <a:prstDash val="solid"/>
            <a:round/>
            <a:headEnd type="none" w="lg" len="lg"/>
            <a:tailEnd type="none" w="lg" len="lg"/>
          </a:ln>
        </p:spPr>
      </p:cxnSp>
      <p:sp>
        <p:nvSpPr>
          <p:cNvPr id="8" name="Shape 25"/>
          <p:cNvSpPr/>
          <p:nvPr userDrawn="1"/>
        </p:nvSpPr>
        <p:spPr>
          <a:xfrm>
            <a:off x="801107" y="4854215"/>
            <a:ext cx="486000" cy="486000"/>
          </a:xfrm>
          <a:prstGeom prst="ellipse">
            <a:avLst/>
          </a:prstGeom>
          <a:solidFill>
            <a:schemeClr val="bg1"/>
          </a:solidFill>
          <a:ln w="12700" cap="flat" cmpd="sng">
            <a:solidFill>
              <a:srgbClr val="0070C0"/>
            </a:solidFill>
            <a:prstDash val="solid"/>
            <a:round/>
            <a:headEnd type="none" w="med" len="med"/>
            <a:tailEnd type="none" w="med" len="med"/>
          </a:ln>
        </p:spPr>
        <p:txBody>
          <a:bodyPr lIns="137138" tIns="137138" rIns="137138" bIns="137138" anchor="ctr" anchorCtr="0">
            <a:noAutofit/>
          </a:bodyPr>
          <a:lstStyle/>
          <a:p>
            <a:pPr lvl="0">
              <a:spcBef>
                <a:spcPts val="0"/>
              </a:spcBef>
              <a:buNone/>
            </a:pPr>
            <a:endParaRPr sz="2100"/>
          </a:p>
        </p:txBody>
      </p:sp>
      <p:sp>
        <p:nvSpPr>
          <p:cNvPr id="2" name="Title 1">
            <a:extLst>
              <a:ext uri="{FF2B5EF4-FFF2-40B4-BE49-F238E27FC236}">
                <a16:creationId xmlns:a16="http://schemas.microsoft.com/office/drawing/2014/main" id="{06AED0D8-71C1-1FD3-86FA-56919D32FADB}"/>
              </a:ext>
            </a:extLst>
          </p:cNvPr>
          <p:cNvSpPr txBox="1">
            <a:spLocks/>
          </p:cNvSpPr>
          <p:nvPr userDrawn="1"/>
        </p:nvSpPr>
        <p:spPr>
          <a:xfrm>
            <a:off x="1752600" y="4800215"/>
            <a:ext cx="14364000" cy="594000"/>
          </a:xfrm>
          <a:prstGeom prst="rect">
            <a:avLst/>
          </a:prstGeom>
        </p:spPr>
        <p:txBody>
          <a:bodyPr vert="horz" lIns="137138" tIns="137138" rIns="137138" bIns="137138"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4800" dirty="0">
              <a:solidFill>
                <a:srgbClr val="4472C4"/>
              </a:solidFill>
            </a:endParaRPr>
          </a:p>
        </p:txBody>
      </p:sp>
    </p:spTree>
    <p:extLst>
      <p:ext uri="{BB962C8B-B14F-4D97-AF65-F5344CB8AC3E}">
        <p14:creationId xmlns:p14="http://schemas.microsoft.com/office/powerpoint/2010/main" val="37337012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981201" y="2297907"/>
            <a:ext cx="15532100" cy="2150268"/>
          </a:xfrm>
        </p:spPr>
        <p:txBody>
          <a:bodyPr/>
          <a:lstStyle/>
          <a:p>
            <a:r>
              <a:rPr lang="en-CA"/>
              <a:t>Click to edit Master title style</a:t>
            </a:r>
            <a:endParaRPr lang="en-US"/>
          </a:p>
        </p:txBody>
      </p:sp>
      <p:sp>
        <p:nvSpPr>
          <p:cNvPr id="3" name="Rectangle 10">
            <a:extLst>
              <a:ext uri="{FF2B5EF4-FFF2-40B4-BE49-F238E27FC236}">
                <a16:creationId xmlns:a16="http://schemas.microsoft.com/office/drawing/2014/main" id="{16A80F7A-D511-6AE8-4602-EB18397757F4}"/>
              </a:ext>
            </a:extLst>
          </p:cNvPr>
          <p:cNvSpPr>
            <a:spLocks noGrp="1" noChangeArrowheads="1"/>
          </p:cNvSpPr>
          <p:nvPr>
            <p:ph type="dt" idx="10"/>
          </p:nvPr>
        </p:nvSpPr>
        <p:spPr>
          <a:ln/>
        </p:spPr>
        <p:txBody>
          <a:bodyPr/>
          <a:lstStyle>
            <a:lvl1pPr>
              <a:defRPr/>
            </a:lvl1pPr>
          </a:lstStyle>
          <a:p>
            <a:pPr>
              <a:defRPr/>
            </a:pPr>
            <a:endParaRPr lang="en-GB"/>
          </a:p>
        </p:txBody>
      </p:sp>
      <p:sp>
        <p:nvSpPr>
          <p:cNvPr id="4" name="Rectangle 11">
            <a:extLst>
              <a:ext uri="{FF2B5EF4-FFF2-40B4-BE49-F238E27FC236}">
                <a16:creationId xmlns:a16="http://schemas.microsoft.com/office/drawing/2014/main" id="{0D4AA187-0F31-42A1-FF1A-5DE788095BC5}"/>
              </a:ext>
            </a:extLst>
          </p:cNvPr>
          <p:cNvSpPr>
            <a:spLocks noGrp="1" noChangeArrowheads="1"/>
          </p:cNvSpPr>
          <p:nvPr>
            <p:ph type="ftr" idx="11"/>
          </p:nvPr>
        </p:nvSpPr>
        <p:spPr>
          <a:ln/>
        </p:spPr>
        <p:txBody>
          <a:bodyPr/>
          <a:lstStyle>
            <a:lvl1pPr>
              <a:defRPr/>
            </a:lvl1pPr>
          </a:lstStyle>
          <a:p>
            <a:pPr>
              <a:defRPr/>
            </a:pPr>
            <a:endParaRPr lang="en-GB"/>
          </a:p>
        </p:txBody>
      </p:sp>
      <p:sp>
        <p:nvSpPr>
          <p:cNvPr id="5" name="Rectangle 12">
            <a:extLst>
              <a:ext uri="{FF2B5EF4-FFF2-40B4-BE49-F238E27FC236}">
                <a16:creationId xmlns:a16="http://schemas.microsoft.com/office/drawing/2014/main" id="{F75E0803-D7E9-B0F5-FD14-F2C4F4143FB6}"/>
              </a:ext>
            </a:extLst>
          </p:cNvPr>
          <p:cNvSpPr>
            <a:spLocks noGrp="1" noChangeArrowheads="1"/>
          </p:cNvSpPr>
          <p:nvPr>
            <p:ph type="sldNum" idx="12"/>
          </p:nvPr>
        </p:nvSpPr>
        <p:spPr>
          <a:ln/>
        </p:spPr>
        <p:txBody>
          <a:bodyPr/>
          <a:lstStyle>
            <a:lvl1pPr>
              <a:defRPr/>
            </a:lvl1pPr>
          </a:lstStyle>
          <a:p>
            <a:pPr>
              <a:defRPr/>
            </a:pPr>
            <a:fld id="{BFF9F0EE-6797-2049-A9D7-7D150597C557}" type="slidenum">
              <a:rPr lang="en-GB" altLang="en-US"/>
              <a:pPr>
                <a:defRPr/>
              </a:pPr>
              <a:t>‹#›</a:t>
            </a:fld>
            <a:endParaRPr lang="en-GB" altLang="en-US"/>
          </a:p>
        </p:txBody>
      </p:sp>
    </p:spTree>
    <p:extLst>
      <p:ext uri="{BB962C8B-B14F-4D97-AF65-F5344CB8AC3E}">
        <p14:creationId xmlns:p14="http://schemas.microsoft.com/office/powerpoint/2010/main" val="32402558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2"/>
            <a:ext cx="15544801" cy="2154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743203" y="5760725"/>
            <a:ext cx="1280160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dt" sz="half" idx="6"/>
          </p:nvPr>
        </p:nvSpPr>
        <p:spPr/>
        <p:txBody>
          <a:bodyPr lIns="0" tIns="0" rIns="0" bIns="0"/>
          <a:lstStyle>
            <a:lvl1pPr>
              <a:defRPr sz="1783" b="1" i="0">
                <a:solidFill>
                  <a:schemeClr val="bg1"/>
                </a:solidFill>
                <a:latin typeface="Arial"/>
                <a:cs typeface="Arial"/>
              </a:defRPr>
            </a:lvl1pPr>
          </a:lstStyle>
          <a:p>
            <a:pPr marL="37746">
              <a:spcBef>
                <a:spcPts val="193"/>
              </a:spcBef>
            </a:pPr>
            <a:r>
              <a:rPr lang="en-US" spc="-15"/>
              <a:t>Process Control I</a:t>
            </a:r>
            <a:endParaRPr lang="en-US" spc="-15" dirty="0"/>
          </a:p>
        </p:txBody>
      </p:sp>
      <p:sp>
        <p:nvSpPr>
          <p:cNvPr id="6" name="Holder 6"/>
          <p:cNvSpPr>
            <a:spLocks noGrp="1"/>
          </p:cNvSpPr>
          <p:nvPr>
            <p:ph type="sldNum" sz="quarter" idx="7"/>
          </p:nvPr>
        </p:nvSpPr>
        <p:spPr/>
        <p:txBody>
          <a:bodyPr lIns="0" tIns="0" rIns="0" bIns="0"/>
          <a:lstStyle>
            <a:lvl1pPr algn="r">
              <a:defRPr>
                <a:solidFill>
                  <a:schemeClr val="bg1"/>
                </a:solidFill>
              </a:defRPr>
            </a:lvl1pPr>
          </a:lstStyle>
          <a:p>
            <a:fld id="{B6F15528-21DE-4FAA-801E-634DDDAF4B2B}" type="slidenum">
              <a:rPr lang="en-CA" smtClean="0"/>
              <a:pPr/>
              <a:t>‹#›</a:t>
            </a:fld>
            <a:endParaRPr lang="en-CA" dirty="0"/>
          </a:p>
        </p:txBody>
      </p:sp>
      <p:sp>
        <p:nvSpPr>
          <p:cNvPr id="7" name="TextBox 6">
            <a:extLst>
              <a:ext uri="{FF2B5EF4-FFF2-40B4-BE49-F238E27FC236}">
                <a16:creationId xmlns:a16="http://schemas.microsoft.com/office/drawing/2014/main" id="{C61C1C05-00E9-49F0-9CC2-798D23D88743}"/>
              </a:ext>
            </a:extLst>
          </p:cNvPr>
          <p:cNvSpPr txBox="1"/>
          <p:nvPr userDrawn="1"/>
        </p:nvSpPr>
        <p:spPr>
          <a:xfrm rot="16200000">
            <a:off x="13908812" y="4795289"/>
            <a:ext cx="7850484" cy="45826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2378" dirty="0"/>
              <a:t>Copyright @ 2019, 2020, 2021 , 2022 all rights reserved</a:t>
            </a:r>
            <a:endParaRPr lang="en-CA" sz="2378" dirty="0"/>
          </a:p>
        </p:txBody>
      </p:sp>
    </p:spTree>
    <p:extLst>
      <p:ext uri="{BB962C8B-B14F-4D97-AF65-F5344CB8AC3E}">
        <p14:creationId xmlns:p14="http://schemas.microsoft.com/office/powerpoint/2010/main" val="40968695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296878" y="2760745"/>
            <a:ext cx="9694249" cy="640303"/>
          </a:xfrm>
        </p:spPr>
        <p:txBody>
          <a:bodyPr lIns="0" tIns="0" rIns="0" bIns="0"/>
          <a:lstStyle>
            <a:lvl1pPr>
              <a:defRPr sz="4161"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5" name="Holder 5"/>
          <p:cNvSpPr>
            <a:spLocks noGrp="1"/>
          </p:cNvSpPr>
          <p:nvPr>
            <p:ph type="dt" sz="half" idx="6"/>
          </p:nvPr>
        </p:nvSpPr>
        <p:spPr/>
        <p:txBody>
          <a:bodyPr lIns="0" tIns="0" rIns="0" bIns="0"/>
          <a:lstStyle>
            <a:lvl1pPr>
              <a:defRPr sz="1783" b="1" i="0">
                <a:solidFill>
                  <a:schemeClr val="bg1"/>
                </a:solidFill>
                <a:latin typeface="Arial"/>
                <a:cs typeface="Arial"/>
              </a:defRPr>
            </a:lvl1pPr>
          </a:lstStyle>
          <a:p>
            <a:pPr marL="37746">
              <a:spcBef>
                <a:spcPts val="193"/>
              </a:spcBef>
            </a:pPr>
            <a:r>
              <a:rPr lang="en-US" spc="-15"/>
              <a:t>Process Control I</a:t>
            </a:r>
            <a:endParaRPr lang="en-US" spc="-15" dirty="0"/>
          </a:p>
        </p:txBody>
      </p:sp>
      <p:sp>
        <p:nvSpPr>
          <p:cNvPr id="6" name="Holder 6"/>
          <p:cNvSpPr>
            <a:spLocks noGrp="1"/>
          </p:cNvSpPr>
          <p:nvPr>
            <p:ph type="sldNum" sz="quarter" idx="7"/>
          </p:nvPr>
        </p:nvSpPr>
        <p:spPr/>
        <p:txBody>
          <a:bodyPr lIns="0" tIns="0" rIns="0" bIns="0"/>
          <a:lstStyle>
            <a:lvl1pPr algn="r">
              <a:defRPr>
                <a:solidFill>
                  <a:schemeClr val="bg1"/>
                </a:solidFill>
              </a:defRPr>
            </a:lvl1pPr>
          </a:lstStyle>
          <a:p>
            <a:fld id="{B6F15528-21DE-4FAA-801E-634DDDAF4B2B}" type="slidenum">
              <a:rPr lang="en-CA" smtClean="0"/>
              <a:pPr/>
              <a:t>‹#›</a:t>
            </a:fld>
            <a:endParaRPr lang="en-CA" dirty="0"/>
          </a:p>
        </p:txBody>
      </p:sp>
      <p:sp>
        <p:nvSpPr>
          <p:cNvPr id="7" name="TextBox 6">
            <a:extLst>
              <a:ext uri="{FF2B5EF4-FFF2-40B4-BE49-F238E27FC236}">
                <a16:creationId xmlns:a16="http://schemas.microsoft.com/office/drawing/2014/main" id="{E30F285F-D031-4DAA-889A-B48207E9E3F4}"/>
              </a:ext>
            </a:extLst>
          </p:cNvPr>
          <p:cNvSpPr txBox="1"/>
          <p:nvPr userDrawn="1"/>
        </p:nvSpPr>
        <p:spPr>
          <a:xfrm rot="16200000">
            <a:off x="13908812" y="4795289"/>
            <a:ext cx="7850484" cy="45826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2378" dirty="0"/>
              <a:t>Copyright </a:t>
            </a:r>
            <a:r>
              <a:rPr lang="en-US" sz="2378"/>
              <a:t>@  </a:t>
            </a:r>
            <a:r>
              <a:rPr lang="en-US" sz="2378" dirty="0"/>
              <a:t>all rights reserved</a:t>
            </a:r>
            <a:endParaRPr lang="en-CA" sz="2378" dirty="0"/>
          </a:p>
        </p:txBody>
      </p:sp>
    </p:spTree>
    <p:extLst>
      <p:ext uri="{BB962C8B-B14F-4D97-AF65-F5344CB8AC3E}">
        <p14:creationId xmlns:p14="http://schemas.microsoft.com/office/powerpoint/2010/main" val="37445833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296878" y="2760745"/>
            <a:ext cx="9694249" cy="640303"/>
          </a:xfrm>
        </p:spPr>
        <p:txBody>
          <a:bodyPr lIns="0" tIns="0" rIns="0" bIns="0"/>
          <a:lstStyle>
            <a:lvl1pPr>
              <a:defRPr sz="4161" b="0" i="0">
                <a:solidFill>
                  <a:schemeClr val="bg1"/>
                </a:solidFill>
                <a:latin typeface="Arial"/>
                <a:cs typeface="Arial"/>
              </a:defRPr>
            </a:lvl1pPr>
          </a:lstStyle>
          <a:p>
            <a:endParaRPr/>
          </a:p>
        </p:txBody>
      </p:sp>
      <p:sp>
        <p:nvSpPr>
          <p:cNvPr id="3" name="Holder 3"/>
          <p:cNvSpPr>
            <a:spLocks noGrp="1"/>
          </p:cNvSpPr>
          <p:nvPr>
            <p:ph sz="half" idx="2"/>
          </p:nvPr>
        </p:nvSpPr>
        <p:spPr>
          <a:xfrm>
            <a:off x="914402" y="2366013"/>
            <a:ext cx="7955279"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19" y="2366013"/>
            <a:ext cx="7955279" cy="276999"/>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defRPr sz="1783" b="1" i="0">
                <a:solidFill>
                  <a:schemeClr val="bg1"/>
                </a:solidFill>
                <a:latin typeface="Arial"/>
                <a:cs typeface="Arial"/>
              </a:defRPr>
            </a:lvl1pPr>
          </a:lstStyle>
          <a:p>
            <a:pPr marL="37746">
              <a:spcBef>
                <a:spcPts val="193"/>
              </a:spcBef>
            </a:pPr>
            <a:r>
              <a:rPr lang="en-US" spc="-15"/>
              <a:t>Process Control I</a:t>
            </a:r>
            <a:endParaRPr lang="en-US" spc="-15" dirty="0"/>
          </a:p>
        </p:txBody>
      </p:sp>
      <p:sp>
        <p:nvSpPr>
          <p:cNvPr id="7" name="Holder 7"/>
          <p:cNvSpPr>
            <a:spLocks noGrp="1"/>
          </p:cNvSpPr>
          <p:nvPr>
            <p:ph type="sldNum" sz="quarter" idx="7"/>
          </p:nvPr>
        </p:nvSpPr>
        <p:spPr/>
        <p:txBody>
          <a:bodyPr lIns="0" tIns="0" rIns="0" bIns="0"/>
          <a:lstStyle>
            <a:lvl1pPr algn="r">
              <a:defRPr>
                <a:solidFill>
                  <a:schemeClr val="bg1"/>
                </a:solidFill>
              </a:defRPr>
            </a:lvl1pPr>
          </a:lstStyle>
          <a:p>
            <a:fld id="{B6F15528-21DE-4FAA-801E-634DDDAF4B2B}" type="slidenum">
              <a:rPr lang="en-CA" smtClean="0"/>
              <a:pPr/>
              <a:t>‹#›</a:t>
            </a:fld>
            <a:endParaRPr lang="en-CA" dirty="0"/>
          </a:p>
        </p:txBody>
      </p:sp>
      <p:sp>
        <p:nvSpPr>
          <p:cNvPr id="8" name="TextBox 7">
            <a:extLst>
              <a:ext uri="{FF2B5EF4-FFF2-40B4-BE49-F238E27FC236}">
                <a16:creationId xmlns:a16="http://schemas.microsoft.com/office/drawing/2014/main" id="{5927E662-7091-42E7-86BD-352D7172D5B0}"/>
              </a:ext>
            </a:extLst>
          </p:cNvPr>
          <p:cNvSpPr txBox="1"/>
          <p:nvPr userDrawn="1"/>
        </p:nvSpPr>
        <p:spPr>
          <a:xfrm rot="16200000">
            <a:off x="13908812" y="4795289"/>
            <a:ext cx="7850484" cy="45826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2378" dirty="0"/>
              <a:t>Copyright @ 2019, 2020, 2021 , 2022 all rights reserved</a:t>
            </a:r>
            <a:endParaRPr lang="en-CA" sz="2378" dirty="0"/>
          </a:p>
        </p:txBody>
      </p:sp>
    </p:spTree>
    <p:extLst>
      <p:ext uri="{BB962C8B-B14F-4D97-AF65-F5344CB8AC3E}">
        <p14:creationId xmlns:p14="http://schemas.microsoft.com/office/powerpoint/2010/main" val="26553835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4296878" y="2760745"/>
            <a:ext cx="9694249" cy="640303"/>
          </a:xfrm>
        </p:spPr>
        <p:txBody>
          <a:bodyPr lIns="0" tIns="0" rIns="0" bIns="0"/>
          <a:lstStyle>
            <a:lvl1pPr>
              <a:defRPr sz="4161" b="0" i="0">
                <a:solidFill>
                  <a:schemeClr val="bg1"/>
                </a:solidFill>
                <a:latin typeface="Arial"/>
                <a:cs typeface="Arial"/>
              </a:defRPr>
            </a:lvl1pPr>
          </a:lstStyle>
          <a:p>
            <a:endParaRPr/>
          </a:p>
        </p:txBody>
      </p:sp>
      <p:sp>
        <p:nvSpPr>
          <p:cNvPr id="4" name="Holder 4"/>
          <p:cNvSpPr>
            <a:spLocks noGrp="1"/>
          </p:cNvSpPr>
          <p:nvPr>
            <p:ph type="dt" sz="half" idx="6"/>
          </p:nvPr>
        </p:nvSpPr>
        <p:spPr/>
        <p:txBody>
          <a:bodyPr lIns="0" tIns="0" rIns="0" bIns="0"/>
          <a:lstStyle>
            <a:lvl1pPr>
              <a:defRPr sz="1783" b="1" i="0">
                <a:solidFill>
                  <a:schemeClr val="bg1"/>
                </a:solidFill>
                <a:latin typeface="Arial"/>
                <a:cs typeface="Arial"/>
              </a:defRPr>
            </a:lvl1pPr>
          </a:lstStyle>
          <a:p>
            <a:pPr marL="37746">
              <a:spcBef>
                <a:spcPts val="193"/>
              </a:spcBef>
            </a:pPr>
            <a:r>
              <a:rPr lang="en-US" spc="-15"/>
              <a:t>Process Control I</a:t>
            </a:r>
            <a:endParaRPr lang="en-US" spc="-15" dirty="0"/>
          </a:p>
        </p:txBody>
      </p:sp>
      <p:sp>
        <p:nvSpPr>
          <p:cNvPr id="5" name="Holder 5"/>
          <p:cNvSpPr>
            <a:spLocks noGrp="1"/>
          </p:cNvSpPr>
          <p:nvPr>
            <p:ph type="sldNum" sz="quarter" idx="7"/>
          </p:nvPr>
        </p:nvSpPr>
        <p:spPr/>
        <p:txBody>
          <a:bodyPr lIns="0" tIns="0" rIns="0" bIns="0"/>
          <a:lstStyle>
            <a:lvl1pPr algn="r">
              <a:defRPr>
                <a:solidFill>
                  <a:schemeClr val="bg1"/>
                </a:solidFill>
              </a:defRPr>
            </a:lvl1pPr>
          </a:lstStyle>
          <a:p>
            <a:fld id="{B6F15528-21DE-4FAA-801E-634DDDAF4B2B}" type="slidenum">
              <a:rPr lang="en-CA" smtClean="0"/>
              <a:pPr/>
              <a:t>‹#›</a:t>
            </a:fld>
            <a:endParaRPr lang="en-CA" dirty="0"/>
          </a:p>
        </p:txBody>
      </p:sp>
      <p:sp>
        <p:nvSpPr>
          <p:cNvPr id="6" name="TextBox 5">
            <a:extLst>
              <a:ext uri="{FF2B5EF4-FFF2-40B4-BE49-F238E27FC236}">
                <a16:creationId xmlns:a16="http://schemas.microsoft.com/office/drawing/2014/main" id="{7FBF919D-5FF2-4FD3-B10A-FF7F40FF7F95}"/>
              </a:ext>
            </a:extLst>
          </p:cNvPr>
          <p:cNvSpPr txBox="1"/>
          <p:nvPr userDrawn="1"/>
        </p:nvSpPr>
        <p:spPr>
          <a:xfrm rot="16200000">
            <a:off x="13908812" y="4795289"/>
            <a:ext cx="7850484" cy="45826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2378" dirty="0"/>
              <a:t>Copyright @ 2019, 2020, 2021, 2022  all rights reserved</a:t>
            </a:r>
            <a:endParaRPr lang="en-CA" sz="2378" dirty="0"/>
          </a:p>
        </p:txBody>
      </p:sp>
    </p:spTree>
    <p:extLst>
      <p:ext uri="{BB962C8B-B14F-4D97-AF65-F5344CB8AC3E}">
        <p14:creationId xmlns:p14="http://schemas.microsoft.com/office/powerpoint/2010/main" val="13764897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defRPr sz="1783" b="1" i="0">
                <a:solidFill>
                  <a:schemeClr val="bg1"/>
                </a:solidFill>
                <a:latin typeface="Arial"/>
                <a:cs typeface="Arial"/>
              </a:defRPr>
            </a:lvl1pPr>
          </a:lstStyle>
          <a:p>
            <a:pPr marL="37746">
              <a:spcBef>
                <a:spcPts val="193"/>
              </a:spcBef>
            </a:pPr>
            <a:r>
              <a:rPr lang="en-US" spc="-15"/>
              <a:t>Process Control I</a:t>
            </a:r>
            <a:endParaRPr lang="en-US" spc="-15" dirty="0"/>
          </a:p>
        </p:txBody>
      </p:sp>
      <p:sp>
        <p:nvSpPr>
          <p:cNvPr id="4" name="Holder 4"/>
          <p:cNvSpPr>
            <a:spLocks noGrp="1"/>
          </p:cNvSpPr>
          <p:nvPr>
            <p:ph type="sldNum" sz="quarter" idx="7"/>
          </p:nvPr>
        </p:nvSpPr>
        <p:spPr/>
        <p:txBody>
          <a:bodyPr lIns="0" tIns="0" rIns="0" bIns="0"/>
          <a:lstStyle>
            <a:lvl1pPr algn="r">
              <a:defRPr>
                <a:solidFill>
                  <a:schemeClr val="bg1"/>
                </a:solidFill>
              </a:defRPr>
            </a:lvl1pPr>
          </a:lstStyle>
          <a:p>
            <a:fld id="{B6F15528-21DE-4FAA-801E-634DDDAF4B2B}" type="slidenum">
              <a:rPr lang="en-CA" smtClean="0"/>
              <a:pPr/>
              <a:t>‹#›</a:t>
            </a:fld>
            <a:endParaRPr lang="en-CA" dirty="0"/>
          </a:p>
        </p:txBody>
      </p:sp>
      <p:sp>
        <p:nvSpPr>
          <p:cNvPr id="5" name="TextBox 4">
            <a:extLst>
              <a:ext uri="{FF2B5EF4-FFF2-40B4-BE49-F238E27FC236}">
                <a16:creationId xmlns:a16="http://schemas.microsoft.com/office/drawing/2014/main" id="{E93572C6-3922-40DF-9BB5-B7EE8F70C1D9}"/>
              </a:ext>
            </a:extLst>
          </p:cNvPr>
          <p:cNvSpPr txBox="1"/>
          <p:nvPr userDrawn="1"/>
        </p:nvSpPr>
        <p:spPr>
          <a:xfrm rot="16200000">
            <a:off x="13908812" y="4795289"/>
            <a:ext cx="7850484" cy="45826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2378" dirty="0">
                <a:solidFill>
                  <a:schemeClr val="bg1">
                    <a:lumMod val="65000"/>
                  </a:schemeClr>
                </a:solidFill>
              </a:rPr>
              <a:t>Copyright @ 2019, 2020, 2021, 2022  all rights reserved</a:t>
            </a:r>
            <a:endParaRPr lang="en-CA" sz="2378" dirty="0">
              <a:solidFill>
                <a:schemeClr val="bg1">
                  <a:lumMod val="65000"/>
                </a:schemeClr>
              </a:solidFill>
            </a:endParaRPr>
          </a:p>
        </p:txBody>
      </p:sp>
    </p:spTree>
    <p:extLst>
      <p:ext uri="{BB962C8B-B14F-4D97-AF65-F5344CB8AC3E}">
        <p14:creationId xmlns:p14="http://schemas.microsoft.com/office/powerpoint/2010/main" val="5522893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6" Type="http://schemas.openxmlformats.org/officeDocument/2006/relationships/image" Target="../media/image1.jpg"/><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theme" Target="../theme/theme2.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image" Target="../media/image1.jpg"/><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theme" Target="../theme/theme3.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8.xml"/><Relationship Id="rId7" Type="http://schemas.openxmlformats.org/officeDocument/2006/relationships/image" Target="../media/image5.png"/><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theme" Target="../theme/theme4.xml"/><Relationship Id="rId5" Type="http://schemas.openxmlformats.org/officeDocument/2006/relationships/slideLayout" Target="../slideLayouts/slideLayout40.xml"/><Relationship Id="rId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525877E-EB57-21BC-86F8-10B5B98A56D7}"/>
              </a:ext>
            </a:extLst>
          </p:cNvPr>
          <p:cNvPicPr>
            <a:picLocks noChangeAspect="1"/>
          </p:cNvPicPr>
          <p:nvPr userDrawn="1"/>
        </p:nvPicPr>
        <p:blipFill>
          <a:blip r:embed="rId7"/>
          <a:stretch>
            <a:fillRect/>
          </a:stretch>
        </p:blipFill>
        <p:spPr>
          <a:xfrm>
            <a:off x="0" y="8915400"/>
            <a:ext cx="18288000" cy="1371600"/>
          </a:xfrm>
          <a:prstGeom prst="rect">
            <a:avLst/>
          </a:prstGeom>
        </p:spPr>
      </p:pic>
      <p:sp>
        <p:nvSpPr>
          <p:cNvPr id="2" name="Holder 2"/>
          <p:cNvSpPr>
            <a:spLocks noGrp="1"/>
          </p:cNvSpPr>
          <p:nvPr>
            <p:ph type="title"/>
          </p:nvPr>
        </p:nvSpPr>
        <p:spPr>
          <a:xfrm>
            <a:off x="300329" y="460070"/>
            <a:ext cx="17691100" cy="757555"/>
          </a:xfrm>
          <a:prstGeom prst="rect">
            <a:avLst/>
          </a:prstGeom>
        </p:spPr>
        <p:txBody>
          <a:bodyPr wrap="square" lIns="0" tIns="0" rIns="0" bIns="0">
            <a:spAutoFit/>
          </a:bodyPr>
          <a:lstStyle>
            <a:lvl1pPr>
              <a:defRPr sz="4800" b="1" i="0">
                <a:solidFill>
                  <a:srgbClr val="153952"/>
                </a:solidFill>
                <a:latin typeface="Tahoma"/>
                <a:cs typeface="Tahoma"/>
              </a:defRPr>
            </a:lvl1pPr>
          </a:lstStyle>
          <a:p>
            <a:endParaRPr/>
          </a:p>
        </p:txBody>
      </p:sp>
      <p:sp>
        <p:nvSpPr>
          <p:cNvPr id="3" name="Holder 3"/>
          <p:cNvSpPr>
            <a:spLocks noGrp="1"/>
          </p:cNvSpPr>
          <p:nvPr>
            <p:ph type="body" idx="1"/>
          </p:nvPr>
        </p:nvSpPr>
        <p:spPr>
          <a:xfrm>
            <a:off x="517651" y="1599183"/>
            <a:ext cx="15704185" cy="2145029"/>
          </a:xfrm>
          <a:prstGeom prst="rect">
            <a:avLst/>
          </a:prstGeom>
        </p:spPr>
        <p:txBody>
          <a:bodyPr wrap="square" lIns="0" tIns="0" rIns="0" bIns="0">
            <a:spAutoFit/>
          </a:bodyPr>
          <a:lstStyle>
            <a:lvl1pPr>
              <a:defRPr b="0" i="0">
                <a:solidFill>
                  <a:schemeClr val="tx1"/>
                </a:solidFill>
              </a:defRPr>
            </a:lvl1pPr>
          </a:lstStyle>
          <a:p>
            <a:endParaRPr/>
          </a:p>
        </p:txBody>
      </p:sp>
      <p:sp>
        <p:nvSpPr>
          <p:cNvPr id="9" name="Text Placeholder 8">
            <a:extLst>
              <a:ext uri="{FF2B5EF4-FFF2-40B4-BE49-F238E27FC236}">
                <a16:creationId xmlns:a16="http://schemas.microsoft.com/office/drawing/2014/main" id="{7DA0EE2A-17EC-2A44-0092-86B33D90E9EA}"/>
              </a:ext>
            </a:extLst>
          </p:cNvPr>
          <p:cNvSpPr txBox="1">
            <a:spLocks/>
          </p:cNvSpPr>
          <p:nvPr userDrawn="1"/>
        </p:nvSpPr>
        <p:spPr>
          <a:xfrm>
            <a:off x="16478250" y="10081260"/>
            <a:ext cx="1790700" cy="205740"/>
          </a:xfrm>
          <a:prstGeom prst="rect">
            <a:avLst/>
          </a:prstGeom>
        </p:spPr>
        <p:txBody>
          <a:bodyPr/>
          <a:lstStyle>
            <a:lvl1pPr marL="0">
              <a:defRPr sz="1000">
                <a:solidFill>
                  <a:schemeClr val="bg1">
                    <a:lumMod val="65000"/>
                  </a:schemeClr>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CA" spc="-135" dirty="0"/>
              <a:t>©</a:t>
            </a:r>
            <a:r>
              <a:rPr lang="en-CA" spc="-15" dirty="0"/>
              <a:t> </a:t>
            </a:r>
            <a:r>
              <a:rPr lang="en-CA" dirty="0"/>
              <a:t>2026 – Dr. Andreas Maniatis</a:t>
            </a:r>
          </a:p>
        </p:txBody>
      </p:sp>
      <p:sp>
        <p:nvSpPr>
          <p:cNvPr id="4" name="Slide Number Placeholder 3">
            <a:extLst>
              <a:ext uri="{FF2B5EF4-FFF2-40B4-BE49-F238E27FC236}">
                <a16:creationId xmlns:a16="http://schemas.microsoft.com/office/drawing/2014/main" id="{B8322BA2-4ABC-B665-2116-2832055530AE}"/>
              </a:ext>
            </a:extLst>
          </p:cNvPr>
          <p:cNvSpPr txBox="1">
            <a:spLocks/>
          </p:cNvSpPr>
          <p:nvPr userDrawn="1"/>
        </p:nvSpPr>
        <p:spPr>
          <a:xfrm>
            <a:off x="146957" y="9512758"/>
            <a:ext cx="595313" cy="367052"/>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fld id="{DEF3F5F5-7776-394F-A41F-3BAFC9CC9F8E}" type="slidenum">
              <a:rPr kumimoji="0" lang="en-US" sz="15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ctr" defTabSz="1371600" rtl="0" eaLnBrk="1" fontAlgn="auto" latinLnBrk="0" hangingPunct="1">
                <a:lnSpc>
                  <a:spcPct val="100000"/>
                </a:lnSpc>
                <a:spcBef>
                  <a:spcPts val="0"/>
                </a:spcBef>
                <a:spcAft>
                  <a:spcPts val="0"/>
                </a:spcAft>
                <a:buClrTx/>
                <a:buSzTx/>
                <a:buFontTx/>
                <a:buNone/>
                <a:tabLst/>
                <a:defRPr/>
              </a:pPr>
              <a:t>‹#›</a:t>
            </a:fld>
            <a:endParaRPr kumimoji="0" lang="en-US" sz="15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7AD727-180C-6C41-8560-04A952E25832}"/>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2E65D2-9D75-0548-91A2-FE37A13DCEB8}"/>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C3CCBD64-8A40-874E-A16E-3EDC3D92A623}"/>
              </a:ext>
            </a:extLst>
          </p:cNvPr>
          <p:cNvPicPr>
            <a:picLocks noChangeAspect="1"/>
          </p:cNvPicPr>
          <p:nvPr userDrawn="1"/>
        </p:nvPicPr>
        <p:blipFill>
          <a:blip r:embed="rId16"/>
          <a:stretch>
            <a:fillRect/>
          </a:stretch>
        </p:blipFill>
        <p:spPr>
          <a:xfrm>
            <a:off x="0" y="8915400"/>
            <a:ext cx="18288000" cy="1371600"/>
          </a:xfrm>
          <a:prstGeom prst="rect">
            <a:avLst/>
          </a:prstGeom>
        </p:spPr>
      </p:pic>
    </p:spTree>
    <p:extLst>
      <p:ext uri="{BB962C8B-B14F-4D97-AF65-F5344CB8AC3E}">
        <p14:creationId xmlns:p14="http://schemas.microsoft.com/office/powerpoint/2010/main" val="415688184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97" r:id="rId13"/>
    <p:sldLayoutId id="2147483698" r:id="rId14"/>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7AD727-180C-6C41-8560-04A952E25832}"/>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2E65D2-9D75-0548-91A2-FE37A13DCEB8}"/>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C3CCBD64-8A40-874E-A16E-3EDC3D92A623}"/>
              </a:ext>
            </a:extLst>
          </p:cNvPr>
          <p:cNvPicPr>
            <a:picLocks noChangeAspect="1"/>
          </p:cNvPicPr>
          <p:nvPr userDrawn="1"/>
        </p:nvPicPr>
        <p:blipFill>
          <a:blip r:embed="rId18"/>
          <a:stretch>
            <a:fillRect/>
          </a:stretch>
        </p:blipFill>
        <p:spPr>
          <a:xfrm>
            <a:off x="0" y="8915400"/>
            <a:ext cx="18288000" cy="1371600"/>
          </a:xfrm>
          <a:prstGeom prst="rect">
            <a:avLst/>
          </a:prstGeom>
        </p:spPr>
      </p:pic>
    </p:spTree>
    <p:extLst>
      <p:ext uri="{BB962C8B-B14F-4D97-AF65-F5344CB8AC3E}">
        <p14:creationId xmlns:p14="http://schemas.microsoft.com/office/powerpoint/2010/main" val="134012122"/>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2" r:id="rId12"/>
    <p:sldLayoutId id="2147483693" r:id="rId13"/>
    <p:sldLayoutId id="2147483694" r:id="rId14"/>
    <p:sldLayoutId id="2147483695" r:id="rId15"/>
    <p:sldLayoutId id="2147483696" r:id="rId16"/>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8279684" cy="10272881"/>
          </a:xfrm>
          <a:prstGeom prst="rect">
            <a:avLst/>
          </a:prstGeom>
          <a:blipFill>
            <a:blip r:embed="rId7" cstate="print"/>
            <a:stretch>
              <a:fillRect/>
            </a:stretch>
          </a:blipFill>
        </p:spPr>
        <p:txBody>
          <a:bodyPr wrap="square" lIns="0" tIns="0" rIns="0" bIns="0" rtlCol="0"/>
          <a:lstStyle/>
          <a:p>
            <a:endParaRPr sz="5350"/>
          </a:p>
        </p:txBody>
      </p:sp>
      <p:sp>
        <p:nvSpPr>
          <p:cNvPr id="17" name="bk object 17"/>
          <p:cNvSpPr/>
          <p:nvPr/>
        </p:nvSpPr>
        <p:spPr>
          <a:xfrm>
            <a:off x="12251352" y="9585707"/>
            <a:ext cx="171293" cy="906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59ED8"/>
            </a:solidFill>
          </a:ln>
        </p:spPr>
        <p:txBody>
          <a:bodyPr wrap="square" lIns="0" tIns="0" rIns="0" bIns="0" rtlCol="0"/>
          <a:lstStyle/>
          <a:p>
            <a:endParaRPr sz="5350"/>
          </a:p>
        </p:txBody>
      </p:sp>
      <p:sp>
        <p:nvSpPr>
          <p:cNvPr id="18" name="bk object 18"/>
          <p:cNvSpPr/>
          <p:nvPr/>
        </p:nvSpPr>
        <p:spPr>
          <a:xfrm>
            <a:off x="11935514" y="9573930"/>
            <a:ext cx="100761" cy="113251"/>
          </a:xfrm>
          <a:custGeom>
            <a:avLst/>
            <a:gdLst/>
            <a:ahLst/>
            <a:cxnLst/>
            <a:rect l="l" t="t" r="r" b="b"/>
            <a:pathLst>
              <a:path w="25400" h="38100">
                <a:moveTo>
                  <a:pt x="25400" y="0"/>
                </a:moveTo>
                <a:lnTo>
                  <a:pt x="0" y="19050"/>
                </a:lnTo>
                <a:lnTo>
                  <a:pt x="25400" y="38100"/>
                </a:lnTo>
                <a:lnTo>
                  <a:pt x="25400" y="0"/>
                </a:lnTo>
                <a:close/>
              </a:path>
            </a:pathLst>
          </a:custGeom>
          <a:solidFill>
            <a:srgbClr val="CCC1E5"/>
          </a:solidFill>
        </p:spPr>
        <p:txBody>
          <a:bodyPr wrap="square" lIns="0" tIns="0" rIns="0" bIns="0" rtlCol="0"/>
          <a:lstStyle/>
          <a:p>
            <a:endParaRPr sz="5350"/>
          </a:p>
        </p:txBody>
      </p:sp>
      <p:sp>
        <p:nvSpPr>
          <p:cNvPr id="19" name="bk object 19"/>
          <p:cNvSpPr/>
          <p:nvPr/>
        </p:nvSpPr>
        <p:spPr>
          <a:xfrm>
            <a:off x="12640843" y="9573930"/>
            <a:ext cx="100761" cy="113251"/>
          </a:xfrm>
          <a:custGeom>
            <a:avLst/>
            <a:gdLst/>
            <a:ahLst/>
            <a:cxnLst/>
            <a:rect l="l" t="t" r="r" b="b"/>
            <a:pathLst>
              <a:path w="25400" h="38100">
                <a:moveTo>
                  <a:pt x="0" y="0"/>
                </a:moveTo>
                <a:lnTo>
                  <a:pt x="0" y="38100"/>
                </a:lnTo>
                <a:lnTo>
                  <a:pt x="25400" y="19050"/>
                </a:lnTo>
                <a:lnTo>
                  <a:pt x="0" y="0"/>
                </a:lnTo>
                <a:close/>
              </a:path>
            </a:pathLst>
          </a:custGeom>
          <a:solidFill>
            <a:srgbClr val="CCC1E5"/>
          </a:solidFill>
        </p:spPr>
        <p:txBody>
          <a:bodyPr wrap="square" lIns="0" tIns="0" rIns="0" bIns="0" rtlCol="0"/>
          <a:lstStyle/>
          <a:p>
            <a:endParaRPr sz="5350"/>
          </a:p>
        </p:txBody>
      </p:sp>
      <p:sp>
        <p:nvSpPr>
          <p:cNvPr id="20" name="bk object 20"/>
          <p:cNvSpPr/>
          <p:nvPr/>
        </p:nvSpPr>
        <p:spPr>
          <a:xfrm>
            <a:off x="13245749" y="9615794"/>
            <a:ext cx="171293" cy="90601"/>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59ED8"/>
            </a:solidFill>
          </a:ln>
        </p:spPr>
        <p:txBody>
          <a:bodyPr wrap="square" lIns="0" tIns="0" rIns="0" bIns="0" rtlCol="0"/>
          <a:lstStyle/>
          <a:p>
            <a:endParaRPr sz="5350"/>
          </a:p>
        </p:txBody>
      </p:sp>
      <p:sp>
        <p:nvSpPr>
          <p:cNvPr id="21" name="bk object 21"/>
          <p:cNvSpPr/>
          <p:nvPr/>
        </p:nvSpPr>
        <p:spPr>
          <a:xfrm>
            <a:off x="13287370" y="9585255"/>
            <a:ext cx="171293" cy="90601"/>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59ED8"/>
            </a:solidFill>
          </a:ln>
        </p:spPr>
        <p:txBody>
          <a:bodyPr wrap="square" lIns="0" tIns="0" rIns="0" bIns="0" rtlCol="0"/>
          <a:lstStyle/>
          <a:p>
            <a:endParaRPr sz="5350"/>
          </a:p>
        </p:txBody>
      </p:sp>
      <p:sp>
        <p:nvSpPr>
          <p:cNvPr id="22" name="bk object 22"/>
          <p:cNvSpPr/>
          <p:nvPr/>
        </p:nvSpPr>
        <p:spPr>
          <a:xfrm>
            <a:off x="13327673" y="9555054"/>
            <a:ext cx="171293" cy="90601"/>
          </a:xfrm>
          <a:custGeom>
            <a:avLst/>
            <a:gdLst/>
            <a:ahLst/>
            <a:cxnLst/>
            <a:rect l="l" t="t" r="r" b="b"/>
            <a:pathLst>
              <a:path w="43179" h="30480">
                <a:moveTo>
                  <a:pt x="0" y="10160"/>
                </a:moveTo>
                <a:lnTo>
                  <a:pt x="0" y="0"/>
                </a:lnTo>
                <a:lnTo>
                  <a:pt x="43180" y="0"/>
                </a:lnTo>
                <a:lnTo>
                  <a:pt x="43180" y="30480"/>
                </a:lnTo>
                <a:lnTo>
                  <a:pt x="33020" y="30480"/>
                </a:lnTo>
              </a:path>
            </a:pathLst>
          </a:custGeom>
          <a:ln w="5060">
            <a:solidFill>
              <a:srgbClr val="A59ED8"/>
            </a:solidFill>
          </a:ln>
        </p:spPr>
        <p:txBody>
          <a:bodyPr wrap="square" lIns="0" tIns="0" rIns="0" bIns="0" rtlCol="0"/>
          <a:lstStyle/>
          <a:p>
            <a:endParaRPr sz="5350"/>
          </a:p>
        </p:txBody>
      </p:sp>
      <p:sp>
        <p:nvSpPr>
          <p:cNvPr id="23" name="bk object 23"/>
          <p:cNvSpPr/>
          <p:nvPr/>
        </p:nvSpPr>
        <p:spPr>
          <a:xfrm>
            <a:off x="12995162" y="9573930"/>
            <a:ext cx="806082" cy="113251"/>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1E5"/>
          </a:solidFill>
        </p:spPr>
        <p:txBody>
          <a:bodyPr wrap="square" lIns="0" tIns="0" rIns="0" bIns="0" rtlCol="0"/>
          <a:lstStyle/>
          <a:p>
            <a:endParaRPr sz="5350"/>
          </a:p>
        </p:txBody>
      </p:sp>
      <p:sp>
        <p:nvSpPr>
          <p:cNvPr id="24" name="bk object 24"/>
          <p:cNvSpPr/>
          <p:nvPr/>
        </p:nvSpPr>
        <p:spPr>
          <a:xfrm>
            <a:off x="14407472" y="9592805"/>
            <a:ext cx="151139" cy="0"/>
          </a:xfrm>
          <a:custGeom>
            <a:avLst/>
            <a:gdLst/>
            <a:ahLst/>
            <a:cxnLst/>
            <a:rect l="l" t="t" r="r" b="b"/>
            <a:pathLst>
              <a:path w="38100">
                <a:moveTo>
                  <a:pt x="0" y="0"/>
                </a:moveTo>
                <a:lnTo>
                  <a:pt x="38100" y="0"/>
                </a:lnTo>
              </a:path>
            </a:pathLst>
          </a:custGeom>
          <a:ln w="7591">
            <a:solidFill>
              <a:srgbClr val="A59ED8"/>
            </a:solidFill>
          </a:ln>
        </p:spPr>
        <p:txBody>
          <a:bodyPr wrap="square" lIns="0" tIns="0" rIns="0" bIns="0" rtlCol="0"/>
          <a:lstStyle/>
          <a:p>
            <a:endParaRPr sz="5350"/>
          </a:p>
        </p:txBody>
      </p:sp>
      <p:sp>
        <p:nvSpPr>
          <p:cNvPr id="25" name="bk object 25"/>
          <p:cNvSpPr/>
          <p:nvPr/>
        </p:nvSpPr>
        <p:spPr>
          <a:xfrm>
            <a:off x="14054806" y="9573930"/>
            <a:ext cx="806082" cy="113251"/>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1E5"/>
          </a:solidFill>
        </p:spPr>
        <p:txBody>
          <a:bodyPr wrap="square" lIns="0" tIns="0" rIns="0" bIns="0" rtlCol="0"/>
          <a:lstStyle/>
          <a:p>
            <a:endParaRPr sz="5350"/>
          </a:p>
        </p:txBody>
      </p:sp>
      <p:sp>
        <p:nvSpPr>
          <p:cNvPr id="26" name="bk object 26"/>
          <p:cNvSpPr/>
          <p:nvPr/>
        </p:nvSpPr>
        <p:spPr>
          <a:xfrm>
            <a:off x="14357091" y="9555054"/>
            <a:ext cx="151139" cy="0"/>
          </a:xfrm>
          <a:custGeom>
            <a:avLst/>
            <a:gdLst/>
            <a:ahLst/>
            <a:cxnLst/>
            <a:rect l="l" t="t" r="r" b="b"/>
            <a:pathLst>
              <a:path w="38100">
                <a:moveTo>
                  <a:pt x="0" y="0"/>
                </a:moveTo>
                <a:lnTo>
                  <a:pt x="38100" y="0"/>
                </a:lnTo>
              </a:path>
            </a:pathLst>
          </a:custGeom>
          <a:ln w="7591">
            <a:solidFill>
              <a:srgbClr val="CCC1E5"/>
            </a:solidFill>
          </a:ln>
        </p:spPr>
        <p:txBody>
          <a:bodyPr wrap="square" lIns="0" tIns="0" rIns="0" bIns="0" rtlCol="0"/>
          <a:lstStyle/>
          <a:p>
            <a:endParaRPr sz="5350"/>
          </a:p>
        </p:txBody>
      </p:sp>
      <p:sp>
        <p:nvSpPr>
          <p:cNvPr id="27" name="bk object 27"/>
          <p:cNvSpPr/>
          <p:nvPr/>
        </p:nvSpPr>
        <p:spPr>
          <a:xfrm>
            <a:off x="14407472" y="9630555"/>
            <a:ext cx="151139" cy="0"/>
          </a:xfrm>
          <a:custGeom>
            <a:avLst/>
            <a:gdLst/>
            <a:ahLst/>
            <a:cxnLst/>
            <a:rect l="l" t="t" r="r" b="b"/>
            <a:pathLst>
              <a:path w="38100">
                <a:moveTo>
                  <a:pt x="0" y="0"/>
                </a:moveTo>
                <a:lnTo>
                  <a:pt x="38100" y="0"/>
                </a:lnTo>
              </a:path>
            </a:pathLst>
          </a:custGeom>
          <a:ln w="7591">
            <a:solidFill>
              <a:srgbClr val="CCC1E5"/>
            </a:solidFill>
          </a:ln>
        </p:spPr>
        <p:txBody>
          <a:bodyPr wrap="square" lIns="0" tIns="0" rIns="0" bIns="0" rtlCol="0"/>
          <a:lstStyle/>
          <a:p>
            <a:endParaRPr sz="5350"/>
          </a:p>
        </p:txBody>
      </p:sp>
      <p:sp>
        <p:nvSpPr>
          <p:cNvPr id="28" name="bk object 28"/>
          <p:cNvSpPr/>
          <p:nvPr/>
        </p:nvSpPr>
        <p:spPr>
          <a:xfrm>
            <a:off x="14357091" y="9668306"/>
            <a:ext cx="151139" cy="0"/>
          </a:xfrm>
          <a:custGeom>
            <a:avLst/>
            <a:gdLst/>
            <a:ahLst/>
            <a:cxnLst/>
            <a:rect l="l" t="t" r="r" b="b"/>
            <a:pathLst>
              <a:path w="38100">
                <a:moveTo>
                  <a:pt x="0" y="0"/>
                </a:moveTo>
                <a:lnTo>
                  <a:pt x="38100" y="0"/>
                </a:lnTo>
              </a:path>
            </a:pathLst>
          </a:custGeom>
          <a:ln w="7591">
            <a:solidFill>
              <a:srgbClr val="CCC1E5"/>
            </a:solidFill>
          </a:ln>
        </p:spPr>
        <p:txBody>
          <a:bodyPr wrap="square" lIns="0" tIns="0" rIns="0" bIns="0" rtlCol="0"/>
          <a:lstStyle/>
          <a:p>
            <a:endParaRPr sz="5350"/>
          </a:p>
        </p:txBody>
      </p:sp>
      <p:sp>
        <p:nvSpPr>
          <p:cNvPr id="29" name="bk object 29"/>
          <p:cNvSpPr/>
          <p:nvPr/>
        </p:nvSpPr>
        <p:spPr>
          <a:xfrm>
            <a:off x="14407472" y="9706056"/>
            <a:ext cx="151139" cy="0"/>
          </a:xfrm>
          <a:custGeom>
            <a:avLst/>
            <a:gdLst/>
            <a:ahLst/>
            <a:cxnLst/>
            <a:rect l="l" t="t" r="r" b="b"/>
            <a:pathLst>
              <a:path w="38100">
                <a:moveTo>
                  <a:pt x="0" y="0"/>
                </a:moveTo>
                <a:lnTo>
                  <a:pt x="38100" y="0"/>
                </a:lnTo>
              </a:path>
            </a:pathLst>
          </a:custGeom>
          <a:ln w="7591">
            <a:solidFill>
              <a:srgbClr val="CCC1E5"/>
            </a:solidFill>
          </a:ln>
        </p:spPr>
        <p:txBody>
          <a:bodyPr wrap="square" lIns="0" tIns="0" rIns="0" bIns="0" rtlCol="0"/>
          <a:lstStyle/>
          <a:p>
            <a:endParaRPr sz="5350"/>
          </a:p>
        </p:txBody>
      </p:sp>
      <p:sp>
        <p:nvSpPr>
          <p:cNvPr id="30" name="bk object 30"/>
          <p:cNvSpPr/>
          <p:nvPr/>
        </p:nvSpPr>
        <p:spPr>
          <a:xfrm>
            <a:off x="15416789" y="9555054"/>
            <a:ext cx="151139" cy="0"/>
          </a:xfrm>
          <a:custGeom>
            <a:avLst/>
            <a:gdLst/>
            <a:ahLst/>
            <a:cxnLst/>
            <a:rect l="l" t="t" r="r" b="b"/>
            <a:pathLst>
              <a:path w="38100">
                <a:moveTo>
                  <a:pt x="0" y="0"/>
                </a:moveTo>
                <a:lnTo>
                  <a:pt x="38100" y="0"/>
                </a:lnTo>
              </a:path>
            </a:pathLst>
          </a:custGeom>
          <a:ln w="7591">
            <a:solidFill>
              <a:srgbClr val="A59ED8"/>
            </a:solidFill>
          </a:ln>
        </p:spPr>
        <p:txBody>
          <a:bodyPr wrap="square" lIns="0" tIns="0" rIns="0" bIns="0" rtlCol="0"/>
          <a:lstStyle/>
          <a:p>
            <a:endParaRPr sz="5350"/>
          </a:p>
        </p:txBody>
      </p:sp>
      <p:sp>
        <p:nvSpPr>
          <p:cNvPr id="31" name="bk object 31"/>
          <p:cNvSpPr/>
          <p:nvPr/>
        </p:nvSpPr>
        <p:spPr>
          <a:xfrm>
            <a:off x="15467166" y="9592805"/>
            <a:ext cx="151139" cy="0"/>
          </a:xfrm>
          <a:custGeom>
            <a:avLst/>
            <a:gdLst/>
            <a:ahLst/>
            <a:cxnLst/>
            <a:rect l="l" t="t" r="r" b="b"/>
            <a:pathLst>
              <a:path w="38100">
                <a:moveTo>
                  <a:pt x="0" y="0"/>
                </a:moveTo>
                <a:lnTo>
                  <a:pt x="38100" y="0"/>
                </a:lnTo>
              </a:path>
            </a:pathLst>
          </a:custGeom>
          <a:ln w="7591">
            <a:solidFill>
              <a:srgbClr val="A59ED8"/>
            </a:solidFill>
          </a:ln>
        </p:spPr>
        <p:txBody>
          <a:bodyPr wrap="square" lIns="0" tIns="0" rIns="0" bIns="0" rtlCol="0"/>
          <a:lstStyle/>
          <a:p>
            <a:endParaRPr sz="5350"/>
          </a:p>
        </p:txBody>
      </p:sp>
      <p:sp>
        <p:nvSpPr>
          <p:cNvPr id="32" name="bk object 32"/>
          <p:cNvSpPr/>
          <p:nvPr/>
        </p:nvSpPr>
        <p:spPr>
          <a:xfrm>
            <a:off x="15467166" y="9630555"/>
            <a:ext cx="151139" cy="0"/>
          </a:xfrm>
          <a:custGeom>
            <a:avLst/>
            <a:gdLst/>
            <a:ahLst/>
            <a:cxnLst/>
            <a:rect l="l" t="t" r="r" b="b"/>
            <a:pathLst>
              <a:path w="38100">
                <a:moveTo>
                  <a:pt x="0" y="0"/>
                </a:moveTo>
                <a:lnTo>
                  <a:pt x="38100" y="0"/>
                </a:lnTo>
              </a:path>
            </a:pathLst>
          </a:custGeom>
          <a:ln w="7591">
            <a:solidFill>
              <a:srgbClr val="A59ED8"/>
            </a:solidFill>
          </a:ln>
        </p:spPr>
        <p:txBody>
          <a:bodyPr wrap="square" lIns="0" tIns="0" rIns="0" bIns="0" rtlCol="0"/>
          <a:lstStyle/>
          <a:p>
            <a:endParaRPr sz="5350"/>
          </a:p>
        </p:txBody>
      </p:sp>
      <p:sp>
        <p:nvSpPr>
          <p:cNvPr id="33" name="bk object 33"/>
          <p:cNvSpPr/>
          <p:nvPr/>
        </p:nvSpPr>
        <p:spPr>
          <a:xfrm>
            <a:off x="15114503" y="9573930"/>
            <a:ext cx="806082" cy="113251"/>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1E5"/>
          </a:solidFill>
        </p:spPr>
        <p:txBody>
          <a:bodyPr wrap="square" lIns="0" tIns="0" rIns="0" bIns="0" rtlCol="0"/>
          <a:lstStyle/>
          <a:p>
            <a:endParaRPr sz="5350"/>
          </a:p>
        </p:txBody>
      </p:sp>
      <p:sp>
        <p:nvSpPr>
          <p:cNvPr id="34" name="bk object 34"/>
          <p:cNvSpPr/>
          <p:nvPr/>
        </p:nvSpPr>
        <p:spPr>
          <a:xfrm>
            <a:off x="15416789" y="9668306"/>
            <a:ext cx="151139" cy="0"/>
          </a:xfrm>
          <a:custGeom>
            <a:avLst/>
            <a:gdLst/>
            <a:ahLst/>
            <a:cxnLst/>
            <a:rect l="l" t="t" r="r" b="b"/>
            <a:pathLst>
              <a:path w="38100">
                <a:moveTo>
                  <a:pt x="0" y="0"/>
                </a:moveTo>
                <a:lnTo>
                  <a:pt x="38100" y="0"/>
                </a:lnTo>
              </a:path>
            </a:pathLst>
          </a:custGeom>
          <a:ln w="7591">
            <a:solidFill>
              <a:srgbClr val="CCC1E5"/>
            </a:solidFill>
          </a:ln>
        </p:spPr>
        <p:txBody>
          <a:bodyPr wrap="square" lIns="0" tIns="0" rIns="0" bIns="0" rtlCol="0"/>
          <a:lstStyle/>
          <a:p>
            <a:endParaRPr sz="5350"/>
          </a:p>
        </p:txBody>
      </p:sp>
      <p:sp>
        <p:nvSpPr>
          <p:cNvPr id="35" name="bk object 35"/>
          <p:cNvSpPr/>
          <p:nvPr/>
        </p:nvSpPr>
        <p:spPr>
          <a:xfrm>
            <a:off x="15467166" y="9706056"/>
            <a:ext cx="151139" cy="0"/>
          </a:xfrm>
          <a:custGeom>
            <a:avLst/>
            <a:gdLst/>
            <a:ahLst/>
            <a:cxnLst/>
            <a:rect l="l" t="t" r="r" b="b"/>
            <a:pathLst>
              <a:path w="38100">
                <a:moveTo>
                  <a:pt x="0" y="0"/>
                </a:moveTo>
                <a:lnTo>
                  <a:pt x="38100" y="0"/>
                </a:lnTo>
              </a:path>
            </a:pathLst>
          </a:custGeom>
          <a:ln w="7591">
            <a:solidFill>
              <a:srgbClr val="CCC1E5"/>
            </a:solidFill>
          </a:ln>
        </p:spPr>
        <p:txBody>
          <a:bodyPr wrap="square" lIns="0" tIns="0" rIns="0" bIns="0" rtlCol="0"/>
          <a:lstStyle/>
          <a:p>
            <a:endParaRPr sz="5350"/>
          </a:p>
        </p:txBody>
      </p:sp>
      <p:sp>
        <p:nvSpPr>
          <p:cNvPr id="36" name="bk object 36"/>
          <p:cNvSpPr/>
          <p:nvPr/>
        </p:nvSpPr>
        <p:spPr>
          <a:xfrm>
            <a:off x="16476432" y="9555054"/>
            <a:ext cx="151139" cy="0"/>
          </a:xfrm>
          <a:custGeom>
            <a:avLst/>
            <a:gdLst/>
            <a:ahLst/>
            <a:cxnLst/>
            <a:rect l="l" t="t" r="r" b="b"/>
            <a:pathLst>
              <a:path w="38100">
                <a:moveTo>
                  <a:pt x="0" y="0"/>
                </a:moveTo>
                <a:lnTo>
                  <a:pt x="38100" y="0"/>
                </a:lnTo>
              </a:path>
            </a:pathLst>
          </a:custGeom>
          <a:ln w="7591">
            <a:solidFill>
              <a:srgbClr val="A59ED8"/>
            </a:solidFill>
          </a:ln>
        </p:spPr>
        <p:txBody>
          <a:bodyPr wrap="square" lIns="0" tIns="0" rIns="0" bIns="0" rtlCol="0"/>
          <a:lstStyle/>
          <a:p>
            <a:endParaRPr sz="5350"/>
          </a:p>
        </p:txBody>
      </p:sp>
      <p:sp>
        <p:nvSpPr>
          <p:cNvPr id="37" name="bk object 37"/>
          <p:cNvSpPr/>
          <p:nvPr/>
        </p:nvSpPr>
        <p:spPr>
          <a:xfrm>
            <a:off x="16526813" y="9592805"/>
            <a:ext cx="151139" cy="0"/>
          </a:xfrm>
          <a:custGeom>
            <a:avLst/>
            <a:gdLst/>
            <a:ahLst/>
            <a:cxnLst/>
            <a:rect l="l" t="t" r="r" b="b"/>
            <a:pathLst>
              <a:path w="38100">
                <a:moveTo>
                  <a:pt x="0" y="0"/>
                </a:moveTo>
                <a:lnTo>
                  <a:pt x="38100" y="0"/>
                </a:lnTo>
              </a:path>
            </a:pathLst>
          </a:custGeom>
          <a:ln w="7591">
            <a:solidFill>
              <a:srgbClr val="A59ED8"/>
            </a:solidFill>
          </a:ln>
        </p:spPr>
        <p:txBody>
          <a:bodyPr wrap="square" lIns="0" tIns="0" rIns="0" bIns="0" rtlCol="0"/>
          <a:lstStyle/>
          <a:p>
            <a:endParaRPr sz="5350"/>
          </a:p>
        </p:txBody>
      </p:sp>
      <p:sp>
        <p:nvSpPr>
          <p:cNvPr id="38" name="bk object 38"/>
          <p:cNvSpPr/>
          <p:nvPr/>
        </p:nvSpPr>
        <p:spPr>
          <a:xfrm>
            <a:off x="16526813" y="9630555"/>
            <a:ext cx="151139" cy="0"/>
          </a:xfrm>
          <a:custGeom>
            <a:avLst/>
            <a:gdLst/>
            <a:ahLst/>
            <a:cxnLst/>
            <a:rect l="l" t="t" r="r" b="b"/>
            <a:pathLst>
              <a:path w="38100">
                <a:moveTo>
                  <a:pt x="0" y="0"/>
                </a:moveTo>
                <a:lnTo>
                  <a:pt x="38100" y="0"/>
                </a:lnTo>
              </a:path>
            </a:pathLst>
          </a:custGeom>
          <a:ln w="7591">
            <a:solidFill>
              <a:srgbClr val="A59ED8"/>
            </a:solidFill>
          </a:ln>
        </p:spPr>
        <p:txBody>
          <a:bodyPr wrap="square" lIns="0" tIns="0" rIns="0" bIns="0" rtlCol="0"/>
          <a:lstStyle/>
          <a:p>
            <a:endParaRPr sz="5350"/>
          </a:p>
        </p:txBody>
      </p:sp>
      <p:sp>
        <p:nvSpPr>
          <p:cNvPr id="39" name="bk object 39"/>
          <p:cNvSpPr/>
          <p:nvPr/>
        </p:nvSpPr>
        <p:spPr>
          <a:xfrm>
            <a:off x="16476432" y="9668306"/>
            <a:ext cx="151139" cy="0"/>
          </a:xfrm>
          <a:custGeom>
            <a:avLst/>
            <a:gdLst/>
            <a:ahLst/>
            <a:cxnLst/>
            <a:rect l="l" t="t" r="r" b="b"/>
            <a:pathLst>
              <a:path w="38100">
                <a:moveTo>
                  <a:pt x="0" y="0"/>
                </a:moveTo>
                <a:lnTo>
                  <a:pt x="38100" y="0"/>
                </a:lnTo>
              </a:path>
            </a:pathLst>
          </a:custGeom>
          <a:ln w="7591">
            <a:solidFill>
              <a:srgbClr val="A59ED8"/>
            </a:solidFill>
          </a:ln>
        </p:spPr>
        <p:txBody>
          <a:bodyPr wrap="square" lIns="0" tIns="0" rIns="0" bIns="0" rtlCol="0"/>
          <a:lstStyle/>
          <a:p>
            <a:endParaRPr sz="5350"/>
          </a:p>
        </p:txBody>
      </p:sp>
      <p:sp>
        <p:nvSpPr>
          <p:cNvPr id="40" name="bk object 40"/>
          <p:cNvSpPr/>
          <p:nvPr/>
        </p:nvSpPr>
        <p:spPr>
          <a:xfrm>
            <a:off x="16526813" y="9706056"/>
            <a:ext cx="151139" cy="0"/>
          </a:xfrm>
          <a:custGeom>
            <a:avLst/>
            <a:gdLst/>
            <a:ahLst/>
            <a:cxnLst/>
            <a:rect l="l" t="t" r="r" b="b"/>
            <a:pathLst>
              <a:path w="38100">
                <a:moveTo>
                  <a:pt x="0" y="0"/>
                </a:moveTo>
                <a:lnTo>
                  <a:pt x="38100" y="0"/>
                </a:lnTo>
              </a:path>
            </a:pathLst>
          </a:custGeom>
          <a:ln w="7591">
            <a:solidFill>
              <a:srgbClr val="A59ED8"/>
            </a:solidFill>
          </a:ln>
        </p:spPr>
        <p:txBody>
          <a:bodyPr wrap="square" lIns="0" tIns="0" rIns="0" bIns="0" rtlCol="0"/>
          <a:lstStyle/>
          <a:p>
            <a:endParaRPr sz="5350"/>
          </a:p>
        </p:txBody>
      </p:sp>
      <p:sp>
        <p:nvSpPr>
          <p:cNvPr id="41" name="bk object 41"/>
          <p:cNvSpPr/>
          <p:nvPr/>
        </p:nvSpPr>
        <p:spPr>
          <a:xfrm>
            <a:off x="17656993" y="9645655"/>
            <a:ext cx="80607" cy="60401"/>
          </a:xfrm>
          <a:custGeom>
            <a:avLst/>
            <a:gdLst/>
            <a:ahLst/>
            <a:cxnLst/>
            <a:rect l="l" t="t" r="r" b="b"/>
            <a:pathLst>
              <a:path w="20320" h="20320">
                <a:moveTo>
                  <a:pt x="0" y="0"/>
                </a:moveTo>
                <a:lnTo>
                  <a:pt x="20320" y="20320"/>
                </a:lnTo>
              </a:path>
            </a:pathLst>
          </a:custGeom>
          <a:ln w="7591">
            <a:solidFill>
              <a:srgbClr val="A59ED8"/>
            </a:solidFill>
          </a:ln>
        </p:spPr>
        <p:txBody>
          <a:bodyPr wrap="square" lIns="0" tIns="0" rIns="0" bIns="0" rtlCol="0"/>
          <a:lstStyle/>
          <a:p>
            <a:endParaRPr sz="5350"/>
          </a:p>
        </p:txBody>
      </p:sp>
      <p:sp>
        <p:nvSpPr>
          <p:cNvPr id="42" name="bk object 42"/>
          <p:cNvSpPr/>
          <p:nvPr/>
        </p:nvSpPr>
        <p:spPr>
          <a:xfrm>
            <a:off x="17549629" y="9566900"/>
            <a:ext cx="120912" cy="90601"/>
          </a:xfrm>
          <a:custGeom>
            <a:avLst/>
            <a:gdLst/>
            <a:ahLst/>
            <a:cxnLst/>
            <a:rect l="l" t="t" r="r" b="b"/>
            <a:pathLst>
              <a:path w="30479" h="30480">
                <a:moveTo>
                  <a:pt x="30366" y="15183"/>
                </a:moveTo>
                <a:lnTo>
                  <a:pt x="30366" y="6756"/>
                </a:lnTo>
                <a:lnTo>
                  <a:pt x="23609" y="0"/>
                </a:lnTo>
                <a:lnTo>
                  <a:pt x="15183" y="0"/>
                </a:lnTo>
                <a:lnTo>
                  <a:pt x="6756" y="0"/>
                </a:lnTo>
                <a:lnTo>
                  <a:pt x="0" y="6756"/>
                </a:lnTo>
                <a:lnTo>
                  <a:pt x="0" y="15183"/>
                </a:lnTo>
                <a:lnTo>
                  <a:pt x="0" y="23609"/>
                </a:lnTo>
                <a:lnTo>
                  <a:pt x="6756" y="30366"/>
                </a:lnTo>
                <a:lnTo>
                  <a:pt x="15183" y="30366"/>
                </a:lnTo>
                <a:lnTo>
                  <a:pt x="23609" y="30366"/>
                </a:lnTo>
                <a:lnTo>
                  <a:pt x="30366" y="23609"/>
                </a:lnTo>
                <a:lnTo>
                  <a:pt x="30366" y="15183"/>
                </a:lnTo>
                <a:close/>
              </a:path>
            </a:pathLst>
          </a:custGeom>
          <a:ln w="5060">
            <a:solidFill>
              <a:srgbClr val="A59ED8"/>
            </a:solidFill>
          </a:ln>
        </p:spPr>
        <p:txBody>
          <a:bodyPr wrap="square" lIns="0" tIns="0" rIns="0" bIns="0" rtlCol="0"/>
          <a:lstStyle/>
          <a:p>
            <a:endParaRPr sz="5350"/>
          </a:p>
        </p:txBody>
      </p:sp>
      <p:sp>
        <p:nvSpPr>
          <p:cNvPr id="43" name="bk object 43"/>
          <p:cNvSpPr/>
          <p:nvPr/>
        </p:nvSpPr>
        <p:spPr>
          <a:xfrm>
            <a:off x="17233794" y="9555054"/>
            <a:ext cx="201520" cy="151002"/>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59ED8"/>
            </a:solidFill>
          </a:ln>
        </p:spPr>
        <p:txBody>
          <a:bodyPr wrap="square" lIns="0" tIns="0" rIns="0" bIns="0" rtlCol="0"/>
          <a:lstStyle/>
          <a:p>
            <a:endParaRPr sz="5350"/>
          </a:p>
        </p:txBody>
      </p:sp>
      <p:sp>
        <p:nvSpPr>
          <p:cNvPr id="44" name="bk object 44"/>
          <p:cNvSpPr/>
          <p:nvPr/>
        </p:nvSpPr>
        <p:spPr>
          <a:xfrm>
            <a:off x="17173336" y="9607905"/>
            <a:ext cx="120912" cy="37750"/>
          </a:xfrm>
          <a:custGeom>
            <a:avLst/>
            <a:gdLst/>
            <a:ahLst/>
            <a:cxnLst/>
            <a:rect l="l" t="t" r="r" b="b"/>
            <a:pathLst>
              <a:path w="30479" h="12700">
                <a:moveTo>
                  <a:pt x="30480" y="0"/>
                </a:moveTo>
                <a:lnTo>
                  <a:pt x="15240" y="12700"/>
                </a:lnTo>
                <a:lnTo>
                  <a:pt x="0" y="0"/>
                </a:lnTo>
              </a:path>
            </a:pathLst>
          </a:custGeom>
          <a:ln w="5060">
            <a:solidFill>
              <a:srgbClr val="A59ED8"/>
            </a:solidFill>
          </a:ln>
        </p:spPr>
        <p:txBody>
          <a:bodyPr wrap="square" lIns="0" tIns="0" rIns="0" bIns="0" rtlCol="0"/>
          <a:lstStyle/>
          <a:p>
            <a:endParaRPr sz="5350"/>
          </a:p>
        </p:txBody>
      </p:sp>
      <p:sp>
        <p:nvSpPr>
          <p:cNvPr id="45" name="bk object 45"/>
          <p:cNvSpPr/>
          <p:nvPr/>
        </p:nvSpPr>
        <p:spPr>
          <a:xfrm>
            <a:off x="17838365" y="9555054"/>
            <a:ext cx="201520" cy="151002"/>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59ED8"/>
            </a:solidFill>
          </a:ln>
        </p:spPr>
        <p:txBody>
          <a:bodyPr wrap="square" lIns="0" tIns="0" rIns="0" bIns="0" rtlCol="0"/>
          <a:lstStyle/>
          <a:p>
            <a:endParaRPr sz="5350"/>
          </a:p>
        </p:txBody>
      </p:sp>
      <p:sp>
        <p:nvSpPr>
          <p:cNvPr id="46" name="bk object 46"/>
          <p:cNvSpPr/>
          <p:nvPr/>
        </p:nvSpPr>
        <p:spPr>
          <a:xfrm>
            <a:off x="17979433" y="9607905"/>
            <a:ext cx="120912" cy="37750"/>
          </a:xfrm>
          <a:custGeom>
            <a:avLst/>
            <a:gdLst/>
            <a:ahLst/>
            <a:cxnLst/>
            <a:rect l="l" t="t" r="r" b="b"/>
            <a:pathLst>
              <a:path w="30479" h="12700">
                <a:moveTo>
                  <a:pt x="30480" y="0"/>
                </a:moveTo>
                <a:lnTo>
                  <a:pt x="15240" y="12700"/>
                </a:lnTo>
                <a:lnTo>
                  <a:pt x="0" y="0"/>
                </a:lnTo>
              </a:path>
            </a:pathLst>
          </a:custGeom>
          <a:ln w="5060">
            <a:solidFill>
              <a:srgbClr val="A59ED8"/>
            </a:solidFill>
          </a:ln>
        </p:spPr>
        <p:txBody>
          <a:bodyPr wrap="square" lIns="0" tIns="0" rIns="0" bIns="0" rtlCol="0"/>
          <a:lstStyle/>
          <a:p>
            <a:endParaRPr sz="5350"/>
          </a:p>
        </p:txBody>
      </p:sp>
      <p:sp>
        <p:nvSpPr>
          <p:cNvPr id="47" name="bk object 47"/>
          <p:cNvSpPr/>
          <p:nvPr/>
        </p:nvSpPr>
        <p:spPr>
          <a:xfrm>
            <a:off x="4" y="4"/>
            <a:ext cx="9141480" cy="1598732"/>
          </a:xfrm>
          <a:custGeom>
            <a:avLst/>
            <a:gdLst/>
            <a:ahLst/>
            <a:cxnLst/>
            <a:rect l="l" t="t" r="r" b="b"/>
            <a:pathLst>
              <a:path w="2304415" h="537845">
                <a:moveTo>
                  <a:pt x="0" y="537641"/>
                </a:moveTo>
                <a:lnTo>
                  <a:pt x="2303995" y="537641"/>
                </a:lnTo>
                <a:lnTo>
                  <a:pt x="2303995" y="0"/>
                </a:lnTo>
                <a:lnTo>
                  <a:pt x="0" y="0"/>
                </a:lnTo>
                <a:lnTo>
                  <a:pt x="0" y="537641"/>
                </a:lnTo>
                <a:close/>
              </a:path>
            </a:pathLst>
          </a:custGeom>
          <a:solidFill>
            <a:srgbClr val="000000"/>
          </a:solidFill>
        </p:spPr>
        <p:txBody>
          <a:bodyPr wrap="square" lIns="0" tIns="0" rIns="0" bIns="0" rtlCol="0"/>
          <a:lstStyle/>
          <a:p>
            <a:endParaRPr sz="5350"/>
          </a:p>
        </p:txBody>
      </p:sp>
      <p:sp>
        <p:nvSpPr>
          <p:cNvPr id="2" name="Holder 2"/>
          <p:cNvSpPr>
            <a:spLocks noGrp="1"/>
          </p:cNvSpPr>
          <p:nvPr>
            <p:ph type="title"/>
          </p:nvPr>
        </p:nvSpPr>
        <p:spPr>
          <a:xfrm>
            <a:off x="4296878" y="2760745"/>
            <a:ext cx="9694249" cy="215444"/>
          </a:xfrm>
          <a:prstGeom prst="rect">
            <a:avLst/>
          </a:prstGeom>
        </p:spPr>
        <p:txBody>
          <a:bodyPr wrap="square" lIns="0" tIns="0" rIns="0" bIns="0">
            <a:spAutoFit/>
          </a:bodyPr>
          <a:lstStyle>
            <a:lvl1pPr>
              <a:defRPr sz="1400" b="0" i="0">
                <a:solidFill>
                  <a:schemeClr val="bg1"/>
                </a:solidFill>
                <a:latin typeface="Arial"/>
                <a:cs typeface="Arial"/>
              </a:defRPr>
            </a:lvl1pPr>
          </a:lstStyle>
          <a:p>
            <a:endParaRPr/>
          </a:p>
        </p:txBody>
      </p:sp>
      <p:sp>
        <p:nvSpPr>
          <p:cNvPr id="3" name="Holder 3"/>
          <p:cNvSpPr>
            <a:spLocks noGrp="1"/>
          </p:cNvSpPr>
          <p:nvPr>
            <p:ph type="body" idx="1"/>
          </p:nvPr>
        </p:nvSpPr>
        <p:spPr>
          <a:xfrm>
            <a:off x="4707421" y="4984872"/>
            <a:ext cx="8873152"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9517870" y="9885894"/>
            <a:ext cx="4229412" cy="274370"/>
          </a:xfrm>
          <a:prstGeom prst="rect">
            <a:avLst/>
          </a:prstGeom>
        </p:spPr>
        <p:txBody>
          <a:bodyPr wrap="square" lIns="0" tIns="0" rIns="0" bIns="0">
            <a:spAutoFit/>
          </a:bodyPr>
          <a:lstStyle>
            <a:lvl1pPr>
              <a:defRPr sz="1783" b="1" i="0">
                <a:solidFill>
                  <a:schemeClr val="bg1"/>
                </a:solidFill>
                <a:latin typeface="Arial"/>
                <a:cs typeface="Arial"/>
              </a:defRPr>
            </a:lvl1pPr>
          </a:lstStyle>
          <a:p>
            <a:pPr marL="37746">
              <a:spcBef>
                <a:spcPts val="193"/>
              </a:spcBef>
            </a:pPr>
            <a:r>
              <a:rPr lang="en-CA" spc="-15"/>
              <a:t>COMP 2560 System</a:t>
            </a:r>
            <a:r>
              <a:rPr lang="en-CA" spc="-104"/>
              <a:t> </a:t>
            </a:r>
            <a:r>
              <a:rPr lang="en-CA" spc="-15"/>
              <a:t>Programming</a:t>
            </a:r>
            <a:endParaRPr lang="en-CA" spc="-15" dirty="0"/>
          </a:p>
        </p:txBody>
      </p:sp>
      <p:sp>
        <p:nvSpPr>
          <p:cNvPr id="5" name="Holder 5"/>
          <p:cNvSpPr>
            <a:spLocks noGrp="1"/>
          </p:cNvSpPr>
          <p:nvPr>
            <p:ph type="dt" sz="half" idx="6"/>
          </p:nvPr>
        </p:nvSpPr>
        <p:spPr>
          <a:xfrm>
            <a:off x="6179581" y="9885897"/>
            <a:ext cx="2584501" cy="274370"/>
          </a:xfrm>
          <a:prstGeom prst="rect">
            <a:avLst/>
          </a:prstGeom>
        </p:spPr>
        <p:txBody>
          <a:bodyPr wrap="square" lIns="0" tIns="0" rIns="0" bIns="0">
            <a:spAutoFit/>
          </a:bodyPr>
          <a:lstStyle>
            <a:lvl1pPr>
              <a:defRPr sz="1783" b="1" i="0">
                <a:solidFill>
                  <a:schemeClr val="bg1"/>
                </a:solidFill>
                <a:latin typeface="Arial"/>
                <a:cs typeface="Arial"/>
              </a:defRPr>
            </a:lvl1pPr>
          </a:lstStyle>
          <a:p>
            <a:pPr marL="37746">
              <a:spcBef>
                <a:spcPts val="193"/>
              </a:spcBef>
            </a:pPr>
            <a:r>
              <a:rPr lang="en-US" spc="-15"/>
              <a:t>Process Control I</a:t>
            </a:r>
            <a:endParaRPr lang="en-US" spc="-15" dirty="0"/>
          </a:p>
        </p:txBody>
      </p:sp>
      <p:sp>
        <p:nvSpPr>
          <p:cNvPr id="6" name="Holder 6"/>
          <p:cNvSpPr>
            <a:spLocks noGrp="1"/>
          </p:cNvSpPr>
          <p:nvPr>
            <p:ph type="sldNum" sz="quarter" idx="7"/>
          </p:nvPr>
        </p:nvSpPr>
        <p:spPr>
          <a:xfrm>
            <a:off x="14073444" y="9877159"/>
            <a:ext cx="4206241" cy="274458"/>
          </a:xfrm>
          <a:prstGeom prst="rect">
            <a:avLst/>
          </a:prstGeom>
        </p:spPr>
        <p:txBody>
          <a:bodyPr wrap="square" lIns="0" tIns="0" rIns="0" bIns="0">
            <a:spAutoFit/>
          </a:bodyPr>
          <a:lstStyle>
            <a:lvl1pPr algn="r">
              <a:defRPr sz="1783">
                <a:solidFill>
                  <a:schemeClr val="bg1"/>
                </a:solidFill>
              </a:defRPr>
            </a:lvl1pPr>
          </a:lstStyle>
          <a:p>
            <a:fld id="{B6F15528-21DE-4FAA-801E-634DDDAF4B2B}" type="slidenum">
              <a:rPr lang="en-CA" smtClean="0"/>
              <a:pPr/>
              <a:t>‹#›</a:t>
            </a:fld>
            <a:endParaRPr lang="en-CA" dirty="0"/>
          </a:p>
        </p:txBody>
      </p:sp>
    </p:spTree>
    <p:extLst>
      <p:ext uri="{BB962C8B-B14F-4D97-AF65-F5344CB8AC3E}">
        <p14:creationId xmlns:p14="http://schemas.microsoft.com/office/powerpoint/2010/main" val="95656479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Lst>
  <p:hf hdr="0"/>
  <p:txStyles>
    <p:titleStyle>
      <a:lvl1pPr>
        <a:defRPr>
          <a:latin typeface="+mj-lt"/>
          <a:ea typeface="+mj-ea"/>
          <a:cs typeface="+mj-cs"/>
        </a:defRPr>
      </a:lvl1pPr>
    </p:titleStyle>
    <p:bodyStyle>
      <a:lvl1pPr marL="0">
        <a:defRPr>
          <a:latin typeface="+mn-lt"/>
          <a:ea typeface="+mn-ea"/>
          <a:cs typeface="+mn-cs"/>
        </a:defRPr>
      </a:lvl1pPr>
      <a:lvl2pPr marL="1358844">
        <a:defRPr>
          <a:latin typeface="+mn-lt"/>
          <a:ea typeface="+mn-ea"/>
          <a:cs typeface="+mn-cs"/>
        </a:defRPr>
      </a:lvl2pPr>
      <a:lvl3pPr marL="2717688">
        <a:defRPr>
          <a:latin typeface="+mn-lt"/>
          <a:ea typeface="+mn-ea"/>
          <a:cs typeface="+mn-cs"/>
        </a:defRPr>
      </a:lvl3pPr>
      <a:lvl4pPr marL="4076532">
        <a:defRPr>
          <a:latin typeface="+mn-lt"/>
          <a:ea typeface="+mn-ea"/>
          <a:cs typeface="+mn-cs"/>
        </a:defRPr>
      </a:lvl4pPr>
      <a:lvl5pPr marL="5435376">
        <a:defRPr>
          <a:latin typeface="+mn-lt"/>
          <a:ea typeface="+mn-ea"/>
          <a:cs typeface="+mn-cs"/>
        </a:defRPr>
      </a:lvl5pPr>
      <a:lvl6pPr marL="6794221">
        <a:defRPr>
          <a:latin typeface="+mn-lt"/>
          <a:ea typeface="+mn-ea"/>
          <a:cs typeface="+mn-cs"/>
        </a:defRPr>
      </a:lvl6pPr>
      <a:lvl7pPr marL="8153065">
        <a:defRPr>
          <a:latin typeface="+mn-lt"/>
          <a:ea typeface="+mn-ea"/>
          <a:cs typeface="+mn-cs"/>
        </a:defRPr>
      </a:lvl7pPr>
      <a:lvl8pPr marL="9511909">
        <a:defRPr>
          <a:latin typeface="+mn-lt"/>
          <a:ea typeface="+mn-ea"/>
          <a:cs typeface="+mn-cs"/>
        </a:defRPr>
      </a:lvl8pPr>
      <a:lvl9pPr marL="10870753">
        <a:defRPr>
          <a:latin typeface="+mn-lt"/>
          <a:ea typeface="+mn-ea"/>
          <a:cs typeface="+mn-cs"/>
        </a:defRPr>
      </a:lvl9pPr>
    </p:bodyStyle>
    <p:otherStyle>
      <a:lvl1pPr marL="0">
        <a:defRPr>
          <a:latin typeface="+mn-lt"/>
          <a:ea typeface="+mn-ea"/>
          <a:cs typeface="+mn-cs"/>
        </a:defRPr>
      </a:lvl1pPr>
      <a:lvl2pPr marL="1358844">
        <a:defRPr>
          <a:latin typeface="+mn-lt"/>
          <a:ea typeface="+mn-ea"/>
          <a:cs typeface="+mn-cs"/>
        </a:defRPr>
      </a:lvl2pPr>
      <a:lvl3pPr marL="2717688">
        <a:defRPr>
          <a:latin typeface="+mn-lt"/>
          <a:ea typeface="+mn-ea"/>
          <a:cs typeface="+mn-cs"/>
        </a:defRPr>
      </a:lvl3pPr>
      <a:lvl4pPr marL="4076532">
        <a:defRPr>
          <a:latin typeface="+mn-lt"/>
          <a:ea typeface="+mn-ea"/>
          <a:cs typeface="+mn-cs"/>
        </a:defRPr>
      </a:lvl4pPr>
      <a:lvl5pPr marL="5435376">
        <a:defRPr>
          <a:latin typeface="+mn-lt"/>
          <a:ea typeface="+mn-ea"/>
          <a:cs typeface="+mn-cs"/>
        </a:defRPr>
      </a:lvl5pPr>
      <a:lvl6pPr marL="6794221">
        <a:defRPr>
          <a:latin typeface="+mn-lt"/>
          <a:ea typeface="+mn-ea"/>
          <a:cs typeface="+mn-cs"/>
        </a:defRPr>
      </a:lvl6pPr>
      <a:lvl7pPr marL="8153065">
        <a:defRPr>
          <a:latin typeface="+mn-lt"/>
          <a:ea typeface="+mn-ea"/>
          <a:cs typeface="+mn-cs"/>
        </a:defRPr>
      </a:lvl7pPr>
      <a:lvl8pPr marL="9511909">
        <a:defRPr>
          <a:latin typeface="+mn-lt"/>
          <a:ea typeface="+mn-ea"/>
          <a:cs typeface="+mn-cs"/>
        </a:defRPr>
      </a:lvl8pPr>
      <a:lvl9pPr marL="10870753">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40.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2.png"/><Relationship Id="rId7"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40.xml"/><Relationship Id="rId6" Type="http://schemas.openxmlformats.org/officeDocument/2006/relationships/image" Target="../media/image16.png"/><Relationship Id="rId11" Type="http://schemas.openxmlformats.org/officeDocument/2006/relationships/image" Target="../media/image23.png"/><Relationship Id="rId5" Type="http://schemas.openxmlformats.org/officeDocument/2006/relationships/image" Target="../media/image15.png"/><Relationship Id="rId10" Type="http://schemas.openxmlformats.org/officeDocument/2006/relationships/image" Target="../media/image22.png"/><Relationship Id="rId4" Type="http://schemas.openxmlformats.org/officeDocument/2006/relationships/image" Target="../media/image14.png"/><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hyperlink" Target="https://en.wikipedia.org/wiki/Execution_(computing)" TargetMode="External"/><Relationship Id="rId7"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31.xml"/><Relationship Id="rId6" Type="http://schemas.openxmlformats.org/officeDocument/2006/relationships/hyperlink" Target="https://en.wikipedia.org/wiki/Process_(computing)" TargetMode="External"/><Relationship Id="rId5" Type="http://schemas.openxmlformats.org/officeDocument/2006/relationships/hyperlink" Target="https://en.wikipedia.org/wiki/Operating_system" TargetMode="External"/><Relationship Id="rId4" Type="http://schemas.openxmlformats.org/officeDocument/2006/relationships/hyperlink" Target="https://en.wikipedia.org/wiki/Scheduling_(computin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31.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6.xml"/><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3" Type="http://schemas.openxmlformats.org/officeDocument/2006/relationships/hyperlink" Target="https://www.geeksforgeeks.org/dbms/deadlock-in-dbms/" TargetMode="External"/><Relationship Id="rId2" Type="http://schemas.openxmlformats.org/officeDocument/2006/relationships/image" Target="../media/image40.png"/><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hyperlink" Target="mailto:Andreas.Maniatis@UWindsor.ca" TargetMode="External"/><Relationship Id="rId2" Type="http://schemas.openxmlformats.org/officeDocument/2006/relationships/image" Target="../media/image6.png"/><Relationship Id="rId1" Type="http://schemas.openxmlformats.org/officeDocument/2006/relationships/slideLayout" Target="../slideLayouts/slideLayout11.xml"/><Relationship Id="rId4" Type="http://schemas.openxmlformats.org/officeDocument/2006/relationships/hyperlink" Target="http://www.linkedin.com/in/andreasmaniati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0"/>
            <a:duotone>
              <a:schemeClr val="accent3">
                <a:shade val="45000"/>
                <a:satMod val="135000"/>
              </a:schemeClr>
              <a:prstClr val="white"/>
            </a:duotone>
          </a:blip>
          <a:srcRect/>
          <a:stretch>
            <a:fillRect l="-4000" r="-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7B385-2DCA-364C-8CE4-790847292619}"/>
              </a:ext>
            </a:extLst>
          </p:cNvPr>
          <p:cNvSpPr>
            <a:spLocks noGrp="1"/>
          </p:cNvSpPr>
          <p:nvPr>
            <p:ph type="ctrTitle"/>
          </p:nvPr>
        </p:nvSpPr>
        <p:spPr>
          <a:xfrm>
            <a:off x="2285999" y="1683545"/>
            <a:ext cx="15920357" cy="3581400"/>
          </a:xfrm>
        </p:spPr>
        <p:txBody>
          <a:bodyPr>
            <a:normAutofit/>
          </a:bodyPr>
          <a:lstStyle/>
          <a:p>
            <a:pPr algn="l"/>
            <a:r>
              <a:rPr lang="en-US" dirty="0">
                <a:solidFill>
                  <a:srgbClr val="0070C0"/>
                </a:solidFill>
              </a:rPr>
              <a:t>Week 6</a:t>
            </a:r>
            <a:br>
              <a:rPr lang="en-US" dirty="0">
                <a:solidFill>
                  <a:srgbClr val="0070C0"/>
                </a:solidFill>
              </a:rPr>
            </a:br>
            <a:r>
              <a:rPr lang="en-US" dirty="0">
                <a:solidFill>
                  <a:srgbClr val="0070C0"/>
                </a:solidFill>
              </a:rPr>
              <a:t>1. Concurrency in Java (cont.)</a:t>
            </a:r>
            <a:endParaRPr lang="en-US" dirty="0">
              <a:solidFill>
                <a:srgbClr val="0070C0"/>
              </a:solidFill>
              <a:latin typeface="Consolas" panose="020B0609020204030204" pitchFamily="49" charset="0"/>
            </a:endParaRPr>
          </a:p>
        </p:txBody>
      </p:sp>
      <p:sp>
        <p:nvSpPr>
          <p:cNvPr id="3" name="Subtitle 2">
            <a:extLst>
              <a:ext uri="{FF2B5EF4-FFF2-40B4-BE49-F238E27FC236}">
                <a16:creationId xmlns:a16="http://schemas.microsoft.com/office/drawing/2014/main" id="{6EFE4783-2DCE-C244-9D3A-0F56A2B3C739}"/>
              </a:ext>
            </a:extLst>
          </p:cNvPr>
          <p:cNvSpPr>
            <a:spLocks noGrp="1"/>
          </p:cNvSpPr>
          <p:nvPr>
            <p:ph type="subTitle" idx="1"/>
          </p:nvPr>
        </p:nvSpPr>
        <p:spPr/>
        <p:txBody>
          <a:bodyPr/>
          <a:lstStyle/>
          <a:p>
            <a:pPr algn="l"/>
            <a:r>
              <a:rPr lang="en-US" dirty="0">
                <a:solidFill>
                  <a:schemeClr val="tx1">
                    <a:lumMod val="65000"/>
                    <a:lumOff val="35000"/>
                  </a:schemeClr>
                </a:solidFill>
              </a:rPr>
              <a:t>Dr. Andreas S. Maniatis</a:t>
            </a:r>
          </a:p>
          <a:p>
            <a:pPr algn="l"/>
            <a:r>
              <a:rPr lang="en-US" dirty="0">
                <a:solidFill>
                  <a:schemeClr val="tx1">
                    <a:lumMod val="65000"/>
                    <a:lumOff val="35000"/>
                  </a:schemeClr>
                </a:solidFill>
              </a:rPr>
              <a:t>Assistant Professor</a:t>
            </a:r>
          </a:p>
        </p:txBody>
      </p:sp>
      <p:sp>
        <p:nvSpPr>
          <p:cNvPr id="4" name="Text Placeholder 2">
            <a:extLst>
              <a:ext uri="{FF2B5EF4-FFF2-40B4-BE49-F238E27FC236}">
                <a16:creationId xmlns:a16="http://schemas.microsoft.com/office/drawing/2014/main" id="{28D30596-0456-F4C9-108F-24AD95A78B36}"/>
              </a:ext>
            </a:extLst>
          </p:cNvPr>
          <p:cNvSpPr txBox="1">
            <a:spLocks/>
          </p:cNvSpPr>
          <p:nvPr/>
        </p:nvSpPr>
        <p:spPr>
          <a:xfrm>
            <a:off x="2285999" y="7527191"/>
            <a:ext cx="11397344" cy="1076265"/>
          </a:xfrm>
          <a:prstGeom prst="rect">
            <a:avLst/>
          </a:prstGeom>
        </p:spPr>
        <p:txBody>
          <a:bodyPr vert="horz" lIns="137160" tIns="68580" rIns="137160" bIns="6858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defTabSz="1371600">
              <a:spcBef>
                <a:spcPts val="1500"/>
              </a:spcBef>
              <a:defRPr/>
            </a:pPr>
            <a:r>
              <a:rPr lang="en-US" sz="3600" dirty="0">
                <a:solidFill>
                  <a:srgbClr val="0070C0"/>
                </a:solidFill>
                <a:latin typeface="Calibri" panose="020F0502020204030204"/>
              </a:rPr>
              <a:t>School of Computer Science</a:t>
            </a:r>
          </a:p>
          <a:p>
            <a:pPr algn="l" defTabSz="1371600">
              <a:spcBef>
                <a:spcPts val="1500"/>
              </a:spcBef>
              <a:defRPr/>
            </a:pPr>
            <a:r>
              <a:rPr lang="en-US" sz="3600" dirty="0">
                <a:solidFill>
                  <a:srgbClr val="0070C0"/>
                </a:solidFill>
                <a:latin typeface="Calibri" panose="020F0502020204030204"/>
              </a:rPr>
              <a:t>COMP.2800 – Software Development [2026W]</a:t>
            </a:r>
          </a:p>
        </p:txBody>
      </p:sp>
      <p:sp>
        <p:nvSpPr>
          <p:cNvPr id="5" name="Text Placeholder 3">
            <a:extLst>
              <a:ext uri="{FF2B5EF4-FFF2-40B4-BE49-F238E27FC236}">
                <a16:creationId xmlns:a16="http://schemas.microsoft.com/office/drawing/2014/main" id="{01BD25D5-9F95-0FA6-6C9E-DD50038C5FCE}"/>
              </a:ext>
            </a:extLst>
          </p:cNvPr>
          <p:cNvSpPr txBox="1">
            <a:spLocks/>
          </p:cNvSpPr>
          <p:nvPr/>
        </p:nvSpPr>
        <p:spPr>
          <a:xfrm>
            <a:off x="2286001" y="8492609"/>
            <a:ext cx="7374194" cy="4455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371600">
              <a:defRPr/>
            </a:pPr>
            <a:r>
              <a:rPr lang="en-US" sz="2400" dirty="0">
                <a:solidFill>
                  <a:srgbClr val="000000">
                    <a:lumMod val="65000"/>
                    <a:lumOff val="35000"/>
                  </a:srgbClr>
                </a:solidFill>
                <a:latin typeface="Calibri" panose="020F0502020204030204"/>
              </a:rPr>
              <a:t>Monday, February 9</a:t>
            </a:r>
            <a:r>
              <a:rPr lang="en-US" sz="2400" baseline="30000" dirty="0">
                <a:solidFill>
                  <a:srgbClr val="000000">
                    <a:lumMod val="65000"/>
                    <a:lumOff val="35000"/>
                  </a:srgbClr>
                </a:solidFill>
                <a:latin typeface="Calibri" panose="020F0502020204030204"/>
              </a:rPr>
              <a:t>th</a:t>
            </a:r>
            <a:r>
              <a:rPr lang="en-US" sz="2400" dirty="0">
                <a:solidFill>
                  <a:srgbClr val="000000">
                    <a:lumMod val="65000"/>
                    <a:lumOff val="35000"/>
                  </a:srgbClr>
                </a:solidFill>
                <a:latin typeface="Calibri" panose="020F0502020204030204"/>
              </a:rPr>
              <a:t>, 2026 | 14:30 – 15:50 | ER 1118</a:t>
            </a:r>
          </a:p>
        </p:txBody>
      </p:sp>
    </p:spTree>
    <p:extLst>
      <p:ext uri="{BB962C8B-B14F-4D97-AF65-F5344CB8AC3E}">
        <p14:creationId xmlns:p14="http://schemas.microsoft.com/office/powerpoint/2010/main" val="1653416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0" y="0"/>
            <a:ext cx="18288000" cy="10286997"/>
          </a:xfrm>
          <a:prstGeom prst="rect">
            <a:avLst/>
          </a:prstGeom>
        </p:spPr>
      </p:pic>
      <p:sp>
        <p:nvSpPr>
          <p:cNvPr id="5" name="object 5" descr="$PPTXTitle"/>
          <p:cNvSpPr txBox="1">
            <a:spLocks noGrp="1"/>
          </p:cNvSpPr>
          <p:nvPr>
            <p:ph type="title"/>
          </p:nvPr>
        </p:nvSpPr>
        <p:spPr>
          <a:xfrm>
            <a:off x="6734810" y="4175123"/>
            <a:ext cx="10029190" cy="974626"/>
          </a:xfrm>
          <a:prstGeom prst="rect">
            <a:avLst/>
          </a:prstGeom>
        </p:spPr>
        <p:txBody>
          <a:bodyPr vert="horz" wrap="square" lIns="0" tIns="12700" rIns="0" bIns="0" rtlCol="0">
            <a:spAutoFit/>
          </a:bodyPr>
          <a:lstStyle/>
          <a:p>
            <a:pPr marL="12700">
              <a:lnSpc>
                <a:spcPts val="7525"/>
              </a:lnSpc>
              <a:spcBef>
                <a:spcPts val="100"/>
              </a:spcBef>
            </a:pPr>
            <a:r>
              <a:rPr lang="en-US" sz="6600" b="0" spc="-105" dirty="0">
                <a:solidFill>
                  <a:srgbClr val="FFFFFF"/>
                </a:solidFill>
                <a:latin typeface="Tahoma"/>
                <a:cs typeface="Tahoma"/>
              </a:rPr>
              <a:t>Concurrency in Java (cont.)</a:t>
            </a:r>
            <a:endParaRPr sz="6600" dirty="0">
              <a:latin typeface="Tahoma"/>
              <a:cs typeface="Tahoma"/>
            </a:endParaRPr>
          </a:p>
        </p:txBody>
      </p:sp>
      <p:sp>
        <p:nvSpPr>
          <p:cNvPr id="6" name="object 6"/>
          <p:cNvSpPr txBox="1"/>
          <p:nvPr/>
        </p:nvSpPr>
        <p:spPr>
          <a:xfrm>
            <a:off x="4117594" y="8523461"/>
            <a:ext cx="3150235" cy="914400"/>
          </a:xfrm>
          <a:prstGeom prst="rect">
            <a:avLst/>
          </a:prstGeom>
        </p:spPr>
        <p:txBody>
          <a:bodyPr vert="horz" wrap="square" lIns="0" tIns="131445" rIns="0" bIns="0" rtlCol="0">
            <a:spAutoFit/>
          </a:bodyPr>
          <a:lstStyle/>
          <a:p>
            <a:pPr marL="12700">
              <a:lnSpc>
                <a:spcPct val="100000"/>
              </a:lnSpc>
              <a:spcBef>
                <a:spcPts val="1035"/>
              </a:spcBef>
            </a:pPr>
            <a:r>
              <a:rPr lang="en-US" sz="2400" dirty="0">
                <a:solidFill>
                  <a:srgbClr val="FFFFFF"/>
                </a:solidFill>
                <a:latin typeface="Tahoma"/>
                <a:cs typeface="Tahoma"/>
              </a:rPr>
              <a:t>Dr. Andreas Maniatis</a:t>
            </a:r>
            <a:endParaRPr sz="2400" dirty="0">
              <a:latin typeface="Tahoma"/>
              <a:cs typeface="Tahoma"/>
            </a:endParaRPr>
          </a:p>
          <a:p>
            <a:pPr marL="12700">
              <a:lnSpc>
                <a:spcPct val="100000"/>
              </a:lnSpc>
              <a:spcBef>
                <a:spcPts val="780"/>
              </a:spcBef>
            </a:pPr>
            <a:r>
              <a:rPr lang="en-US" sz="2000" dirty="0">
                <a:solidFill>
                  <a:srgbClr val="4FA1D9"/>
                </a:solidFill>
                <a:latin typeface="Tahoma"/>
                <a:cs typeface="Tahoma"/>
              </a:rPr>
              <a:t>Assistant Professor</a:t>
            </a:r>
            <a:endParaRPr sz="2000" dirty="0">
              <a:latin typeface="Tahoma"/>
              <a:cs typeface="Tahoma"/>
            </a:endParaRPr>
          </a:p>
        </p:txBody>
      </p:sp>
      <p:grpSp>
        <p:nvGrpSpPr>
          <p:cNvPr id="7" name="object 7" descr="A picture containing person, person, wall, glasses  Description automatically generated"/>
          <p:cNvGrpSpPr/>
          <p:nvPr/>
        </p:nvGrpSpPr>
        <p:grpSpPr>
          <a:xfrm>
            <a:off x="2808223" y="8594852"/>
            <a:ext cx="940435" cy="940435"/>
            <a:chOff x="2808223" y="8594852"/>
            <a:chExt cx="940435" cy="940435"/>
          </a:xfrm>
        </p:grpSpPr>
        <p:pic>
          <p:nvPicPr>
            <p:cNvPr id="8" name="object 8"/>
            <p:cNvPicPr/>
            <p:nvPr/>
          </p:nvPicPr>
          <p:blipFill>
            <a:blip r:embed="rId3" cstate="print">
              <a:extLst>
                <a:ext uri="{28A0092B-C50C-407E-A947-70E740481C1C}">
                  <a14:useLocalDpi xmlns:a14="http://schemas.microsoft.com/office/drawing/2010/main" val="0"/>
                </a:ext>
              </a:extLst>
            </a:blip>
            <a:srcRect/>
            <a:stretch/>
          </p:blipFill>
          <p:spPr>
            <a:xfrm>
              <a:off x="2819399" y="8606028"/>
              <a:ext cx="917447" cy="917447"/>
            </a:xfrm>
            <a:prstGeom prst="rect">
              <a:avLst/>
            </a:prstGeom>
          </p:spPr>
        </p:pic>
        <p:sp>
          <p:nvSpPr>
            <p:cNvPr id="9" name="object 9"/>
            <p:cNvSpPr/>
            <p:nvPr/>
          </p:nvSpPr>
          <p:spPr>
            <a:xfrm>
              <a:off x="2808223" y="8594852"/>
              <a:ext cx="940435" cy="940435"/>
            </a:xfrm>
            <a:custGeom>
              <a:avLst/>
              <a:gdLst/>
              <a:ahLst/>
              <a:cxnLst/>
              <a:rect l="l" t="t" r="r" b="b"/>
              <a:pathLst>
                <a:path w="940435" h="940434">
                  <a:moveTo>
                    <a:pt x="469900" y="0"/>
                  </a:moveTo>
                  <a:lnTo>
                    <a:pt x="517905" y="2540"/>
                  </a:lnTo>
                  <a:lnTo>
                    <a:pt x="564641" y="9779"/>
                  </a:lnTo>
                  <a:lnTo>
                    <a:pt x="609726" y="21209"/>
                  </a:lnTo>
                  <a:lnTo>
                    <a:pt x="652906" y="37084"/>
                  </a:lnTo>
                  <a:lnTo>
                    <a:pt x="693927" y="57023"/>
                  </a:lnTo>
                  <a:lnTo>
                    <a:pt x="732916" y="80518"/>
                  </a:lnTo>
                  <a:lnTo>
                    <a:pt x="769112" y="107315"/>
                  </a:lnTo>
                  <a:lnTo>
                    <a:pt x="802513" y="137922"/>
                  </a:lnTo>
                  <a:lnTo>
                    <a:pt x="832612" y="171196"/>
                  </a:lnTo>
                  <a:lnTo>
                    <a:pt x="859789" y="207391"/>
                  </a:lnTo>
                  <a:lnTo>
                    <a:pt x="883412" y="245999"/>
                  </a:lnTo>
                  <a:lnTo>
                    <a:pt x="902842" y="287020"/>
                  </a:lnTo>
                  <a:lnTo>
                    <a:pt x="918717" y="330073"/>
                  </a:lnTo>
                  <a:lnTo>
                    <a:pt x="930528" y="375285"/>
                  </a:lnTo>
                  <a:lnTo>
                    <a:pt x="937387" y="422021"/>
                  </a:lnTo>
                  <a:lnTo>
                    <a:pt x="939926" y="469963"/>
                  </a:lnTo>
                  <a:lnTo>
                    <a:pt x="937387" y="517893"/>
                  </a:lnTo>
                  <a:lnTo>
                    <a:pt x="930528" y="564654"/>
                  </a:lnTo>
                  <a:lnTo>
                    <a:pt x="918717" y="609815"/>
                  </a:lnTo>
                  <a:lnTo>
                    <a:pt x="902842" y="652868"/>
                  </a:lnTo>
                  <a:lnTo>
                    <a:pt x="883412" y="693915"/>
                  </a:lnTo>
                  <a:lnTo>
                    <a:pt x="859789" y="732967"/>
                  </a:lnTo>
                  <a:lnTo>
                    <a:pt x="832612" y="769137"/>
                  </a:lnTo>
                  <a:lnTo>
                    <a:pt x="802513" y="802474"/>
                  </a:lnTo>
                  <a:lnTo>
                    <a:pt x="769112" y="832561"/>
                  </a:lnTo>
                  <a:lnTo>
                    <a:pt x="732916" y="859790"/>
                  </a:lnTo>
                  <a:lnTo>
                    <a:pt x="693927" y="883386"/>
                  </a:lnTo>
                  <a:lnTo>
                    <a:pt x="652906" y="902893"/>
                  </a:lnTo>
                  <a:lnTo>
                    <a:pt x="609853" y="918730"/>
                  </a:lnTo>
                  <a:lnTo>
                    <a:pt x="564641" y="930529"/>
                  </a:lnTo>
                  <a:lnTo>
                    <a:pt x="517905" y="937437"/>
                  </a:lnTo>
                  <a:lnTo>
                    <a:pt x="469900" y="939876"/>
                  </a:lnTo>
                  <a:lnTo>
                    <a:pt x="422020" y="937437"/>
                  </a:lnTo>
                  <a:lnTo>
                    <a:pt x="375284" y="930529"/>
                  </a:lnTo>
                  <a:lnTo>
                    <a:pt x="330073" y="918730"/>
                  </a:lnTo>
                  <a:lnTo>
                    <a:pt x="287019" y="902893"/>
                  </a:lnTo>
                  <a:lnTo>
                    <a:pt x="245999" y="883373"/>
                  </a:lnTo>
                  <a:lnTo>
                    <a:pt x="207390" y="859764"/>
                  </a:lnTo>
                  <a:lnTo>
                    <a:pt x="171195" y="832561"/>
                  </a:lnTo>
                  <a:lnTo>
                    <a:pt x="137921" y="802500"/>
                  </a:lnTo>
                  <a:lnTo>
                    <a:pt x="107314" y="769137"/>
                  </a:lnTo>
                  <a:lnTo>
                    <a:pt x="80518" y="732942"/>
                  </a:lnTo>
                  <a:lnTo>
                    <a:pt x="57023" y="693953"/>
                  </a:lnTo>
                  <a:lnTo>
                    <a:pt x="37083" y="652907"/>
                  </a:lnTo>
                  <a:lnTo>
                    <a:pt x="21208" y="609815"/>
                  </a:lnTo>
                  <a:lnTo>
                    <a:pt x="9398" y="564654"/>
                  </a:lnTo>
                  <a:lnTo>
                    <a:pt x="2539" y="517893"/>
                  </a:lnTo>
                  <a:lnTo>
                    <a:pt x="0" y="469900"/>
                  </a:lnTo>
                  <a:lnTo>
                    <a:pt x="2539" y="422021"/>
                  </a:lnTo>
                  <a:lnTo>
                    <a:pt x="9778" y="375285"/>
                  </a:lnTo>
                  <a:lnTo>
                    <a:pt x="21208" y="330200"/>
                  </a:lnTo>
                  <a:lnTo>
                    <a:pt x="37083" y="287020"/>
                  </a:lnTo>
                  <a:lnTo>
                    <a:pt x="57023" y="245999"/>
                  </a:lnTo>
                  <a:lnTo>
                    <a:pt x="80518" y="207391"/>
                  </a:lnTo>
                  <a:lnTo>
                    <a:pt x="107314" y="171196"/>
                  </a:lnTo>
                  <a:lnTo>
                    <a:pt x="137794" y="137795"/>
                  </a:lnTo>
                  <a:lnTo>
                    <a:pt x="171195" y="107315"/>
                  </a:lnTo>
                  <a:lnTo>
                    <a:pt x="207390" y="80518"/>
                  </a:lnTo>
                  <a:lnTo>
                    <a:pt x="245999" y="57023"/>
                  </a:lnTo>
                  <a:lnTo>
                    <a:pt x="287019" y="37084"/>
                  </a:lnTo>
                  <a:lnTo>
                    <a:pt x="330073" y="21209"/>
                  </a:lnTo>
                  <a:lnTo>
                    <a:pt x="375284" y="9398"/>
                  </a:lnTo>
                  <a:lnTo>
                    <a:pt x="422020" y="2540"/>
                  </a:lnTo>
                  <a:lnTo>
                    <a:pt x="469900" y="0"/>
                  </a:lnTo>
                  <a:close/>
                </a:path>
              </a:pathLst>
            </a:custGeom>
            <a:ln w="22225">
              <a:solidFill>
                <a:srgbClr val="FFFFFF"/>
              </a:solidFill>
            </a:ln>
          </p:spPr>
          <p:txBody>
            <a:bodyPr wrap="square" lIns="0" tIns="0" rIns="0" bIns="0" rtlCol="0"/>
            <a:lstStyle/>
            <a:p>
              <a:endParaRPr/>
            </a:p>
          </p:txBody>
        </p:sp>
      </p:grpSp>
      <p:pic>
        <p:nvPicPr>
          <p:cNvPr id="10" name="Picture 9">
            <a:extLst>
              <a:ext uri="{FF2B5EF4-FFF2-40B4-BE49-F238E27FC236}">
                <a16:creationId xmlns:a16="http://schemas.microsoft.com/office/drawing/2014/main" id="{BCD80824-D49D-65B3-3FAA-27E65B19FE39}"/>
              </a:ext>
            </a:extLst>
          </p:cNvPr>
          <p:cNvPicPr>
            <a:picLocks noChangeAspect="1"/>
          </p:cNvPicPr>
          <p:nvPr/>
        </p:nvPicPr>
        <p:blipFill rotWithShape="1">
          <a:blip r:embed="rId4">
            <a:extLst>
              <a:ext uri="{28A0092B-C50C-407E-A947-70E740481C1C}">
                <a14:useLocalDpi xmlns:a14="http://schemas.microsoft.com/office/drawing/2010/main" val="0"/>
              </a:ext>
            </a:extLst>
          </a:blip>
          <a:srcRect l="5555" t="14966" r="7895" b="18367"/>
          <a:stretch>
            <a:fillRect/>
          </a:stretch>
        </p:blipFill>
        <p:spPr bwMode="auto">
          <a:xfrm>
            <a:off x="1143000" y="4305300"/>
            <a:ext cx="4837458" cy="1600200"/>
          </a:xfrm>
          <a:prstGeom prst="rect">
            <a:avLst/>
          </a:prstGeom>
          <a:noFill/>
          <a:ln>
            <a:noFill/>
          </a:ln>
          <a:extLst>
            <a:ext uri="{53640926-AAD7-44D8-BBD7-CCE9431645EC}">
              <a14:shadowObscured xmlns:a14="http://schemas.microsoft.com/office/drawing/2010/main"/>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BD248DF-B135-0368-967E-3145829404E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8C532B6-6121-44EF-2EF8-71B8358A1C1E}"/>
              </a:ext>
            </a:extLst>
          </p:cNvPr>
          <p:cNvSpPr>
            <a:spLocks noGrp="1"/>
          </p:cNvSpPr>
          <p:nvPr>
            <p:ph type="title"/>
          </p:nvPr>
        </p:nvSpPr>
        <p:spPr/>
        <p:txBody>
          <a:bodyPr/>
          <a:lstStyle/>
          <a:p>
            <a:r>
              <a:rPr lang="en-US" dirty="0">
                <a:solidFill>
                  <a:srgbClr val="0070C0"/>
                </a:solidFill>
              </a:rPr>
              <a:t>Agenda</a:t>
            </a:r>
            <a:endParaRPr lang="en-US" dirty="0"/>
          </a:p>
        </p:txBody>
      </p:sp>
      <p:sp>
        <p:nvSpPr>
          <p:cNvPr id="9" name="Content Placeholder 8">
            <a:extLst>
              <a:ext uri="{FF2B5EF4-FFF2-40B4-BE49-F238E27FC236}">
                <a16:creationId xmlns:a16="http://schemas.microsoft.com/office/drawing/2014/main" id="{8EC4326A-8694-1F97-D843-7E91A0F990AB}"/>
              </a:ext>
            </a:extLst>
          </p:cNvPr>
          <p:cNvSpPr>
            <a:spLocks noGrp="1"/>
          </p:cNvSpPr>
          <p:nvPr>
            <p:ph type="body" sz="quarter" idx="10"/>
          </p:nvPr>
        </p:nvSpPr>
        <p:spPr/>
        <p:txBody>
          <a:bodyPr/>
          <a:lstStyle/>
          <a:p>
            <a:r>
              <a:rPr lang="en-US" dirty="0"/>
              <a:t>Hello, World!</a:t>
            </a:r>
          </a:p>
          <a:p>
            <a:pPr lvl="1"/>
            <a:endParaRPr lang="en-US" dirty="0"/>
          </a:p>
          <a:p>
            <a:r>
              <a:rPr lang="en-US" dirty="0"/>
              <a:t>The rules of the game</a:t>
            </a:r>
          </a:p>
          <a:p>
            <a:endParaRPr lang="en-US" dirty="0"/>
          </a:p>
          <a:p>
            <a:r>
              <a:rPr lang="en-US" dirty="0"/>
              <a:t>Working with Swing Components</a:t>
            </a:r>
          </a:p>
          <a:p>
            <a:endParaRPr lang="en-US" dirty="0"/>
          </a:p>
          <a:p>
            <a:r>
              <a:rPr lang="en-US" dirty="0"/>
              <a:t>The humble dialog</a:t>
            </a:r>
          </a:p>
          <a:p>
            <a:pPr lvl="1"/>
            <a:r>
              <a:rPr lang="en-US" dirty="0"/>
              <a:t>Decoupling the view from the application logic</a:t>
            </a:r>
          </a:p>
          <a:p>
            <a:endParaRPr lang="en-US" dirty="0"/>
          </a:p>
          <a:p>
            <a:endParaRPr lang="en-US" dirty="0"/>
          </a:p>
          <a:p>
            <a:endParaRPr lang="en-US" dirty="0"/>
          </a:p>
        </p:txBody>
      </p:sp>
    </p:spTree>
    <p:extLst>
      <p:ext uri="{BB962C8B-B14F-4D97-AF65-F5344CB8AC3E}">
        <p14:creationId xmlns:p14="http://schemas.microsoft.com/office/powerpoint/2010/main" val="6511711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0" y="0"/>
            <a:ext cx="18288000" cy="10286997"/>
          </a:xfrm>
          <a:prstGeom prst="rect">
            <a:avLst/>
          </a:prstGeom>
        </p:spPr>
      </p:pic>
      <p:sp>
        <p:nvSpPr>
          <p:cNvPr id="5" name="object 5" descr="$PPTXTitle"/>
          <p:cNvSpPr txBox="1">
            <a:spLocks noGrp="1"/>
          </p:cNvSpPr>
          <p:nvPr>
            <p:ph type="title"/>
          </p:nvPr>
        </p:nvSpPr>
        <p:spPr>
          <a:xfrm>
            <a:off x="1297939" y="621537"/>
            <a:ext cx="3420745" cy="1245235"/>
          </a:xfrm>
          <a:prstGeom prst="rect">
            <a:avLst/>
          </a:prstGeom>
        </p:spPr>
        <p:txBody>
          <a:bodyPr vert="horz" wrap="square" lIns="0" tIns="12700" rIns="0" bIns="0" rtlCol="0">
            <a:spAutoFit/>
          </a:bodyPr>
          <a:lstStyle/>
          <a:p>
            <a:pPr marL="12700">
              <a:lnSpc>
                <a:spcPct val="100000"/>
              </a:lnSpc>
              <a:spcBef>
                <a:spcPts val="100"/>
              </a:spcBef>
            </a:pPr>
            <a:r>
              <a:rPr sz="8000" b="0" spc="-10" dirty="0">
                <a:solidFill>
                  <a:srgbClr val="4FA1D9"/>
                </a:solidFill>
                <a:latin typeface="Tahoma"/>
                <a:cs typeface="Tahoma"/>
              </a:rPr>
              <a:t>Agenda</a:t>
            </a:r>
            <a:endParaRPr sz="8000">
              <a:latin typeface="Tahoma"/>
              <a:cs typeface="Tahoma"/>
            </a:endParaRPr>
          </a:p>
        </p:txBody>
      </p:sp>
      <p:sp>
        <p:nvSpPr>
          <p:cNvPr id="6" name="object 6"/>
          <p:cNvSpPr/>
          <p:nvPr/>
        </p:nvSpPr>
        <p:spPr>
          <a:xfrm>
            <a:off x="9465564" y="3073907"/>
            <a:ext cx="7527290" cy="4067810"/>
          </a:xfrm>
          <a:custGeom>
            <a:avLst/>
            <a:gdLst/>
            <a:ahLst/>
            <a:cxnLst/>
            <a:rect l="l" t="t" r="r" b="b"/>
            <a:pathLst>
              <a:path w="7527290" h="4067809">
                <a:moveTo>
                  <a:pt x="41147" y="0"/>
                </a:moveTo>
                <a:lnTo>
                  <a:pt x="7527289" y="0"/>
                </a:lnTo>
              </a:path>
              <a:path w="7527290" h="4067809">
                <a:moveTo>
                  <a:pt x="41147" y="1383792"/>
                </a:moveTo>
                <a:lnTo>
                  <a:pt x="7527289" y="1383792"/>
                </a:lnTo>
              </a:path>
              <a:path w="7527290" h="4067809">
                <a:moveTo>
                  <a:pt x="36575" y="2724912"/>
                </a:moveTo>
                <a:lnTo>
                  <a:pt x="7522718" y="2724912"/>
                </a:lnTo>
              </a:path>
              <a:path w="7527290" h="4067809">
                <a:moveTo>
                  <a:pt x="0" y="4067556"/>
                </a:moveTo>
                <a:lnTo>
                  <a:pt x="7486141" y="4067556"/>
                </a:lnTo>
              </a:path>
            </a:pathLst>
          </a:custGeom>
          <a:ln w="3175">
            <a:solidFill>
              <a:srgbClr val="FFFFFF"/>
            </a:solidFill>
          </a:ln>
        </p:spPr>
        <p:txBody>
          <a:bodyPr wrap="square" lIns="0" tIns="0" rIns="0" bIns="0" rtlCol="0"/>
          <a:lstStyle/>
          <a:p>
            <a:endParaRPr/>
          </a:p>
        </p:txBody>
      </p:sp>
      <p:sp>
        <p:nvSpPr>
          <p:cNvPr id="7" name="object 7"/>
          <p:cNvSpPr txBox="1"/>
          <p:nvPr/>
        </p:nvSpPr>
        <p:spPr>
          <a:xfrm>
            <a:off x="9432417" y="2018233"/>
            <a:ext cx="7013575" cy="6981398"/>
          </a:xfrm>
          <a:prstGeom prst="rect">
            <a:avLst/>
          </a:prstGeom>
        </p:spPr>
        <p:txBody>
          <a:bodyPr vert="horz" wrap="square" lIns="0" tIns="12700" rIns="0" bIns="0" rtlCol="0">
            <a:spAutoFit/>
          </a:bodyPr>
          <a:lstStyle/>
          <a:p>
            <a:pPr marL="17145">
              <a:lnSpc>
                <a:spcPct val="100000"/>
              </a:lnSpc>
              <a:spcBef>
                <a:spcPts val="100"/>
              </a:spcBef>
            </a:pPr>
            <a:r>
              <a:rPr lang="en-US" sz="3600" b="1" spc="-175" dirty="0">
                <a:solidFill>
                  <a:srgbClr val="FFFFFF"/>
                </a:solidFill>
                <a:latin typeface="Tahoma"/>
                <a:cs typeface="Tahoma"/>
              </a:rPr>
              <a:t>Concurrency in Java:</a:t>
            </a:r>
          </a:p>
          <a:p>
            <a:pPr marL="17145">
              <a:lnSpc>
                <a:spcPct val="100000"/>
              </a:lnSpc>
              <a:spcBef>
                <a:spcPts val="100"/>
              </a:spcBef>
            </a:pPr>
            <a:endParaRPr lang="en-US" sz="3600" b="1" spc="-175" dirty="0">
              <a:solidFill>
                <a:srgbClr val="FFFFFF"/>
              </a:solidFill>
              <a:latin typeface="Tahoma"/>
              <a:cs typeface="Tahoma"/>
            </a:endParaRPr>
          </a:p>
          <a:p>
            <a:pPr marL="17145">
              <a:lnSpc>
                <a:spcPct val="100000"/>
              </a:lnSpc>
              <a:spcBef>
                <a:spcPts val="100"/>
              </a:spcBef>
            </a:pPr>
            <a:endParaRPr lang="en-US" sz="3600" b="1" spc="-175" dirty="0">
              <a:solidFill>
                <a:srgbClr val="FFFFFF"/>
              </a:solidFill>
              <a:latin typeface="Tahoma"/>
              <a:cs typeface="Tahoma"/>
            </a:endParaRPr>
          </a:p>
          <a:p>
            <a:pPr marL="588645" indent="-571500">
              <a:lnSpc>
                <a:spcPct val="100000"/>
              </a:lnSpc>
              <a:spcBef>
                <a:spcPts val="100"/>
              </a:spcBef>
              <a:buFont typeface="Arial" panose="020B0604020202020204" pitchFamily="34" charset="0"/>
              <a:buChar char="•"/>
            </a:pPr>
            <a:r>
              <a:rPr lang="en-US" sz="3600" b="1" spc="-175" dirty="0">
                <a:solidFill>
                  <a:srgbClr val="FFFFFF"/>
                </a:solidFill>
                <a:latin typeface="Tahoma"/>
                <a:cs typeface="Tahoma"/>
              </a:rPr>
              <a:t>Processes vs. Threads</a:t>
            </a:r>
            <a:endParaRPr sz="3600" dirty="0">
              <a:latin typeface="Tahoma"/>
              <a:cs typeface="Tahoma"/>
            </a:endParaRPr>
          </a:p>
          <a:p>
            <a:pPr>
              <a:lnSpc>
                <a:spcPct val="100000"/>
              </a:lnSpc>
              <a:spcBef>
                <a:spcPts val="2225"/>
              </a:spcBef>
            </a:pPr>
            <a:endParaRPr sz="3600" dirty="0">
              <a:latin typeface="Tahoma"/>
              <a:cs typeface="Tahoma"/>
            </a:endParaRPr>
          </a:p>
          <a:p>
            <a:pPr marL="588645" indent="-571500">
              <a:lnSpc>
                <a:spcPct val="100000"/>
              </a:lnSpc>
              <a:buFont typeface="Arial" panose="020B0604020202020204" pitchFamily="34" charset="0"/>
              <a:buChar char="•"/>
            </a:pPr>
            <a:r>
              <a:rPr lang="en-US" sz="3600" b="1" spc="-185" dirty="0">
                <a:solidFill>
                  <a:srgbClr val="FFFFFF"/>
                </a:solidFill>
                <a:latin typeface="Tahoma"/>
                <a:cs typeface="Tahoma"/>
              </a:rPr>
              <a:t>Multithreading</a:t>
            </a:r>
          </a:p>
          <a:p>
            <a:pPr marL="588645" indent="-571500">
              <a:lnSpc>
                <a:spcPct val="100000"/>
              </a:lnSpc>
              <a:buFont typeface="Arial" panose="020B0604020202020204" pitchFamily="34" charset="0"/>
              <a:buChar char="•"/>
            </a:pPr>
            <a:endParaRPr lang="en-US" sz="3600" b="1" spc="-185" dirty="0">
              <a:solidFill>
                <a:srgbClr val="FFFFFF"/>
              </a:solidFill>
              <a:latin typeface="Tahoma"/>
              <a:cs typeface="Tahoma"/>
            </a:endParaRPr>
          </a:p>
          <a:p>
            <a:pPr marL="588645" indent="-571500">
              <a:lnSpc>
                <a:spcPct val="100000"/>
              </a:lnSpc>
              <a:buFont typeface="Arial" panose="020B0604020202020204" pitchFamily="34" charset="0"/>
              <a:buChar char="•"/>
            </a:pPr>
            <a:r>
              <a:rPr lang="en-US" sz="3600" b="1" spc="-185" dirty="0">
                <a:solidFill>
                  <a:srgbClr val="FFFFFF"/>
                </a:solidFill>
                <a:latin typeface="Tahoma"/>
                <a:cs typeface="Tahoma"/>
              </a:rPr>
              <a:t>Lifecycle of a Thread</a:t>
            </a:r>
          </a:p>
          <a:p>
            <a:pPr marL="588645" indent="-571500">
              <a:buFont typeface="Arial" panose="020B0604020202020204" pitchFamily="34" charset="0"/>
              <a:buChar char="•"/>
            </a:pPr>
            <a:endParaRPr lang="en-US" sz="3600" b="1" spc="-185" dirty="0">
              <a:solidFill>
                <a:srgbClr val="FFFFFF"/>
              </a:solidFill>
              <a:latin typeface="Tahoma"/>
              <a:cs typeface="Tahoma"/>
            </a:endParaRPr>
          </a:p>
          <a:p>
            <a:pPr marL="588645" indent="-571500">
              <a:buFont typeface="Arial" panose="020B0604020202020204" pitchFamily="34" charset="0"/>
              <a:buChar char="•"/>
            </a:pPr>
            <a:r>
              <a:rPr lang="en-US" sz="3600" b="1" spc="-185" dirty="0">
                <a:solidFill>
                  <a:srgbClr val="FFFFFF"/>
                </a:solidFill>
                <a:latin typeface="Tahoma"/>
                <a:cs typeface="Tahoma"/>
              </a:rPr>
              <a:t>Thread Priorities</a:t>
            </a:r>
          </a:p>
          <a:p>
            <a:pPr marL="588645" indent="-571500">
              <a:buFont typeface="Arial" panose="020B0604020202020204" pitchFamily="34" charset="0"/>
              <a:buChar char="•"/>
            </a:pPr>
            <a:endParaRPr lang="en-US" sz="3600" b="1" spc="-185" dirty="0">
              <a:solidFill>
                <a:srgbClr val="FFFFFF"/>
              </a:solidFill>
              <a:latin typeface="Tahoma"/>
              <a:cs typeface="Tahoma"/>
            </a:endParaRPr>
          </a:p>
          <a:p>
            <a:pPr marL="588645" indent="-571500">
              <a:buFont typeface="Arial" panose="020B0604020202020204" pitchFamily="34" charset="0"/>
              <a:buChar char="•"/>
            </a:pPr>
            <a:endParaRPr sz="3600" b="1" spc="-185" dirty="0">
              <a:solidFill>
                <a:srgbClr val="FFFFFF"/>
              </a:solidFill>
              <a:latin typeface="Tahoma"/>
              <a:cs typeface="Tahom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4E962-5A74-F7A2-CFF9-AA447ECE2AA4}"/>
              </a:ext>
            </a:extLst>
          </p:cNvPr>
          <p:cNvSpPr>
            <a:spLocks noGrp="1"/>
          </p:cNvSpPr>
          <p:nvPr>
            <p:ph type="title"/>
          </p:nvPr>
        </p:nvSpPr>
        <p:spPr/>
        <p:txBody>
          <a:bodyPr>
            <a:normAutofit/>
          </a:bodyPr>
          <a:lstStyle/>
          <a:p>
            <a:r>
              <a:rPr lang="en-US" sz="5400" dirty="0">
                <a:solidFill>
                  <a:srgbClr val="0070C0"/>
                </a:solidFill>
              </a:rPr>
              <a:t>Part I</a:t>
            </a:r>
            <a:br>
              <a:rPr lang="en-US" sz="5400" dirty="0">
                <a:solidFill>
                  <a:srgbClr val="0070C0"/>
                </a:solidFill>
              </a:rPr>
            </a:br>
            <a:r>
              <a:rPr lang="en-US" sz="5400" dirty="0">
                <a:solidFill>
                  <a:srgbClr val="0070C0"/>
                </a:solidFill>
              </a:rPr>
              <a:t>Processes and Threads</a:t>
            </a:r>
          </a:p>
        </p:txBody>
      </p:sp>
      <p:sp>
        <p:nvSpPr>
          <p:cNvPr id="3" name="Text Placeholder 2">
            <a:extLst>
              <a:ext uri="{FF2B5EF4-FFF2-40B4-BE49-F238E27FC236}">
                <a16:creationId xmlns:a16="http://schemas.microsoft.com/office/drawing/2014/main" id="{1A29E527-5ECF-70FC-9FA0-7791E00D2FCA}"/>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18695795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7">
            <a:extLst>
              <a:ext uri="{FF2B5EF4-FFF2-40B4-BE49-F238E27FC236}">
                <a16:creationId xmlns:a16="http://schemas.microsoft.com/office/drawing/2014/main" id="{BBFA87E8-45A4-690D-2481-888E4CF5129C}"/>
              </a:ext>
            </a:extLst>
          </p:cNvPr>
          <p:cNvSpPr txBox="1">
            <a:spLocks/>
          </p:cNvSpPr>
          <p:nvPr/>
        </p:nvSpPr>
        <p:spPr>
          <a:xfrm>
            <a:off x="1760697" y="4846500"/>
            <a:ext cx="14364000" cy="594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371600">
              <a:defRPr/>
            </a:pPr>
            <a:r>
              <a:rPr lang="en-US" sz="4800" dirty="0">
                <a:solidFill>
                  <a:srgbClr val="0070C0"/>
                </a:solidFill>
                <a:latin typeface="Calibri Light" panose="020F0302020204030204"/>
              </a:rPr>
              <a:t>What is a Process?</a:t>
            </a:r>
            <a:endParaRPr lang="en-US" sz="4800" dirty="0">
              <a:solidFill>
                <a:srgbClr val="000000"/>
              </a:solidFill>
              <a:latin typeface="Calibri Light" panose="020F0302020204030204"/>
            </a:endParaRPr>
          </a:p>
        </p:txBody>
      </p:sp>
    </p:spTree>
    <p:extLst>
      <p:ext uri="{BB962C8B-B14F-4D97-AF65-F5344CB8AC3E}">
        <p14:creationId xmlns:p14="http://schemas.microsoft.com/office/powerpoint/2010/main" val="2954679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79474" y="23260"/>
            <a:ext cx="3578333" cy="1475084"/>
          </a:xfrm>
          <a:prstGeom prst="rect">
            <a:avLst/>
          </a:prstGeom>
        </p:spPr>
        <p:txBody>
          <a:bodyPr vert="horz" wrap="square" lIns="0" tIns="0" rIns="0" bIns="0" rtlCol="0">
            <a:spAutoFit/>
          </a:bodyPr>
          <a:lstStyle/>
          <a:p>
            <a:pPr marL="1862749" marR="15098" indent="364246" algn="r" defTabSz="2717688" rtl="0">
              <a:lnSpc>
                <a:spcPct val="107700"/>
              </a:lnSpc>
            </a:pPr>
            <a:r>
              <a:rPr sz="1783" b="1" kern="1200" spc="-15" dirty="0">
                <a:solidFill>
                  <a:srgbClr val="FFFFFF"/>
                </a:solidFill>
                <a:latin typeface="Arial"/>
                <a:ea typeface="+mn-ea"/>
                <a:cs typeface="Arial"/>
              </a:rPr>
              <a:t>Int</a:t>
            </a:r>
            <a:r>
              <a:rPr sz="1783" b="1" kern="1200" spc="-59" dirty="0">
                <a:solidFill>
                  <a:srgbClr val="FFFFFF"/>
                </a:solidFill>
                <a:latin typeface="Arial"/>
                <a:ea typeface="+mn-ea"/>
                <a:cs typeface="Arial"/>
              </a:rPr>
              <a:t>r</a:t>
            </a:r>
            <a:r>
              <a:rPr sz="1783" b="1" kern="1200" spc="-15" dirty="0">
                <a:solidFill>
                  <a:srgbClr val="FFFFFF"/>
                </a:solidFill>
                <a:latin typeface="Arial"/>
                <a:ea typeface="+mn-ea"/>
                <a:cs typeface="Arial"/>
              </a:rPr>
              <a:t>oduction  </a:t>
            </a:r>
            <a:r>
              <a:rPr sz="1783" b="1" kern="1200" spc="-15" dirty="0">
                <a:solidFill>
                  <a:srgbClr val="7F7F7F"/>
                </a:solidFill>
                <a:latin typeface="Arial"/>
                <a:ea typeface="+mn-ea"/>
                <a:cs typeface="Arial"/>
              </a:rPr>
              <a:t>Unix</a:t>
            </a:r>
            <a:r>
              <a:rPr sz="1783" b="1" kern="1200" spc="-238" dirty="0">
                <a:solidFill>
                  <a:srgbClr val="7F7F7F"/>
                </a:solidFill>
                <a:latin typeface="Arial"/>
                <a:ea typeface="+mn-ea"/>
                <a:cs typeface="Arial"/>
              </a:rPr>
              <a:t> </a:t>
            </a:r>
            <a:r>
              <a:rPr sz="1783" b="1" kern="1200" spc="-15" dirty="0">
                <a:solidFill>
                  <a:srgbClr val="7F7F7F"/>
                </a:solidFill>
                <a:latin typeface="Arial"/>
                <a:ea typeface="+mn-ea"/>
                <a:cs typeface="Arial"/>
              </a:rPr>
              <a:t>Processes</a:t>
            </a:r>
            <a:endParaRPr sz="1783" kern="1200">
              <a:solidFill>
                <a:prstClr val="black"/>
              </a:solidFill>
              <a:latin typeface="Arial"/>
              <a:ea typeface="+mn-ea"/>
              <a:cs typeface="Arial"/>
            </a:endParaRPr>
          </a:p>
          <a:p>
            <a:pPr marL="184954" marR="15098" indent="-149095" algn="r" defTabSz="2717688" rtl="0">
              <a:lnSpc>
                <a:spcPct val="107700"/>
              </a:lnSpc>
            </a:pPr>
            <a:r>
              <a:rPr sz="1783" b="1" kern="1200" spc="-15" dirty="0">
                <a:solidFill>
                  <a:srgbClr val="7F7F7F"/>
                </a:solidFill>
                <a:latin typeface="Arial"/>
                <a:ea typeface="+mn-ea"/>
                <a:cs typeface="Arial"/>
              </a:rPr>
              <a:t>Creating a new</a:t>
            </a:r>
            <a:r>
              <a:rPr sz="1783" b="1" kern="1200" spc="-74" dirty="0">
                <a:solidFill>
                  <a:srgbClr val="7F7F7F"/>
                </a:solidFill>
                <a:latin typeface="Arial"/>
                <a:ea typeface="+mn-ea"/>
                <a:cs typeface="Arial"/>
              </a:rPr>
              <a:t> </a:t>
            </a:r>
            <a:r>
              <a:rPr sz="1783" b="1" kern="1200" spc="-15" dirty="0">
                <a:solidFill>
                  <a:srgbClr val="7F7F7F"/>
                </a:solidFill>
                <a:latin typeface="Arial"/>
                <a:ea typeface="+mn-ea"/>
                <a:cs typeface="Arial"/>
              </a:rPr>
              <a:t>Process:</a:t>
            </a:r>
            <a:r>
              <a:rPr sz="1783" b="1" kern="1200" spc="74" dirty="0">
                <a:solidFill>
                  <a:srgbClr val="7F7F7F"/>
                </a:solidFill>
                <a:latin typeface="Arial"/>
                <a:ea typeface="+mn-ea"/>
                <a:cs typeface="Arial"/>
              </a:rPr>
              <a:t> </a:t>
            </a:r>
            <a:r>
              <a:rPr sz="1783" kern="1200" spc="-15" dirty="0">
                <a:solidFill>
                  <a:srgbClr val="7F7F7F"/>
                </a:solidFill>
                <a:latin typeface="Courier New"/>
                <a:ea typeface="+mn-ea"/>
                <a:cs typeface="Courier New"/>
              </a:rPr>
              <a:t>fork()  </a:t>
            </a:r>
            <a:r>
              <a:rPr sz="1783" b="1" kern="1200" spc="-15" dirty="0">
                <a:solidFill>
                  <a:srgbClr val="7F7F7F"/>
                </a:solidFill>
                <a:latin typeface="Arial"/>
                <a:ea typeface="+mn-ea"/>
                <a:cs typeface="Arial"/>
              </a:rPr>
              <a:t>Terminating a</a:t>
            </a:r>
            <a:r>
              <a:rPr sz="1783" b="1" kern="1200" spc="-119" dirty="0">
                <a:solidFill>
                  <a:srgbClr val="7F7F7F"/>
                </a:solidFill>
                <a:latin typeface="Arial"/>
                <a:ea typeface="+mn-ea"/>
                <a:cs typeface="Arial"/>
              </a:rPr>
              <a:t> </a:t>
            </a:r>
            <a:r>
              <a:rPr sz="1783" b="1" kern="1200" spc="-15" dirty="0">
                <a:solidFill>
                  <a:srgbClr val="7F7F7F"/>
                </a:solidFill>
                <a:latin typeface="Arial"/>
                <a:ea typeface="+mn-ea"/>
                <a:cs typeface="Arial"/>
              </a:rPr>
              <a:t>process:</a:t>
            </a:r>
            <a:r>
              <a:rPr sz="1783" b="1" kern="1200" spc="30" dirty="0">
                <a:solidFill>
                  <a:srgbClr val="7F7F7F"/>
                </a:solidFill>
                <a:latin typeface="Arial"/>
                <a:ea typeface="+mn-ea"/>
                <a:cs typeface="Arial"/>
              </a:rPr>
              <a:t> </a:t>
            </a:r>
            <a:r>
              <a:rPr sz="1783" kern="1200" spc="-15" dirty="0">
                <a:solidFill>
                  <a:srgbClr val="7F7F7F"/>
                </a:solidFill>
                <a:latin typeface="Courier New"/>
                <a:ea typeface="+mn-ea"/>
                <a:cs typeface="Courier New"/>
              </a:rPr>
              <a:t>exit()  wait()</a:t>
            </a:r>
            <a:r>
              <a:rPr sz="1783" kern="1200" spc="-681" dirty="0">
                <a:solidFill>
                  <a:srgbClr val="7F7F7F"/>
                </a:solidFill>
                <a:latin typeface="Courier New"/>
                <a:ea typeface="+mn-ea"/>
                <a:cs typeface="Courier New"/>
              </a:rPr>
              <a:t> </a:t>
            </a:r>
            <a:r>
              <a:rPr sz="1783" b="1" kern="1200" spc="-15" dirty="0">
                <a:solidFill>
                  <a:srgbClr val="7F7F7F"/>
                </a:solidFill>
                <a:latin typeface="Arial"/>
                <a:ea typeface="+mn-ea"/>
                <a:cs typeface="Arial"/>
              </a:rPr>
              <a:t>and </a:t>
            </a:r>
            <a:r>
              <a:rPr sz="1783" kern="1200" spc="-15" dirty="0">
                <a:solidFill>
                  <a:srgbClr val="7F7F7F"/>
                </a:solidFill>
                <a:latin typeface="Courier New"/>
                <a:ea typeface="+mn-ea"/>
                <a:cs typeface="Courier New"/>
              </a:rPr>
              <a:t>waitpid()</a:t>
            </a:r>
            <a:endParaRPr sz="1783" kern="1200">
              <a:solidFill>
                <a:prstClr val="black"/>
              </a:solidFill>
              <a:latin typeface="Courier New"/>
              <a:ea typeface="+mn-ea"/>
              <a:cs typeface="Courier New"/>
            </a:endParaRPr>
          </a:p>
        </p:txBody>
      </p:sp>
      <p:sp>
        <p:nvSpPr>
          <p:cNvPr id="3" name="object 3"/>
          <p:cNvSpPr/>
          <p:nvPr/>
        </p:nvSpPr>
        <p:spPr>
          <a:xfrm>
            <a:off x="9140869" y="594"/>
            <a:ext cx="6849035" cy="1598549"/>
          </a:xfrm>
          <a:custGeom>
            <a:avLst/>
            <a:gdLst/>
            <a:ahLst/>
            <a:cxnLst/>
            <a:rect l="l" t="t" r="r" b="b"/>
            <a:pathLst>
              <a:path w="2304415" h="537845">
                <a:moveTo>
                  <a:pt x="0" y="537641"/>
                </a:moveTo>
                <a:lnTo>
                  <a:pt x="2303995" y="537641"/>
                </a:lnTo>
                <a:lnTo>
                  <a:pt x="2303995" y="0"/>
                </a:lnTo>
                <a:lnTo>
                  <a:pt x="0" y="0"/>
                </a:lnTo>
                <a:lnTo>
                  <a:pt x="0" y="537641"/>
                </a:lnTo>
                <a:close/>
              </a:path>
            </a:pathLst>
          </a:custGeom>
          <a:solidFill>
            <a:srgbClr val="3333B2"/>
          </a:solid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4" name="object 4"/>
          <p:cNvSpPr/>
          <p:nvPr/>
        </p:nvSpPr>
        <p:spPr>
          <a:xfrm>
            <a:off x="2293077" y="1591026"/>
            <a:ext cx="13695616" cy="150417"/>
          </a:xfrm>
          <a:prstGeom prst="rect">
            <a:avLst/>
          </a:prstGeom>
          <a:blipFill>
            <a:blip r:embed="rId2"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5" name="object 5"/>
          <p:cNvSpPr/>
          <p:nvPr/>
        </p:nvSpPr>
        <p:spPr>
          <a:xfrm>
            <a:off x="2293077" y="1591015"/>
            <a:ext cx="13695616" cy="742773"/>
          </a:xfrm>
          <a:prstGeom prst="rect">
            <a:avLst/>
          </a:prstGeom>
          <a:blipFill>
            <a:blip r:embed="rId3"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6" name="object 6"/>
          <p:cNvSpPr txBox="1"/>
          <p:nvPr/>
        </p:nvSpPr>
        <p:spPr>
          <a:xfrm>
            <a:off x="2726859" y="1602271"/>
            <a:ext cx="1926940" cy="640303"/>
          </a:xfrm>
          <a:prstGeom prst="rect">
            <a:avLst/>
          </a:prstGeom>
        </p:spPr>
        <p:txBody>
          <a:bodyPr vert="horz" wrap="square" lIns="0" tIns="0" rIns="0" bIns="0" rtlCol="0">
            <a:spAutoFit/>
          </a:bodyPr>
          <a:lstStyle/>
          <a:p>
            <a:pPr marL="37746" algn="l" defTabSz="2717688" rtl="0"/>
            <a:r>
              <a:rPr sz="4161" kern="1200" spc="45" dirty="0">
                <a:solidFill>
                  <a:srgbClr val="FFFFFF"/>
                </a:solidFill>
                <a:latin typeface="Arial"/>
                <a:ea typeface="+mn-ea"/>
                <a:cs typeface="Arial"/>
              </a:rPr>
              <a:t>Cont</a:t>
            </a:r>
            <a:r>
              <a:rPr sz="4161" kern="1200" spc="-89" dirty="0">
                <a:solidFill>
                  <a:srgbClr val="FFFFFF"/>
                </a:solidFill>
                <a:latin typeface="Arial"/>
                <a:ea typeface="+mn-ea"/>
                <a:cs typeface="Arial"/>
              </a:rPr>
              <a:t>e</a:t>
            </a:r>
            <a:r>
              <a:rPr sz="4161" kern="1200" spc="30" dirty="0">
                <a:solidFill>
                  <a:srgbClr val="FFFFFF"/>
                </a:solidFill>
                <a:latin typeface="Arial"/>
                <a:ea typeface="+mn-ea"/>
                <a:cs typeface="Arial"/>
              </a:rPr>
              <a:t>xt</a:t>
            </a:r>
            <a:endParaRPr sz="4161" kern="1200">
              <a:solidFill>
                <a:prstClr val="black"/>
              </a:solidFill>
              <a:latin typeface="Arial"/>
              <a:ea typeface="+mn-ea"/>
              <a:cs typeface="Arial"/>
            </a:endParaRPr>
          </a:p>
        </p:txBody>
      </p:sp>
      <p:sp>
        <p:nvSpPr>
          <p:cNvPr id="7" name="object 7"/>
          <p:cNvSpPr/>
          <p:nvPr/>
        </p:nvSpPr>
        <p:spPr>
          <a:xfrm>
            <a:off x="2293077" y="2326246"/>
            <a:ext cx="13695616" cy="150417"/>
          </a:xfrm>
          <a:prstGeom prst="rect">
            <a:avLst/>
          </a:prstGeom>
          <a:blipFill>
            <a:blip r:embed="rId2"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8" name="object 8"/>
          <p:cNvSpPr/>
          <p:nvPr/>
        </p:nvSpPr>
        <p:spPr>
          <a:xfrm>
            <a:off x="3212041" y="2805393"/>
            <a:ext cx="11857944" cy="549206"/>
          </a:xfrm>
          <a:custGeom>
            <a:avLst/>
            <a:gdLst/>
            <a:ahLst/>
            <a:cxnLst/>
            <a:rect l="l" t="t" r="r" b="b"/>
            <a:pathLst>
              <a:path w="3989704" h="184784">
                <a:moveTo>
                  <a:pt x="3938852" y="0"/>
                </a:moveTo>
                <a:lnTo>
                  <a:pt x="50800" y="0"/>
                </a:lnTo>
                <a:lnTo>
                  <a:pt x="31075" y="4008"/>
                </a:lnTo>
                <a:lnTo>
                  <a:pt x="14922" y="14922"/>
                </a:lnTo>
                <a:lnTo>
                  <a:pt x="4008" y="31075"/>
                </a:lnTo>
                <a:lnTo>
                  <a:pt x="0" y="50800"/>
                </a:lnTo>
                <a:lnTo>
                  <a:pt x="0" y="184493"/>
                </a:lnTo>
                <a:lnTo>
                  <a:pt x="3989652" y="184493"/>
                </a:lnTo>
                <a:lnTo>
                  <a:pt x="3989652" y="50800"/>
                </a:lnTo>
                <a:lnTo>
                  <a:pt x="3985644" y="31075"/>
                </a:lnTo>
                <a:lnTo>
                  <a:pt x="3974729" y="14922"/>
                </a:lnTo>
                <a:lnTo>
                  <a:pt x="3958576" y="4008"/>
                </a:lnTo>
                <a:lnTo>
                  <a:pt x="3938852" y="0"/>
                </a:lnTo>
                <a:close/>
              </a:path>
            </a:pathLst>
          </a:custGeom>
          <a:solidFill>
            <a:srgbClr val="262685"/>
          </a:solid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9" name="object 9"/>
          <p:cNvSpPr txBox="1"/>
          <p:nvPr/>
        </p:nvSpPr>
        <p:spPr>
          <a:xfrm>
            <a:off x="3325287" y="2806903"/>
            <a:ext cx="1483420" cy="480260"/>
          </a:xfrm>
          <a:prstGeom prst="rect">
            <a:avLst/>
          </a:prstGeom>
        </p:spPr>
        <p:txBody>
          <a:bodyPr vert="horz" wrap="square" lIns="0" tIns="0" rIns="0" bIns="0" rtlCol="0">
            <a:spAutoFit/>
          </a:bodyPr>
          <a:lstStyle/>
          <a:p>
            <a:pPr marL="37746" algn="l" defTabSz="2717688" rtl="0"/>
            <a:r>
              <a:rPr sz="3121" kern="1200" spc="-30" dirty="0">
                <a:solidFill>
                  <a:srgbClr val="FFFFFF"/>
                </a:solidFill>
                <a:latin typeface="Arial"/>
                <a:ea typeface="+mn-ea"/>
                <a:cs typeface="Arial"/>
              </a:rPr>
              <a:t>Context</a:t>
            </a:r>
            <a:endParaRPr sz="3121" kern="1200">
              <a:solidFill>
                <a:prstClr val="black"/>
              </a:solidFill>
              <a:latin typeface="Arial"/>
              <a:ea typeface="+mn-ea"/>
              <a:cs typeface="Arial"/>
            </a:endParaRPr>
          </a:p>
        </p:txBody>
      </p:sp>
      <p:sp>
        <p:nvSpPr>
          <p:cNvPr id="10" name="object 10"/>
          <p:cNvSpPr/>
          <p:nvPr/>
        </p:nvSpPr>
        <p:spPr>
          <a:xfrm>
            <a:off x="3212049" y="3316137"/>
            <a:ext cx="11857786" cy="150417"/>
          </a:xfrm>
          <a:prstGeom prst="rect">
            <a:avLst/>
          </a:prstGeom>
          <a:blipFill>
            <a:blip r:embed="rId4"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1" name="object 11"/>
          <p:cNvSpPr/>
          <p:nvPr/>
        </p:nvSpPr>
        <p:spPr>
          <a:xfrm>
            <a:off x="3363029" y="4564474"/>
            <a:ext cx="301969" cy="301969"/>
          </a:xfrm>
          <a:prstGeom prst="rect">
            <a:avLst/>
          </a:prstGeom>
          <a:blipFill>
            <a:blip r:embed="rId5"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2" name="object 12"/>
          <p:cNvSpPr/>
          <p:nvPr/>
        </p:nvSpPr>
        <p:spPr>
          <a:xfrm>
            <a:off x="14881104" y="4526725"/>
            <a:ext cx="339570" cy="339715"/>
          </a:xfrm>
          <a:prstGeom prst="rect">
            <a:avLst/>
          </a:prstGeom>
          <a:blipFill>
            <a:blip r:embed="rId6"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3" name="object 13"/>
          <p:cNvSpPr/>
          <p:nvPr/>
        </p:nvSpPr>
        <p:spPr>
          <a:xfrm>
            <a:off x="3514013" y="4677717"/>
            <a:ext cx="11404830" cy="188728"/>
          </a:xfrm>
          <a:prstGeom prst="rect">
            <a:avLst/>
          </a:prstGeom>
          <a:blipFill>
            <a:blip r:embed="rId7"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4" name="object 14"/>
          <p:cNvSpPr/>
          <p:nvPr/>
        </p:nvSpPr>
        <p:spPr>
          <a:xfrm>
            <a:off x="15069838" y="2936861"/>
            <a:ext cx="150839" cy="301969"/>
          </a:xfrm>
          <a:prstGeom prst="rect">
            <a:avLst/>
          </a:prstGeom>
          <a:blipFill>
            <a:blip r:embed="rId8"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5" name="object 15"/>
          <p:cNvSpPr/>
          <p:nvPr/>
        </p:nvSpPr>
        <p:spPr>
          <a:xfrm>
            <a:off x="15069838" y="3087837"/>
            <a:ext cx="150839" cy="1476635"/>
          </a:xfrm>
          <a:prstGeom prst="rect">
            <a:avLst/>
          </a:prstGeom>
          <a:blipFill>
            <a:blip r:embed="rId9"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6" name="object 16"/>
          <p:cNvSpPr/>
          <p:nvPr/>
        </p:nvSpPr>
        <p:spPr>
          <a:xfrm>
            <a:off x="3212041" y="3447727"/>
            <a:ext cx="11857944" cy="1268270"/>
          </a:xfrm>
          <a:custGeom>
            <a:avLst/>
            <a:gdLst/>
            <a:ahLst/>
            <a:cxnLst/>
            <a:rect l="l" t="t" r="r" b="b"/>
            <a:pathLst>
              <a:path w="3989704" h="426719">
                <a:moveTo>
                  <a:pt x="3989652" y="0"/>
                </a:moveTo>
                <a:lnTo>
                  <a:pt x="0" y="0"/>
                </a:lnTo>
                <a:lnTo>
                  <a:pt x="0" y="375738"/>
                </a:lnTo>
                <a:lnTo>
                  <a:pt x="4008" y="395462"/>
                </a:lnTo>
                <a:lnTo>
                  <a:pt x="14922" y="411615"/>
                </a:lnTo>
                <a:lnTo>
                  <a:pt x="31075" y="422530"/>
                </a:lnTo>
                <a:lnTo>
                  <a:pt x="50800" y="426538"/>
                </a:lnTo>
                <a:lnTo>
                  <a:pt x="3938852" y="426538"/>
                </a:lnTo>
                <a:lnTo>
                  <a:pt x="3958576" y="422530"/>
                </a:lnTo>
                <a:lnTo>
                  <a:pt x="3974729" y="411615"/>
                </a:lnTo>
                <a:lnTo>
                  <a:pt x="3985644" y="395462"/>
                </a:lnTo>
                <a:lnTo>
                  <a:pt x="3989652" y="375738"/>
                </a:lnTo>
                <a:lnTo>
                  <a:pt x="3989652" y="0"/>
                </a:lnTo>
                <a:close/>
              </a:path>
            </a:pathLst>
          </a:custGeom>
          <a:solidFill>
            <a:srgbClr val="DDD2E7"/>
          </a:solid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7" name="object 17"/>
          <p:cNvSpPr/>
          <p:nvPr/>
        </p:nvSpPr>
        <p:spPr>
          <a:xfrm>
            <a:off x="15069833" y="3050095"/>
            <a:ext cx="0" cy="1572126"/>
          </a:xfrm>
          <a:custGeom>
            <a:avLst/>
            <a:gdLst/>
            <a:ahLst/>
            <a:cxnLst/>
            <a:rect l="l" t="t" r="r" b="b"/>
            <a:pathLst>
              <a:path h="528955">
                <a:moveTo>
                  <a:pt x="0" y="528576"/>
                </a:moveTo>
                <a:lnTo>
                  <a:pt x="0" y="0"/>
                </a:lnTo>
              </a:path>
            </a:pathLst>
          </a:custGeom>
          <a:ln w="3175">
            <a:solidFill>
              <a:srgbClr val="797279"/>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8" name="object 18"/>
          <p:cNvSpPr/>
          <p:nvPr/>
        </p:nvSpPr>
        <p:spPr>
          <a:xfrm>
            <a:off x="15069833" y="3012345"/>
            <a:ext cx="0" cy="37746"/>
          </a:xfrm>
          <a:custGeom>
            <a:avLst/>
            <a:gdLst/>
            <a:ahLst/>
            <a:cxnLst/>
            <a:rect l="l" t="t" r="r" b="b"/>
            <a:pathLst>
              <a:path h="12700">
                <a:moveTo>
                  <a:pt x="0" y="12699"/>
                </a:moveTo>
                <a:lnTo>
                  <a:pt x="0" y="0"/>
                </a:lnTo>
              </a:path>
            </a:pathLst>
          </a:custGeom>
          <a:ln w="3175">
            <a:solidFill>
              <a:srgbClr val="A79EA7"/>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9" name="object 19"/>
          <p:cNvSpPr/>
          <p:nvPr/>
        </p:nvSpPr>
        <p:spPr>
          <a:xfrm>
            <a:off x="15069833" y="2974599"/>
            <a:ext cx="0" cy="37746"/>
          </a:xfrm>
          <a:custGeom>
            <a:avLst/>
            <a:gdLst/>
            <a:ahLst/>
            <a:cxnLst/>
            <a:rect l="l" t="t" r="r" b="b"/>
            <a:pathLst>
              <a:path h="12700">
                <a:moveTo>
                  <a:pt x="0" y="12699"/>
                </a:moveTo>
                <a:lnTo>
                  <a:pt x="0" y="0"/>
                </a:lnTo>
              </a:path>
            </a:pathLst>
          </a:custGeom>
          <a:ln w="3175">
            <a:solidFill>
              <a:srgbClr val="C4B9C4"/>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0" name="object 20"/>
          <p:cNvSpPr/>
          <p:nvPr/>
        </p:nvSpPr>
        <p:spPr>
          <a:xfrm>
            <a:off x="15069833" y="2936852"/>
            <a:ext cx="0" cy="37746"/>
          </a:xfrm>
          <a:custGeom>
            <a:avLst/>
            <a:gdLst/>
            <a:ahLst/>
            <a:cxnLst/>
            <a:rect l="l" t="t" r="r" b="b"/>
            <a:pathLst>
              <a:path h="12700">
                <a:moveTo>
                  <a:pt x="0" y="12699"/>
                </a:moveTo>
                <a:lnTo>
                  <a:pt x="0" y="0"/>
                </a:lnTo>
              </a:path>
            </a:pathLst>
          </a:custGeom>
          <a:ln w="3175">
            <a:solidFill>
              <a:srgbClr val="E3D7E3"/>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1" name="object 21"/>
          <p:cNvSpPr/>
          <p:nvPr/>
        </p:nvSpPr>
        <p:spPr>
          <a:xfrm>
            <a:off x="15069833" y="2880233"/>
            <a:ext cx="0" cy="56619"/>
          </a:xfrm>
          <a:custGeom>
            <a:avLst/>
            <a:gdLst/>
            <a:ahLst/>
            <a:cxnLst/>
            <a:rect l="l" t="t" r="r" b="b"/>
            <a:pathLst>
              <a:path h="19050">
                <a:moveTo>
                  <a:pt x="0" y="19050"/>
                </a:moveTo>
                <a:lnTo>
                  <a:pt x="0" y="0"/>
                </a:lnTo>
              </a:path>
            </a:pathLst>
          </a:custGeom>
          <a:ln w="3175">
            <a:solidFill>
              <a:srgbClr val="F2E5F2"/>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3" name="object 23"/>
          <p:cNvSpPr txBox="1"/>
          <p:nvPr/>
        </p:nvSpPr>
        <p:spPr>
          <a:xfrm>
            <a:off x="6410843" y="3503358"/>
            <a:ext cx="5724201" cy="973343"/>
          </a:xfrm>
          <a:prstGeom prst="rect">
            <a:avLst/>
          </a:prstGeom>
        </p:spPr>
        <p:txBody>
          <a:bodyPr vert="horz" wrap="square" lIns="0" tIns="0" rIns="0" bIns="0" rtlCol="0">
            <a:spAutoFit/>
          </a:bodyPr>
          <a:lstStyle/>
          <a:p>
            <a:pPr marL="288754" indent="-251009" algn="l" defTabSz="2717688" rtl="0">
              <a:buFontTx/>
              <a:buChar char="-"/>
              <a:tabLst>
                <a:tab pos="290642" algn="l"/>
              </a:tabLst>
            </a:pPr>
            <a:r>
              <a:rPr sz="3121" kern="1200" spc="-15" dirty="0">
                <a:solidFill>
                  <a:prstClr val="black"/>
                </a:solidFill>
                <a:latin typeface="Arial"/>
                <a:ea typeface="+mn-ea"/>
                <a:cs typeface="Arial"/>
              </a:rPr>
              <a:t>single computer (single</a:t>
            </a:r>
            <a:r>
              <a:rPr sz="3121" kern="1200" spc="-74" dirty="0">
                <a:solidFill>
                  <a:prstClr val="black"/>
                </a:solidFill>
                <a:latin typeface="Arial"/>
                <a:ea typeface="+mn-ea"/>
                <a:cs typeface="Arial"/>
              </a:rPr>
              <a:t> </a:t>
            </a:r>
            <a:r>
              <a:rPr sz="3121" kern="1200" spc="-30" dirty="0">
                <a:solidFill>
                  <a:prstClr val="black"/>
                </a:solidFill>
                <a:latin typeface="Arial"/>
                <a:ea typeface="+mn-ea"/>
                <a:cs typeface="Arial"/>
              </a:rPr>
              <a:t>CPU)</a:t>
            </a:r>
            <a:endParaRPr sz="3121" kern="1200" dirty="0">
              <a:solidFill>
                <a:prstClr val="black"/>
              </a:solidFill>
              <a:latin typeface="Arial"/>
              <a:ea typeface="+mn-ea"/>
              <a:cs typeface="Arial"/>
            </a:endParaRPr>
          </a:p>
          <a:p>
            <a:pPr marL="288754" indent="-251009" algn="l" defTabSz="2717688" rtl="0">
              <a:spcBef>
                <a:spcPts val="104"/>
              </a:spcBef>
              <a:buFontTx/>
              <a:buChar char="-"/>
              <a:tabLst>
                <a:tab pos="290642" algn="l"/>
              </a:tabLst>
            </a:pPr>
            <a:r>
              <a:rPr sz="3121" kern="1200" spc="-15" dirty="0">
                <a:solidFill>
                  <a:prstClr val="black"/>
                </a:solidFill>
                <a:latin typeface="Arial"/>
                <a:ea typeface="+mn-ea"/>
                <a:cs typeface="Arial"/>
              </a:rPr>
              <a:t>under </a:t>
            </a:r>
            <a:r>
              <a:rPr sz="3121" kern="1200" spc="-30" dirty="0">
                <a:solidFill>
                  <a:prstClr val="black"/>
                </a:solidFill>
                <a:latin typeface="Arial"/>
                <a:ea typeface="+mn-ea"/>
                <a:cs typeface="Arial"/>
              </a:rPr>
              <a:t>UNIX operating</a:t>
            </a:r>
            <a:r>
              <a:rPr sz="3121" kern="1200" spc="15" dirty="0">
                <a:solidFill>
                  <a:prstClr val="black"/>
                </a:solidFill>
                <a:latin typeface="Arial"/>
                <a:ea typeface="+mn-ea"/>
                <a:cs typeface="Arial"/>
              </a:rPr>
              <a:t> </a:t>
            </a:r>
            <a:r>
              <a:rPr sz="3121" kern="1200" spc="-15" dirty="0">
                <a:solidFill>
                  <a:prstClr val="black"/>
                </a:solidFill>
                <a:latin typeface="Arial"/>
                <a:ea typeface="+mn-ea"/>
                <a:cs typeface="Arial"/>
              </a:rPr>
              <a:t>system</a:t>
            </a:r>
            <a:endParaRPr sz="3121" kern="1200" dirty="0">
              <a:solidFill>
                <a:prstClr val="black"/>
              </a:solidFill>
              <a:latin typeface="Arial"/>
              <a:ea typeface="+mn-ea"/>
              <a:cs typeface="Arial"/>
            </a:endParaRPr>
          </a:p>
        </p:txBody>
      </p:sp>
      <p:sp>
        <p:nvSpPr>
          <p:cNvPr id="24" name="object 24"/>
          <p:cNvSpPr/>
          <p:nvPr/>
        </p:nvSpPr>
        <p:spPr>
          <a:xfrm>
            <a:off x="3212041" y="5167012"/>
            <a:ext cx="11857944" cy="245350"/>
          </a:xfrm>
          <a:custGeom>
            <a:avLst/>
            <a:gdLst/>
            <a:ahLst/>
            <a:cxnLst/>
            <a:rect l="l" t="t" r="r" b="b"/>
            <a:pathLst>
              <a:path w="3989704" h="82550">
                <a:moveTo>
                  <a:pt x="3938852" y="0"/>
                </a:moveTo>
                <a:lnTo>
                  <a:pt x="50800" y="0"/>
                </a:lnTo>
                <a:lnTo>
                  <a:pt x="31075" y="4008"/>
                </a:lnTo>
                <a:lnTo>
                  <a:pt x="14922" y="14922"/>
                </a:lnTo>
                <a:lnTo>
                  <a:pt x="4008" y="31075"/>
                </a:lnTo>
                <a:lnTo>
                  <a:pt x="0" y="50800"/>
                </a:lnTo>
                <a:lnTo>
                  <a:pt x="0" y="82384"/>
                </a:lnTo>
                <a:lnTo>
                  <a:pt x="3989652" y="82384"/>
                </a:lnTo>
                <a:lnTo>
                  <a:pt x="3989652" y="50800"/>
                </a:lnTo>
                <a:lnTo>
                  <a:pt x="3985644" y="31075"/>
                </a:lnTo>
                <a:lnTo>
                  <a:pt x="3974729" y="14922"/>
                </a:lnTo>
                <a:lnTo>
                  <a:pt x="3958576" y="4008"/>
                </a:lnTo>
                <a:lnTo>
                  <a:pt x="3938852" y="0"/>
                </a:lnTo>
                <a:close/>
              </a:path>
            </a:pathLst>
          </a:custGeom>
          <a:solidFill>
            <a:srgbClr val="DDD2E7"/>
          </a:solid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5" name="object 25"/>
          <p:cNvSpPr/>
          <p:nvPr/>
        </p:nvSpPr>
        <p:spPr>
          <a:xfrm>
            <a:off x="3363029" y="9324449"/>
            <a:ext cx="301969" cy="301969"/>
          </a:xfrm>
          <a:prstGeom prst="rect">
            <a:avLst/>
          </a:prstGeom>
          <a:blipFill>
            <a:blip r:embed="rId5"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6" name="object 26"/>
          <p:cNvSpPr/>
          <p:nvPr/>
        </p:nvSpPr>
        <p:spPr>
          <a:xfrm>
            <a:off x="14881104" y="9286703"/>
            <a:ext cx="339570" cy="339715"/>
          </a:xfrm>
          <a:prstGeom prst="rect">
            <a:avLst/>
          </a:prstGeom>
          <a:blipFill>
            <a:blip r:embed="rId6"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7" name="object 27"/>
          <p:cNvSpPr/>
          <p:nvPr/>
        </p:nvSpPr>
        <p:spPr>
          <a:xfrm>
            <a:off x="3514013" y="9437691"/>
            <a:ext cx="11404830" cy="188728"/>
          </a:xfrm>
          <a:prstGeom prst="rect">
            <a:avLst/>
          </a:prstGeom>
          <a:blipFill>
            <a:blip r:embed="rId7"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8" name="object 28"/>
          <p:cNvSpPr/>
          <p:nvPr/>
        </p:nvSpPr>
        <p:spPr>
          <a:xfrm>
            <a:off x="15069838" y="5317281"/>
            <a:ext cx="150839" cy="301969"/>
          </a:xfrm>
          <a:prstGeom prst="rect">
            <a:avLst/>
          </a:prstGeom>
          <a:blipFill>
            <a:blip r:embed="rId8"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9" name="object 29"/>
          <p:cNvSpPr/>
          <p:nvPr/>
        </p:nvSpPr>
        <p:spPr>
          <a:xfrm>
            <a:off x="15069838" y="5468224"/>
            <a:ext cx="150839" cy="3856222"/>
          </a:xfrm>
          <a:prstGeom prst="rect">
            <a:avLst/>
          </a:prstGeom>
          <a:blipFill>
            <a:blip r:embed="rId10"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30" name="object 30"/>
          <p:cNvSpPr/>
          <p:nvPr/>
        </p:nvSpPr>
        <p:spPr>
          <a:xfrm>
            <a:off x="3212041" y="5299004"/>
            <a:ext cx="11857944" cy="4176609"/>
          </a:xfrm>
          <a:custGeom>
            <a:avLst/>
            <a:gdLst/>
            <a:ahLst/>
            <a:cxnLst/>
            <a:rect l="l" t="t" r="r" b="b"/>
            <a:pathLst>
              <a:path w="3989704" h="1405255">
                <a:moveTo>
                  <a:pt x="3989652" y="0"/>
                </a:moveTo>
                <a:lnTo>
                  <a:pt x="0" y="0"/>
                </a:lnTo>
                <a:lnTo>
                  <a:pt x="0" y="1354396"/>
                </a:lnTo>
                <a:lnTo>
                  <a:pt x="4008" y="1374120"/>
                </a:lnTo>
                <a:lnTo>
                  <a:pt x="14922" y="1390273"/>
                </a:lnTo>
                <a:lnTo>
                  <a:pt x="31075" y="1401188"/>
                </a:lnTo>
                <a:lnTo>
                  <a:pt x="50800" y="1405196"/>
                </a:lnTo>
                <a:lnTo>
                  <a:pt x="3938852" y="1405196"/>
                </a:lnTo>
                <a:lnTo>
                  <a:pt x="3958576" y="1401188"/>
                </a:lnTo>
                <a:lnTo>
                  <a:pt x="3974729" y="1390273"/>
                </a:lnTo>
                <a:lnTo>
                  <a:pt x="3985644" y="1374120"/>
                </a:lnTo>
                <a:lnTo>
                  <a:pt x="3989652" y="1354396"/>
                </a:lnTo>
                <a:lnTo>
                  <a:pt x="3989652" y="0"/>
                </a:lnTo>
                <a:close/>
              </a:path>
            </a:pathLst>
          </a:custGeom>
          <a:solidFill>
            <a:srgbClr val="DDD2E7"/>
          </a:solid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31" name="object 31"/>
          <p:cNvSpPr/>
          <p:nvPr/>
        </p:nvSpPr>
        <p:spPr>
          <a:xfrm>
            <a:off x="15069833" y="5430477"/>
            <a:ext cx="0" cy="3952020"/>
          </a:xfrm>
          <a:custGeom>
            <a:avLst/>
            <a:gdLst/>
            <a:ahLst/>
            <a:cxnLst/>
            <a:rect l="l" t="t" r="r" b="b"/>
            <a:pathLst>
              <a:path h="1329689">
                <a:moveTo>
                  <a:pt x="0" y="1329208"/>
                </a:moveTo>
                <a:lnTo>
                  <a:pt x="0" y="0"/>
                </a:lnTo>
              </a:path>
            </a:pathLst>
          </a:custGeom>
          <a:ln w="3175">
            <a:solidFill>
              <a:srgbClr val="797279"/>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32" name="object 32"/>
          <p:cNvSpPr/>
          <p:nvPr/>
        </p:nvSpPr>
        <p:spPr>
          <a:xfrm>
            <a:off x="15069833" y="5392732"/>
            <a:ext cx="0" cy="37746"/>
          </a:xfrm>
          <a:custGeom>
            <a:avLst/>
            <a:gdLst/>
            <a:ahLst/>
            <a:cxnLst/>
            <a:rect l="l" t="t" r="r" b="b"/>
            <a:pathLst>
              <a:path h="12700">
                <a:moveTo>
                  <a:pt x="0" y="12699"/>
                </a:moveTo>
                <a:lnTo>
                  <a:pt x="0" y="0"/>
                </a:lnTo>
              </a:path>
            </a:pathLst>
          </a:custGeom>
          <a:ln w="3175">
            <a:solidFill>
              <a:srgbClr val="A79EA7"/>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33" name="object 33"/>
          <p:cNvSpPr/>
          <p:nvPr/>
        </p:nvSpPr>
        <p:spPr>
          <a:xfrm>
            <a:off x="15069833" y="5354985"/>
            <a:ext cx="0" cy="37746"/>
          </a:xfrm>
          <a:custGeom>
            <a:avLst/>
            <a:gdLst/>
            <a:ahLst/>
            <a:cxnLst/>
            <a:rect l="l" t="t" r="r" b="b"/>
            <a:pathLst>
              <a:path h="12700">
                <a:moveTo>
                  <a:pt x="0" y="12699"/>
                </a:moveTo>
                <a:lnTo>
                  <a:pt x="0" y="0"/>
                </a:lnTo>
              </a:path>
            </a:pathLst>
          </a:custGeom>
          <a:ln w="3175">
            <a:solidFill>
              <a:srgbClr val="C4B9C4"/>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34" name="object 34"/>
          <p:cNvSpPr/>
          <p:nvPr/>
        </p:nvSpPr>
        <p:spPr>
          <a:xfrm>
            <a:off x="15069833" y="5317239"/>
            <a:ext cx="0" cy="37746"/>
          </a:xfrm>
          <a:custGeom>
            <a:avLst/>
            <a:gdLst/>
            <a:ahLst/>
            <a:cxnLst/>
            <a:rect l="l" t="t" r="r" b="b"/>
            <a:pathLst>
              <a:path h="12700">
                <a:moveTo>
                  <a:pt x="0" y="12699"/>
                </a:moveTo>
                <a:lnTo>
                  <a:pt x="0" y="0"/>
                </a:lnTo>
              </a:path>
            </a:pathLst>
          </a:custGeom>
          <a:ln w="3175">
            <a:solidFill>
              <a:srgbClr val="E3D7E3"/>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35" name="object 35"/>
          <p:cNvSpPr/>
          <p:nvPr/>
        </p:nvSpPr>
        <p:spPr>
          <a:xfrm>
            <a:off x="15069833" y="5260620"/>
            <a:ext cx="0" cy="56619"/>
          </a:xfrm>
          <a:custGeom>
            <a:avLst/>
            <a:gdLst/>
            <a:ahLst/>
            <a:cxnLst/>
            <a:rect l="l" t="t" r="r" b="b"/>
            <a:pathLst>
              <a:path h="19050">
                <a:moveTo>
                  <a:pt x="0" y="19050"/>
                </a:moveTo>
                <a:lnTo>
                  <a:pt x="0" y="0"/>
                </a:lnTo>
              </a:path>
            </a:pathLst>
          </a:custGeom>
          <a:ln w="3175">
            <a:solidFill>
              <a:srgbClr val="F2E5F2"/>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36" name="object 36"/>
          <p:cNvSpPr/>
          <p:nvPr/>
        </p:nvSpPr>
        <p:spPr>
          <a:xfrm>
            <a:off x="3752421" y="5435960"/>
            <a:ext cx="228287" cy="228287"/>
          </a:xfrm>
          <a:prstGeom prst="rect">
            <a:avLst/>
          </a:prstGeom>
          <a:blipFill>
            <a:blip r:embed="rId11"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37" name="object 37"/>
          <p:cNvSpPr txBox="1"/>
          <p:nvPr/>
        </p:nvSpPr>
        <p:spPr>
          <a:xfrm>
            <a:off x="4148869" y="5243594"/>
            <a:ext cx="9880050" cy="956865"/>
          </a:xfrm>
          <a:prstGeom prst="rect">
            <a:avLst/>
          </a:prstGeom>
        </p:spPr>
        <p:txBody>
          <a:bodyPr vert="horz" wrap="square" lIns="0" tIns="0" rIns="0" bIns="0" rtlCol="0">
            <a:spAutoFit/>
          </a:bodyPr>
          <a:lstStyle/>
          <a:p>
            <a:pPr marL="37746" marR="15098" algn="l" defTabSz="2717688" rtl="0">
              <a:lnSpc>
                <a:spcPct val="102600"/>
              </a:lnSpc>
            </a:pPr>
            <a:r>
              <a:rPr sz="3121" kern="1200" spc="-15" dirty="0">
                <a:solidFill>
                  <a:prstClr val="black"/>
                </a:solidFill>
                <a:latin typeface="Arial"/>
                <a:ea typeface="+mn-ea"/>
                <a:cs typeface="Arial"/>
              </a:rPr>
              <a:t>It is </a:t>
            </a:r>
            <a:r>
              <a:rPr sz="3121" kern="1200" spc="-30" dirty="0">
                <a:solidFill>
                  <a:prstClr val="black"/>
                </a:solidFill>
                <a:latin typeface="Arial"/>
                <a:ea typeface="+mn-ea"/>
                <a:cs typeface="Arial"/>
              </a:rPr>
              <a:t>possible </a:t>
            </a:r>
            <a:r>
              <a:rPr sz="3121" kern="1200" spc="-15" dirty="0">
                <a:solidFill>
                  <a:prstClr val="black"/>
                </a:solidFill>
                <a:latin typeface="Arial"/>
                <a:ea typeface="+mn-ea"/>
                <a:cs typeface="Arial"/>
              </a:rPr>
              <a:t>to </a:t>
            </a:r>
            <a:r>
              <a:rPr sz="3121" kern="1200" spc="-59" dirty="0">
                <a:solidFill>
                  <a:prstClr val="black"/>
                </a:solidFill>
                <a:latin typeface="Arial"/>
                <a:ea typeface="+mn-ea"/>
                <a:cs typeface="Arial"/>
              </a:rPr>
              <a:t>have several </a:t>
            </a:r>
            <a:r>
              <a:rPr sz="3121" kern="1200" spc="-30" dirty="0">
                <a:solidFill>
                  <a:prstClr val="black"/>
                </a:solidFill>
                <a:latin typeface="Arial"/>
                <a:ea typeface="+mn-ea"/>
                <a:cs typeface="Arial"/>
              </a:rPr>
              <a:t>simultaneously </a:t>
            </a:r>
            <a:r>
              <a:rPr sz="3121" kern="1200" spc="-45" dirty="0">
                <a:solidFill>
                  <a:prstClr val="black"/>
                </a:solidFill>
                <a:latin typeface="Arial"/>
                <a:ea typeface="+mn-ea"/>
                <a:cs typeface="Arial"/>
              </a:rPr>
              <a:t>executing  </a:t>
            </a:r>
            <a:r>
              <a:rPr sz="3121" kern="1200" spc="-30" dirty="0">
                <a:solidFill>
                  <a:prstClr val="black"/>
                </a:solidFill>
                <a:latin typeface="Arial"/>
                <a:ea typeface="+mn-ea"/>
                <a:cs typeface="Arial"/>
              </a:rPr>
              <a:t>programs</a:t>
            </a:r>
            <a:endParaRPr sz="3121" kern="1200" dirty="0">
              <a:solidFill>
                <a:prstClr val="black"/>
              </a:solidFill>
              <a:latin typeface="Arial"/>
              <a:ea typeface="+mn-ea"/>
              <a:cs typeface="Arial"/>
            </a:endParaRPr>
          </a:p>
        </p:txBody>
      </p:sp>
      <p:sp>
        <p:nvSpPr>
          <p:cNvPr id="38" name="object 38"/>
          <p:cNvSpPr txBox="1"/>
          <p:nvPr/>
        </p:nvSpPr>
        <p:spPr>
          <a:xfrm>
            <a:off x="4148869" y="6279399"/>
            <a:ext cx="9736614" cy="480260"/>
          </a:xfrm>
          <a:prstGeom prst="rect">
            <a:avLst/>
          </a:prstGeom>
        </p:spPr>
        <p:txBody>
          <a:bodyPr vert="horz" wrap="square" lIns="0" tIns="0" rIns="0" bIns="0" rtlCol="0">
            <a:spAutoFit/>
          </a:bodyPr>
          <a:lstStyle/>
          <a:p>
            <a:pPr marL="37746" algn="l" defTabSz="2717688" rtl="0"/>
            <a:r>
              <a:rPr sz="3121" i="1" kern="1200" spc="-30" dirty="0">
                <a:solidFill>
                  <a:prstClr val="black"/>
                </a:solidFill>
                <a:latin typeface="Arial"/>
                <a:ea typeface="+mn-ea"/>
                <a:cs typeface="Arial"/>
              </a:rPr>
              <a:t>→ </a:t>
            </a:r>
            <a:r>
              <a:rPr sz="3121" kern="1200" spc="-15" dirty="0">
                <a:solidFill>
                  <a:prstClr val="black"/>
                </a:solidFill>
                <a:latin typeface="Arial"/>
                <a:ea typeface="+mn-ea"/>
                <a:cs typeface="Arial"/>
              </a:rPr>
              <a:t>It appears that the </a:t>
            </a:r>
            <a:r>
              <a:rPr sz="3121" kern="1200" spc="-45" dirty="0">
                <a:solidFill>
                  <a:prstClr val="black"/>
                </a:solidFill>
                <a:latin typeface="Arial"/>
                <a:ea typeface="+mn-ea"/>
                <a:cs typeface="Arial"/>
              </a:rPr>
              <a:t>executions </a:t>
            </a:r>
            <a:r>
              <a:rPr sz="3121" kern="1200" spc="-15" dirty="0">
                <a:solidFill>
                  <a:prstClr val="black"/>
                </a:solidFill>
                <a:latin typeface="Arial"/>
                <a:ea typeface="+mn-ea"/>
                <a:cs typeface="Arial"/>
              </a:rPr>
              <a:t>are done in</a:t>
            </a:r>
            <a:r>
              <a:rPr sz="3121" kern="1200" spc="431" dirty="0">
                <a:solidFill>
                  <a:prstClr val="black"/>
                </a:solidFill>
                <a:latin typeface="Arial"/>
                <a:ea typeface="+mn-ea"/>
                <a:cs typeface="Arial"/>
              </a:rPr>
              <a:t> </a:t>
            </a:r>
            <a:r>
              <a:rPr sz="3121" kern="1200" spc="-45" dirty="0">
                <a:solidFill>
                  <a:prstClr val="black"/>
                </a:solidFill>
                <a:latin typeface="Arial"/>
                <a:ea typeface="+mn-ea"/>
                <a:cs typeface="Arial"/>
              </a:rPr>
              <a:t>Parallel!</a:t>
            </a:r>
            <a:endParaRPr sz="3121" kern="1200">
              <a:solidFill>
                <a:prstClr val="black"/>
              </a:solidFill>
              <a:latin typeface="Arial"/>
              <a:ea typeface="+mn-ea"/>
              <a:cs typeface="Arial"/>
            </a:endParaRPr>
          </a:p>
        </p:txBody>
      </p:sp>
      <p:sp>
        <p:nvSpPr>
          <p:cNvPr id="39" name="object 39"/>
          <p:cNvSpPr/>
          <p:nvPr/>
        </p:nvSpPr>
        <p:spPr>
          <a:xfrm>
            <a:off x="3752421" y="6970227"/>
            <a:ext cx="228287" cy="228287"/>
          </a:xfrm>
          <a:prstGeom prst="rect">
            <a:avLst/>
          </a:prstGeom>
          <a:blipFill>
            <a:blip r:embed="rId11"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40" name="object 40"/>
          <p:cNvSpPr txBox="1"/>
          <p:nvPr/>
        </p:nvSpPr>
        <p:spPr>
          <a:xfrm>
            <a:off x="4148869" y="6790855"/>
            <a:ext cx="10646296" cy="2426498"/>
          </a:xfrm>
          <a:prstGeom prst="rect">
            <a:avLst/>
          </a:prstGeom>
        </p:spPr>
        <p:txBody>
          <a:bodyPr vert="horz" wrap="square" lIns="0" tIns="0" rIns="0" bIns="0" rtlCol="0">
            <a:spAutoFit/>
          </a:bodyPr>
          <a:lstStyle/>
          <a:p>
            <a:pPr marL="37746" algn="l" defTabSz="2717688" rtl="0"/>
            <a:r>
              <a:rPr sz="3121" kern="1200" spc="-30" dirty="0">
                <a:solidFill>
                  <a:prstClr val="black"/>
                </a:solidFill>
                <a:latin typeface="Arial"/>
                <a:ea typeface="+mn-ea"/>
                <a:cs typeface="Arial"/>
              </a:rPr>
              <a:t>Multiprogramming:</a:t>
            </a:r>
            <a:endParaRPr sz="3121" kern="1200" dirty="0">
              <a:solidFill>
                <a:prstClr val="black"/>
              </a:solidFill>
              <a:latin typeface="Arial"/>
              <a:ea typeface="+mn-ea"/>
              <a:cs typeface="Arial"/>
            </a:endParaRPr>
          </a:p>
          <a:p>
            <a:pPr marL="37746" marR="15098" algn="l" defTabSz="2717688" rtl="0">
              <a:lnSpc>
                <a:spcPct val="102600"/>
              </a:lnSpc>
            </a:pPr>
            <a:r>
              <a:rPr sz="3121" kern="1200" spc="-15" dirty="0">
                <a:solidFill>
                  <a:prstClr val="black"/>
                </a:solidFill>
                <a:latin typeface="Arial"/>
                <a:ea typeface="+mn-ea"/>
                <a:cs typeface="Arial"/>
              </a:rPr>
              <a:t>The </a:t>
            </a:r>
            <a:r>
              <a:rPr sz="3121" kern="1200" spc="-30" dirty="0">
                <a:solidFill>
                  <a:prstClr val="black"/>
                </a:solidFill>
                <a:latin typeface="Arial"/>
                <a:ea typeface="+mn-ea"/>
                <a:cs typeface="Arial"/>
              </a:rPr>
              <a:t>CPU </a:t>
            </a:r>
            <a:r>
              <a:rPr sz="3121" kern="1200" spc="-45" dirty="0">
                <a:solidFill>
                  <a:prstClr val="black"/>
                </a:solidFill>
                <a:latin typeface="Arial"/>
                <a:ea typeface="+mn-ea"/>
                <a:cs typeface="Arial"/>
              </a:rPr>
              <a:t>executes </a:t>
            </a:r>
            <a:r>
              <a:rPr sz="3121" kern="1200" spc="-30" dirty="0">
                <a:solidFill>
                  <a:prstClr val="black"/>
                </a:solidFill>
                <a:latin typeface="Arial"/>
                <a:ea typeface="+mn-ea"/>
                <a:cs typeface="Arial"/>
              </a:rPr>
              <a:t>some </a:t>
            </a:r>
            <a:r>
              <a:rPr sz="3121" kern="1200" spc="-15" dirty="0">
                <a:solidFill>
                  <a:prstClr val="black"/>
                </a:solidFill>
                <a:latin typeface="Arial"/>
                <a:ea typeface="+mn-ea"/>
                <a:cs typeface="Arial"/>
              </a:rPr>
              <a:t>instructions of one </a:t>
            </a:r>
            <a:r>
              <a:rPr sz="3121" kern="1200" spc="-30" dirty="0">
                <a:solidFill>
                  <a:prstClr val="black"/>
                </a:solidFill>
                <a:latin typeface="Arial"/>
                <a:ea typeface="+mn-ea"/>
                <a:cs typeface="Arial"/>
              </a:rPr>
              <a:t>program </a:t>
            </a:r>
            <a:r>
              <a:rPr sz="3121" kern="1200" spc="-15" dirty="0">
                <a:solidFill>
                  <a:prstClr val="black"/>
                </a:solidFill>
                <a:highlight>
                  <a:srgbClr val="FFFF00"/>
                </a:highlight>
                <a:latin typeface="Arial"/>
                <a:ea typeface="+mn-ea"/>
                <a:cs typeface="Arial"/>
              </a:rPr>
              <a:t>then  </a:t>
            </a:r>
            <a:r>
              <a:rPr sz="3121" kern="1200" spc="-30" dirty="0">
                <a:solidFill>
                  <a:prstClr val="black"/>
                </a:solidFill>
                <a:highlight>
                  <a:srgbClr val="FFFF00"/>
                </a:highlight>
                <a:latin typeface="Arial"/>
                <a:ea typeface="+mn-ea"/>
                <a:cs typeface="Arial"/>
              </a:rPr>
              <a:t>switches </a:t>
            </a:r>
            <a:r>
              <a:rPr sz="3121" kern="1200" spc="-15" dirty="0">
                <a:solidFill>
                  <a:prstClr val="black"/>
                </a:solidFill>
                <a:latin typeface="Arial"/>
                <a:ea typeface="+mn-ea"/>
                <a:cs typeface="Arial"/>
              </a:rPr>
              <a:t>to another </a:t>
            </a:r>
            <a:r>
              <a:rPr sz="3121" kern="1200" spc="-30" dirty="0">
                <a:solidFill>
                  <a:prstClr val="black"/>
                </a:solidFill>
                <a:latin typeface="Arial"/>
                <a:ea typeface="+mn-ea"/>
                <a:cs typeface="Arial"/>
              </a:rPr>
              <a:t>program </a:t>
            </a:r>
            <a:r>
              <a:rPr sz="3121" kern="1200" spc="-15" dirty="0">
                <a:solidFill>
                  <a:prstClr val="black"/>
                </a:solidFill>
                <a:latin typeface="Arial"/>
                <a:ea typeface="+mn-ea"/>
                <a:cs typeface="Arial"/>
              </a:rPr>
              <a:t>giving the </a:t>
            </a:r>
            <a:r>
              <a:rPr sz="3121" kern="1200" spc="-15" dirty="0">
                <a:solidFill>
                  <a:prstClr val="black"/>
                </a:solidFill>
                <a:highlight>
                  <a:srgbClr val="FFFF00"/>
                </a:highlight>
                <a:latin typeface="Arial"/>
                <a:ea typeface="+mn-ea"/>
                <a:cs typeface="Arial"/>
              </a:rPr>
              <a:t>illusion</a:t>
            </a:r>
            <a:r>
              <a:rPr sz="3121" kern="1200" spc="-15" dirty="0">
                <a:solidFill>
                  <a:prstClr val="black"/>
                </a:solidFill>
                <a:latin typeface="Arial"/>
                <a:ea typeface="+mn-ea"/>
                <a:cs typeface="Arial"/>
              </a:rPr>
              <a:t> that </a:t>
            </a:r>
            <a:r>
              <a:rPr sz="3121" kern="1200" spc="-45" dirty="0">
                <a:solidFill>
                  <a:prstClr val="black"/>
                </a:solidFill>
                <a:latin typeface="Arial"/>
                <a:ea typeface="+mn-ea"/>
                <a:cs typeface="Arial"/>
              </a:rPr>
              <a:t>any  </a:t>
            </a:r>
            <a:r>
              <a:rPr sz="3121" kern="1200" spc="-30" dirty="0">
                <a:solidFill>
                  <a:prstClr val="black"/>
                </a:solidFill>
                <a:latin typeface="Arial"/>
                <a:ea typeface="+mn-ea"/>
                <a:cs typeface="Arial"/>
              </a:rPr>
              <a:t>program </a:t>
            </a:r>
            <a:r>
              <a:rPr sz="3121" kern="1200" spc="-15" dirty="0">
                <a:solidFill>
                  <a:prstClr val="black"/>
                </a:solidFill>
                <a:latin typeface="Arial"/>
                <a:ea typeface="+mn-ea"/>
                <a:cs typeface="Arial"/>
              </a:rPr>
              <a:t>is </a:t>
            </a:r>
            <a:r>
              <a:rPr sz="3121" kern="1200" spc="-30" dirty="0">
                <a:solidFill>
                  <a:prstClr val="black"/>
                </a:solidFill>
                <a:latin typeface="Arial"/>
                <a:ea typeface="+mn-ea"/>
                <a:cs typeface="Arial"/>
              </a:rPr>
              <a:t>continuously </a:t>
            </a:r>
            <a:r>
              <a:rPr sz="3121" kern="1200" spc="-45" dirty="0">
                <a:solidFill>
                  <a:prstClr val="black"/>
                </a:solidFill>
                <a:latin typeface="Arial"/>
                <a:ea typeface="+mn-ea"/>
                <a:cs typeface="Arial"/>
              </a:rPr>
              <a:t>executing, </a:t>
            </a:r>
            <a:r>
              <a:rPr sz="3121" kern="1200" spc="-15" dirty="0">
                <a:solidFill>
                  <a:prstClr val="black"/>
                </a:solidFill>
                <a:latin typeface="Arial"/>
                <a:ea typeface="+mn-ea"/>
                <a:cs typeface="Arial"/>
              </a:rPr>
              <a:t>this </a:t>
            </a:r>
            <a:r>
              <a:rPr sz="3121" kern="1200" spc="-30" dirty="0">
                <a:solidFill>
                  <a:prstClr val="black"/>
                </a:solidFill>
                <a:latin typeface="Arial"/>
                <a:ea typeface="+mn-ea"/>
                <a:cs typeface="Arial"/>
              </a:rPr>
              <a:t>scheme </a:t>
            </a:r>
            <a:r>
              <a:rPr sz="3121" kern="1200" spc="-15" dirty="0">
                <a:solidFill>
                  <a:prstClr val="black"/>
                </a:solidFill>
                <a:latin typeface="Arial"/>
                <a:ea typeface="+mn-ea"/>
                <a:cs typeface="Arial"/>
              </a:rPr>
              <a:t>is called  </a:t>
            </a:r>
            <a:r>
              <a:rPr sz="3121" i="1" kern="1200" spc="-15" dirty="0">
                <a:solidFill>
                  <a:prstClr val="black"/>
                </a:solidFill>
                <a:highlight>
                  <a:srgbClr val="FFFF00"/>
                </a:highlight>
                <a:latin typeface="Arial"/>
                <a:ea typeface="+mn-ea"/>
                <a:cs typeface="Arial"/>
              </a:rPr>
              <a:t>time-slicing</a:t>
            </a:r>
            <a:r>
              <a:rPr sz="3121" kern="1200" spc="-15" dirty="0">
                <a:solidFill>
                  <a:prstClr val="black"/>
                </a:solidFill>
                <a:latin typeface="Arial"/>
                <a:ea typeface="+mn-ea"/>
                <a:cs typeface="Arial"/>
              </a:rPr>
              <a:t>.</a:t>
            </a:r>
            <a:endParaRPr sz="3121" kern="1200" dirty="0">
              <a:solidFill>
                <a:prstClr val="black"/>
              </a:solidFill>
              <a:latin typeface="Arial"/>
              <a:ea typeface="+mn-ea"/>
              <a:cs typeface="Arial"/>
            </a:endParaRPr>
          </a:p>
        </p:txBody>
      </p:sp>
      <p:sp>
        <p:nvSpPr>
          <p:cNvPr id="41" name="object 41"/>
          <p:cNvSpPr/>
          <p:nvPr/>
        </p:nvSpPr>
        <p:spPr>
          <a:xfrm>
            <a:off x="2293082" y="9837158"/>
            <a:ext cx="6849035" cy="435968"/>
          </a:xfrm>
          <a:custGeom>
            <a:avLst/>
            <a:gdLst/>
            <a:ahLst/>
            <a:cxnLst/>
            <a:rect l="l" t="t" r="r" b="b"/>
            <a:pathLst>
              <a:path w="2304415" h="146685">
                <a:moveTo>
                  <a:pt x="0" y="146405"/>
                </a:moveTo>
                <a:lnTo>
                  <a:pt x="2303995" y="146405"/>
                </a:lnTo>
                <a:lnTo>
                  <a:pt x="2303995" y="0"/>
                </a:lnTo>
                <a:lnTo>
                  <a:pt x="0" y="0"/>
                </a:lnTo>
                <a:lnTo>
                  <a:pt x="0" y="146405"/>
                </a:lnTo>
                <a:close/>
              </a:path>
            </a:pathLst>
          </a:custGeom>
          <a:solidFill>
            <a:srgbClr val="000000"/>
          </a:solid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42" name="object 42"/>
          <p:cNvSpPr/>
          <p:nvPr/>
        </p:nvSpPr>
        <p:spPr>
          <a:xfrm>
            <a:off x="9140869" y="9837158"/>
            <a:ext cx="9147133" cy="435968"/>
          </a:xfrm>
          <a:custGeom>
            <a:avLst/>
            <a:gdLst/>
            <a:ahLst/>
            <a:cxnLst/>
            <a:rect l="l" t="t" r="r" b="b"/>
            <a:pathLst>
              <a:path w="2304415" h="146685">
                <a:moveTo>
                  <a:pt x="0" y="146405"/>
                </a:moveTo>
                <a:lnTo>
                  <a:pt x="2303995" y="146405"/>
                </a:lnTo>
                <a:lnTo>
                  <a:pt x="2303995" y="0"/>
                </a:lnTo>
                <a:lnTo>
                  <a:pt x="0" y="0"/>
                </a:lnTo>
                <a:lnTo>
                  <a:pt x="0" y="146405"/>
                </a:lnTo>
                <a:close/>
              </a:path>
            </a:pathLst>
          </a:custGeom>
          <a:solidFill>
            <a:srgbClr val="3333B2"/>
          </a:solid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43" name="object 43"/>
          <p:cNvSpPr txBox="1">
            <a:spLocks noGrp="1"/>
          </p:cNvSpPr>
          <p:nvPr>
            <p:ph type="dt" sz="half" idx="6"/>
          </p:nvPr>
        </p:nvSpPr>
        <p:spPr>
          <a:xfrm>
            <a:off x="8472661" y="9885356"/>
            <a:ext cx="2584501" cy="299145"/>
          </a:xfrm>
          <a:prstGeom prst="rect">
            <a:avLst/>
          </a:prstGeom>
        </p:spPr>
        <p:txBody>
          <a:bodyPr vert="horz" wrap="square" lIns="0" tIns="24535" rIns="0" bIns="0" rtlCol="0">
            <a:spAutoFit/>
          </a:bodyPr>
          <a:lstStyle/>
          <a:p>
            <a:pPr marL="37746" algn="l" defTabSz="2717688" rtl="0">
              <a:spcBef>
                <a:spcPts val="193"/>
              </a:spcBef>
            </a:pPr>
            <a:r>
              <a:rPr lang="en-US" kern="1200" spc="-15">
                <a:solidFill>
                  <a:prstClr val="white"/>
                </a:solidFill>
                <a:ea typeface="+mn-ea"/>
              </a:rPr>
              <a:t>Process Control I</a:t>
            </a:r>
            <a:endParaRPr kern="1200" spc="-15" dirty="0">
              <a:solidFill>
                <a:prstClr val="white"/>
              </a:solidFill>
              <a:ea typeface="+mn-ea"/>
            </a:endParaRPr>
          </a:p>
        </p:txBody>
      </p:sp>
      <p:sp>
        <p:nvSpPr>
          <p:cNvPr id="22" name="Slide Number Placeholder 21">
            <a:extLst>
              <a:ext uri="{FF2B5EF4-FFF2-40B4-BE49-F238E27FC236}">
                <a16:creationId xmlns:a16="http://schemas.microsoft.com/office/drawing/2014/main" id="{5427CEA4-3A3D-4131-8DFF-350D501EE509}"/>
              </a:ext>
            </a:extLst>
          </p:cNvPr>
          <p:cNvSpPr>
            <a:spLocks noGrp="1"/>
          </p:cNvSpPr>
          <p:nvPr>
            <p:ph type="sldNum" sz="quarter" idx="7"/>
          </p:nvPr>
        </p:nvSpPr>
        <p:spPr/>
        <p:txBody>
          <a:bodyPr/>
          <a:lstStyle/>
          <a:p>
            <a:pPr defTabSz="2717688" rtl="0"/>
            <a:fld id="{B6F15528-21DE-4FAA-801E-634DDDAF4B2B}" type="slidenum">
              <a:rPr lang="en-CA" kern="1200">
                <a:solidFill>
                  <a:prstClr val="white"/>
                </a:solidFill>
                <a:latin typeface="Calibri"/>
                <a:ea typeface="+mn-ea"/>
                <a:cs typeface="+mn-cs"/>
              </a:rPr>
              <a:pPr defTabSz="2717688" rtl="0"/>
              <a:t>7</a:t>
            </a:fld>
            <a:endParaRPr lang="en-CA" kern="1200">
              <a:solidFill>
                <a:prstClr val="white"/>
              </a:solidFill>
              <a:latin typeface="Calibri"/>
              <a:ea typeface="+mn-ea"/>
              <a:cs typeface="+mn-cs"/>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79474" y="23260"/>
            <a:ext cx="3578333" cy="1475084"/>
          </a:xfrm>
          <a:prstGeom prst="rect">
            <a:avLst/>
          </a:prstGeom>
        </p:spPr>
        <p:txBody>
          <a:bodyPr vert="horz" wrap="square" lIns="0" tIns="0" rIns="0" bIns="0" rtlCol="0">
            <a:spAutoFit/>
          </a:bodyPr>
          <a:lstStyle/>
          <a:p>
            <a:pPr marL="1862749" marR="15098" indent="364246" algn="r" defTabSz="2717688" rtl="0">
              <a:lnSpc>
                <a:spcPct val="107700"/>
              </a:lnSpc>
            </a:pPr>
            <a:r>
              <a:rPr sz="1783" b="1" kern="1200" spc="-15" dirty="0">
                <a:solidFill>
                  <a:srgbClr val="7F7F7F"/>
                </a:solidFill>
                <a:latin typeface="Arial"/>
                <a:ea typeface="+mn-ea"/>
                <a:cs typeface="Arial"/>
              </a:rPr>
              <a:t>Int</a:t>
            </a:r>
            <a:r>
              <a:rPr sz="1783" b="1" kern="1200" spc="-59" dirty="0">
                <a:solidFill>
                  <a:srgbClr val="7F7F7F"/>
                </a:solidFill>
                <a:latin typeface="Arial"/>
                <a:ea typeface="+mn-ea"/>
                <a:cs typeface="Arial"/>
              </a:rPr>
              <a:t>r</a:t>
            </a:r>
            <a:r>
              <a:rPr sz="1783" b="1" kern="1200" spc="-15" dirty="0">
                <a:solidFill>
                  <a:srgbClr val="7F7F7F"/>
                </a:solidFill>
                <a:latin typeface="Arial"/>
                <a:ea typeface="+mn-ea"/>
                <a:cs typeface="Arial"/>
              </a:rPr>
              <a:t>oduction  </a:t>
            </a:r>
            <a:r>
              <a:rPr sz="1783" b="1" kern="1200" spc="-15" dirty="0">
                <a:solidFill>
                  <a:srgbClr val="FFFFFF"/>
                </a:solidFill>
                <a:latin typeface="Arial"/>
                <a:ea typeface="+mn-ea"/>
                <a:cs typeface="Arial"/>
              </a:rPr>
              <a:t>Unix</a:t>
            </a:r>
            <a:r>
              <a:rPr sz="1783" b="1" kern="1200" spc="-223" dirty="0">
                <a:solidFill>
                  <a:srgbClr val="FFFFFF"/>
                </a:solidFill>
                <a:latin typeface="Arial"/>
                <a:ea typeface="+mn-ea"/>
                <a:cs typeface="Arial"/>
              </a:rPr>
              <a:t> </a:t>
            </a:r>
            <a:r>
              <a:rPr sz="1783" b="1" kern="1200" spc="-15" dirty="0">
                <a:solidFill>
                  <a:srgbClr val="FFFFFF"/>
                </a:solidFill>
                <a:latin typeface="Arial"/>
                <a:ea typeface="+mn-ea"/>
                <a:cs typeface="Arial"/>
              </a:rPr>
              <a:t>Processes</a:t>
            </a:r>
            <a:endParaRPr sz="1783" kern="1200">
              <a:solidFill>
                <a:prstClr val="black"/>
              </a:solidFill>
              <a:latin typeface="Arial"/>
              <a:ea typeface="+mn-ea"/>
              <a:cs typeface="Arial"/>
            </a:endParaRPr>
          </a:p>
          <a:p>
            <a:pPr marL="184954" marR="15098" indent="-149095" algn="r" defTabSz="2717688" rtl="0">
              <a:lnSpc>
                <a:spcPct val="107700"/>
              </a:lnSpc>
            </a:pPr>
            <a:r>
              <a:rPr sz="1783" b="1" kern="1200" spc="-15" dirty="0">
                <a:solidFill>
                  <a:srgbClr val="7F7F7F"/>
                </a:solidFill>
                <a:latin typeface="Arial"/>
                <a:ea typeface="+mn-ea"/>
                <a:cs typeface="Arial"/>
              </a:rPr>
              <a:t>Creating a new</a:t>
            </a:r>
            <a:r>
              <a:rPr sz="1783" b="1" kern="1200" spc="-74" dirty="0">
                <a:solidFill>
                  <a:srgbClr val="7F7F7F"/>
                </a:solidFill>
                <a:latin typeface="Arial"/>
                <a:ea typeface="+mn-ea"/>
                <a:cs typeface="Arial"/>
              </a:rPr>
              <a:t> </a:t>
            </a:r>
            <a:r>
              <a:rPr sz="1783" b="1" kern="1200" spc="-15" dirty="0">
                <a:solidFill>
                  <a:srgbClr val="7F7F7F"/>
                </a:solidFill>
                <a:latin typeface="Arial"/>
                <a:ea typeface="+mn-ea"/>
                <a:cs typeface="Arial"/>
              </a:rPr>
              <a:t>Process:</a:t>
            </a:r>
            <a:r>
              <a:rPr sz="1783" b="1" kern="1200" spc="74" dirty="0">
                <a:solidFill>
                  <a:srgbClr val="7F7F7F"/>
                </a:solidFill>
                <a:latin typeface="Arial"/>
                <a:ea typeface="+mn-ea"/>
                <a:cs typeface="Arial"/>
              </a:rPr>
              <a:t> </a:t>
            </a:r>
            <a:r>
              <a:rPr sz="1783" kern="1200" spc="-15" dirty="0">
                <a:solidFill>
                  <a:srgbClr val="7F7F7F"/>
                </a:solidFill>
                <a:latin typeface="Courier New"/>
                <a:ea typeface="+mn-ea"/>
                <a:cs typeface="Courier New"/>
              </a:rPr>
              <a:t>fork()  </a:t>
            </a:r>
            <a:r>
              <a:rPr sz="1783" b="1" kern="1200" spc="-15" dirty="0">
                <a:solidFill>
                  <a:srgbClr val="7F7F7F"/>
                </a:solidFill>
                <a:latin typeface="Arial"/>
                <a:ea typeface="+mn-ea"/>
                <a:cs typeface="Arial"/>
              </a:rPr>
              <a:t>Terminating a</a:t>
            </a:r>
            <a:r>
              <a:rPr sz="1783" b="1" kern="1200" spc="-119" dirty="0">
                <a:solidFill>
                  <a:srgbClr val="7F7F7F"/>
                </a:solidFill>
                <a:latin typeface="Arial"/>
                <a:ea typeface="+mn-ea"/>
                <a:cs typeface="Arial"/>
              </a:rPr>
              <a:t> </a:t>
            </a:r>
            <a:r>
              <a:rPr sz="1783" b="1" kern="1200" spc="-15" dirty="0">
                <a:solidFill>
                  <a:srgbClr val="7F7F7F"/>
                </a:solidFill>
                <a:latin typeface="Arial"/>
                <a:ea typeface="+mn-ea"/>
                <a:cs typeface="Arial"/>
              </a:rPr>
              <a:t>process:</a:t>
            </a:r>
            <a:r>
              <a:rPr sz="1783" b="1" kern="1200" spc="30" dirty="0">
                <a:solidFill>
                  <a:srgbClr val="7F7F7F"/>
                </a:solidFill>
                <a:latin typeface="Arial"/>
                <a:ea typeface="+mn-ea"/>
                <a:cs typeface="Arial"/>
              </a:rPr>
              <a:t> </a:t>
            </a:r>
            <a:r>
              <a:rPr sz="1783" kern="1200" spc="-15" dirty="0">
                <a:solidFill>
                  <a:srgbClr val="7F7F7F"/>
                </a:solidFill>
                <a:latin typeface="Courier New"/>
                <a:ea typeface="+mn-ea"/>
                <a:cs typeface="Courier New"/>
              </a:rPr>
              <a:t>exit()  wait()</a:t>
            </a:r>
            <a:r>
              <a:rPr sz="1783" kern="1200" spc="-681" dirty="0">
                <a:solidFill>
                  <a:srgbClr val="7F7F7F"/>
                </a:solidFill>
                <a:latin typeface="Courier New"/>
                <a:ea typeface="+mn-ea"/>
                <a:cs typeface="Courier New"/>
              </a:rPr>
              <a:t> </a:t>
            </a:r>
            <a:r>
              <a:rPr sz="1783" b="1" kern="1200" spc="-15" dirty="0">
                <a:solidFill>
                  <a:srgbClr val="7F7F7F"/>
                </a:solidFill>
                <a:latin typeface="Arial"/>
                <a:ea typeface="+mn-ea"/>
                <a:cs typeface="Arial"/>
              </a:rPr>
              <a:t>and </a:t>
            </a:r>
            <a:r>
              <a:rPr sz="1783" kern="1200" spc="-15" dirty="0">
                <a:solidFill>
                  <a:srgbClr val="7F7F7F"/>
                </a:solidFill>
                <a:latin typeface="Courier New"/>
                <a:ea typeface="+mn-ea"/>
                <a:cs typeface="Courier New"/>
              </a:rPr>
              <a:t>waitpid()</a:t>
            </a:r>
            <a:endParaRPr sz="1783" kern="1200">
              <a:solidFill>
                <a:prstClr val="black"/>
              </a:solidFill>
              <a:latin typeface="Courier New"/>
              <a:ea typeface="+mn-ea"/>
              <a:cs typeface="Courier New"/>
            </a:endParaRPr>
          </a:p>
        </p:txBody>
      </p:sp>
      <p:sp>
        <p:nvSpPr>
          <p:cNvPr id="3" name="object 3"/>
          <p:cNvSpPr/>
          <p:nvPr/>
        </p:nvSpPr>
        <p:spPr>
          <a:xfrm>
            <a:off x="9140869" y="594"/>
            <a:ext cx="6849035" cy="1598549"/>
          </a:xfrm>
          <a:custGeom>
            <a:avLst/>
            <a:gdLst/>
            <a:ahLst/>
            <a:cxnLst/>
            <a:rect l="l" t="t" r="r" b="b"/>
            <a:pathLst>
              <a:path w="2304415" h="537845">
                <a:moveTo>
                  <a:pt x="0" y="537641"/>
                </a:moveTo>
                <a:lnTo>
                  <a:pt x="2303995" y="537641"/>
                </a:lnTo>
                <a:lnTo>
                  <a:pt x="2303995" y="0"/>
                </a:lnTo>
                <a:lnTo>
                  <a:pt x="0" y="0"/>
                </a:lnTo>
                <a:lnTo>
                  <a:pt x="0" y="537641"/>
                </a:lnTo>
                <a:close/>
              </a:path>
            </a:pathLst>
          </a:custGeom>
          <a:solidFill>
            <a:srgbClr val="3333B2"/>
          </a:solid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4" name="object 4"/>
          <p:cNvSpPr/>
          <p:nvPr/>
        </p:nvSpPr>
        <p:spPr>
          <a:xfrm>
            <a:off x="2293077" y="1591026"/>
            <a:ext cx="13695616" cy="150417"/>
          </a:xfrm>
          <a:prstGeom prst="rect">
            <a:avLst/>
          </a:prstGeom>
          <a:blipFill>
            <a:blip r:embed="rId2"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5" name="object 5"/>
          <p:cNvSpPr/>
          <p:nvPr/>
        </p:nvSpPr>
        <p:spPr>
          <a:xfrm>
            <a:off x="2293077" y="1591015"/>
            <a:ext cx="13695616" cy="742773"/>
          </a:xfrm>
          <a:prstGeom prst="rect">
            <a:avLst/>
          </a:prstGeom>
          <a:blipFill>
            <a:blip r:embed="rId3"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6" name="object 6"/>
          <p:cNvSpPr/>
          <p:nvPr/>
        </p:nvSpPr>
        <p:spPr>
          <a:xfrm>
            <a:off x="2293077" y="2326246"/>
            <a:ext cx="13695616" cy="150417"/>
          </a:xfrm>
          <a:prstGeom prst="rect">
            <a:avLst/>
          </a:prstGeom>
          <a:blipFill>
            <a:blip r:embed="rId2"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7" name="object 7"/>
          <p:cNvSpPr/>
          <p:nvPr/>
        </p:nvSpPr>
        <p:spPr>
          <a:xfrm>
            <a:off x="3212041" y="2805389"/>
            <a:ext cx="11857944" cy="245350"/>
          </a:xfrm>
          <a:custGeom>
            <a:avLst/>
            <a:gdLst/>
            <a:ahLst/>
            <a:cxnLst/>
            <a:rect l="l" t="t" r="r" b="b"/>
            <a:pathLst>
              <a:path w="3989704" h="82550">
                <a:moveTo>
                  <a:pt x="3938852" y="0"/>
                </a:moveTo>
                <a:lnTo>
                  <a:pt x="50800" y="0"/>
                </a:lnTo>
                <a:lnTo>
                  <a:pt x="31075" y="4008"/>
                </a:lnTo>
                <a:lnTo>
                  <a:pt x="14922" y="14922"/>
                </a:lnTo>
                <a:lnTo>
                  <a:pt x="4008" y="31075"/>
                </a:lnTo>
                <a:lnTo>
                  <a:pt x="0" y="50800"/>
                </a:lnTo>
                <a:lnTo>
                  <a:pt x="0" y="82384"/>
                </a:lnTo>
                <a:lnTo>
                  <a:pt x="3989652" y="82384"/>
                </a:lnTo>
                <a:lnTo>
                  <a:pt x="3989652" y="50800"/>
                </a:lnTo>
                <a:lnTo>
                  <a:pt x="3985644" y="31075"/>
                </a:lnTo>
                <a:lnTo>
                  <a:pt x="3974729" y="14922"/>
                </a:lnTo>
                <a:lnTo>
                  <a:pt x="3958576" y="4008"/>
                </a:lnTo>
                <a:lnTo>
                  <a:pt x="3938852" y="0"/>
                </a:lnTo>
                <a:close/>
              </a:path>
            </a:pathLst>
          </a:custGeom>
          <a:solidFill>
            <a:srgbClr val="DDD2E7"/>
          </a:solid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8" name="object 8"/>
          <p:cNvSpPr/>
          <p:nvPr/>
        </p:nvSpPr>
        <p:spPr>
          <a:xfrm>
            <a:off x="3363029" y="4914646"/>
            <a:ext cx="301969" cy="301969"/>
          </a:xfrm>
          <a:prstGeom prst="rect">
            <a:avLst/>
          </a:prstGeom>
          <a:blipFill>
            <a:blip r:embed="rId4"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9" name="object 9"/>
          <p:cNvSpPr/>
          <p:nvPr/>
        </p:nvSpPr>
        <p:spPr>
          <a:xfrm>
            <a:off x="14881104" y="4876896"/>
            <a:ext cx="339570" cy="339715"/>
          </a:xfrm>
          <a:prstGeom prst="rect">
            <a:avLst/>
          </a:prstGeom>
          <a:blipFill>
            <a:blip r:embed="rId5"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0" name="object 10"/>
          <p:cNvSpPr/>
          <p:nvPr/>
        </p:nvSpPr>
        <p:spPr>
          <a:xfrm>
            <a:off x="3514013" y="5027888"/>
            <a:ext cx="11404830" cy="188728"/>
          </a:xfrm>
          <a:prstGeom prst="rect">
            <a:avLst/>
          </a:prstGeom>
          <a:blipFill>
            <a:blip r:embed="rId6"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1" name="object 11"/>
          <p:cNvSpPr/>
          <p:nvPr/>
        </p:nvSpPr>
        <p:spPr>
          <a:xfrm>
            <a:off x="15069838" y="2955657"/>
            <a:ext cx="150839" cy="301969"/>
          </a:xfrm>
          <a:prstGeom prst="rect">
            <a:avLst/>
          </a:prstGeom>
          <a:blipFill>
            <a:blip r:embed="rId7"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2" name="object 12"/>
          <p:cNvSpPr/>
          <p:nvPr/>
        </p:nvSpPr>
        <p:spPr>
          <a:xfrm>
            <a:off x="15069838" y="3106640"/>
            <a:ext cx="150839" cy="1808007"/>
          </a:xfrm>
          <a:prstGeom prst="rect">
            <a:avLst/>
          </a:prstGeom>
          <a:blipFill>
            <a:blip r:embed="rId8"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3" name="object 13"/>
          <p:cNvSpPr/>
          <p:nvPr/>
        </p:nvSpPr>
        <p:spPr>
          <a:xfrm>
            <a:off x="3212041" y="2937411"/>
            <a:ext cx="11857944" cy="2128882"/>
          </a:xfrm>
          <a:custGeom>
            <a:avLst/>
            <a:gdLst/>
            <a:ahLst/>
            <a:cxnLst/>
            <a:rect l="l" t="t" r="r" b="b"/>
            <a:pathLst>
              <a:path w="3989704" h="716280">
                <a:moveTo>
                  <a:pt x="3989652" y="0"/>
                </a:moveTo>
                <a:lnTo>
                  <a:pt x="0" y="0"/>
                </a:lnTo>
                <a:lnTo>
                  <a:pt x="0" y="665256"/>
                </a:lnTo>
                <a:lnTo>
                  <a:pt x="4008" y="684981"/>
                </a:lnTo>
                <a:lnTo>
                  <a:pt x="14922" y="701134"/>
                </a:lnTo>
                <a:lnTo>
                  <a:pt x="31075" y="712048"/>
                </a:lnTo>
                <a:lnTo>
                  <a:pt x="50800" y="716057"/>
                </a:lnTo>
                <a:lnTo>
                  <a:pt x="3938852" y="716057"/>
                </a:lnTo>
                <a:lnTo>
                  <a:pt x="3958576" y="712048"/>
                </a:lnTo>
                <a:lnTo>
                  <a:pt x="3974729" y="701134"/>
                </a:lnTo>
                <a:lnTo>
                  <a:pt x="3985644" y="684981"/>
                </a:lnTo>
                <a:lnTo>
                  <a:pt x="3989652" y="665256"/>
                </a:lnTo>
                <a:lnTo>
                  <a:pt x="3989652" y="0"/>
                </a:lnTo>
                <a:close/>
              </a:path>
            </a:pathLst>
          </a:custGeom>
          <a:solidFill>
            <a:srgbClr val="DDD2E7"/>
          </a:solid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4" name="object 14"/>
          <p:cNvSpPr/>
          <p:nvPr/>
        </p:nvSpPr>
        <p:spPr>
          <a:xfrm>
            <a:off x="15069833" y="3068889"/>
            <a:ext cx="0" cy="1902405"/>
          </a:xfrm>
          <a:custGeom>
            <a:avLst/>
            <a:gdLst/>
            <a:ahLst/>
            <a:cxnLst/>
            <a:rect l="l" t="t" r="r" b="b"/>
            <a:pathLst>
              <a:path h="640080">
                <a:moveTo>
                  <a:pt x="0" y="640069"/>
                </a:moveTo>
                <a:lnTo>
                  <a:pt x="0" y="0"/>
                </a:lnTo>
              </a:path>
            </a:pathLst>
          </a:custGeom>
          <a:ln w="3175">
            <a:solidFill>
              <a:srgbClr val="797279"/>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5" name="object 15"/>
          <p:cNvSpPr/>
          <p:nvPr/>
        </p:nvSpPr>
        <p:spPr>
          <a:xfrm>
            <a:off x="15069833" y="3031143"/>
            <a:ext cx="0" cy="37746"/>
          </a:xfrm>
          <a:custGeom>
            <a:avLst/>
            <a:gdLst/>
            <a:ahLst/>
            <a:cxnLst/>
            <a:rect l="l" t="t" r="r" b="b"/>
            <a:pathLst>
              <a:path h="12700">
                <a:moveTo>
                  <a:pt x="0" y="12700"/>
                </a:moveTo>
                <a:lnTo>
                  <a:pt x="0" y="0"/>
                </a:lnTo>
              </a:path>
            </a:pathLst>
          </a:custGeom>
          <a:ln w="3175">
            <a:solidFill>
              <a:srgbClr val="A79EA7"/>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6" name="object 16"/>
          <p:cNvSpPr/>
          <p:nvPr/>
        </p:nvSpPr>
        <p:spPr>
          <a:xfrm>
            <a:off x="15069833" y="2993397"/>
            <a:ext cx="0" cy="37746"/>
          </a:xfrm>
          <a:custGeom>
            <a:avLst/>
            <a:gdLst/>
            <a:ahLst/>
            <a:cxnLst/>
            <a:rect l="l" t="t" r="r" b="b"/>
            <a:pathLst>
              <a:path h="12700">
                <a:moveTo>
                  <a:pt x="0" y="12700"/>
                </a:moveTo>
                <a:lnTo>
                  <a:pt x="0" y="0"/>
                </a:lnTo>
              </a:path>
            </a:pathLst>
          </a:custGeom>
          <a:ln w="3175">
            <a:solidFill>
              <a:srgbClr val="C4B9C4"/>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7" name="object 17"/>
          <p:cNvSpPr/>
          <p:nvPr/>
        </p:nvSpPr>
        <p:spPr>
          <a:xfrm>
            <a:off x="15069833" y="2955651"/>
            <a:ext cx="0" cy="37746"/>
          </a:xfrm>
          <a:custGeom>
            <a:avLst/>
            <a:gdLst/>
            <a:ahLst/>
            <a:cxnLst/>
            <a:rect l="l" t="t" r="r" b="b"/>
            <a:pathLst>
              <a:path h="12700">
                <a:moveTo>
                  <a:pt x="0" y="12700"/>
                </a:moveTo>
                <a:lnTo>
                  <a:pt x="0" y="0"/>
                </a:lnTo>
              </a:path>
            </a:pathLst>
          </a:custGeom>
          <a:ln w="3175">
            <a:solidFill>
              <a:srgbClr val="E3D7E3"/>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8" name="object 18"/>
          <p:cNvSpPr/>
          <p:nvPr/>
        </p:nvSpPr>
        <p:spPr>
          <a:xfrm>
            <a:off x="15069833" y="2899032"/>
            <a:ext cx="0" cy="56619"/>
          </a:xfrm>
          <a:custGeom>
            <a:avLst/>
            <a:gdLst/>
            <a:ahLst/>
            <a:cxnLst/>
            <a:rect l="l" t="t" r="r" b="b"/>
            <a:pathLst>
              <a:path h="19050">
                <a:moveTo>
                  <a:pt x="0" y="19050"/>
                </a:moveTo>
                <a:lnTo>
                  <a:pt x="0" y="0"/>
                </a:lnTo>
              </a:path>
            </a:pathLst>
          </a:custGeom>
          <a:ln w="3175">
            <a:solidFill>
              <a:srgbClr val="F2E5F2"/>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19" name="object 19"/>
          <p:cNvSpPr/>
          <p:nvPr/>
        </p:nvSpPr>
        <p:spPr>
          <a:xfrm>
            <a:off x="3752421" y="3077620"/>
            <a:ext cx="228287" cy="228287"/>
          </a:xfrm>
          <a:prstGeom prst="rect">
            <a:avLst/>
          </a:prstGeom>
          <a:blipFill>
            <a:blip r:embed="rId9"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0" name="object 20"/>
          <p:cNvSpPr/>
          <p:nvPr/>
        </p:nvSpPr>
        <p:spPr>
          <a:xfrm>
            <a:off x="3752421" y="3589080"/>
            <a:ext cx="228287" cy="228287"/>
          </a:xfrm>
          <a:prstGeom prst="rect">
            <a:avLst/>
          </a:prstGeom>
          <a:blipFill>
            <a:blip r:embed="rId9"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1" name="object 21"/>
          <p:cNvSpPr/>
          <p:nvPr/>
        </p:nvSpPr>
        <p:spPr>
          <a:xfrm>
            <a:off x="3212041" y="5517188"/>
            <a:ext cx="11857944" cy="571854"/>
          </a:xfrm>
          <a:custGeom>
            <a:avLst/>
            <a:gdLst/>
            <a:ahLst/>
            <a:cxnLst/>
            <a:rect l="l" t="t" r="r" b="b"/>
            <a:pathLst>
              <a:path w="3989704" h="192405">
                <a:moveTo>
                  <a:pt x="3938852" y="0"/>
                </a:moveTo>
                <a:lnTo>
                  <a:pt x="50800" y="0"/>
                </a:lnTo>
                <a:lnTo>
                  <a:pt x="31075" y="4008"/>
                </a:lnTo>
                <a:lnTo>
                  <a:pt x="14922" y="14922"/>
                </a:lnTo>
                <a:lnTo>
                  <a:pt x="4008" y="31075"/>
                </a:lnTo>
                <a:lnTo>
                  <a:pt x="0" y="50800"/>
                </a:lnTo>
                <a:lnTo>
                  <a:pt x="0" y="192391"/>
                </a:lnTo>
                <a:lnTo>
                  <a:pt x="3989652" y="192391"/>
                </a:lnTo>
                <a:lnTo>
                  <a:pt x="3989652" y="50800"/>
                </a:lnTo>
                <a:lnTo>
                  <a:pt x="3985644" y="31075"/>
                </a:lnTo>
                <a:lnTo>
                  <a:pt x="3974729" y="14922"/>
                </a:lnTo>
                <a:lnTo>
                  <a:pt x="3958576" y="4008"/>
                </a:lnTo>
                <a:lnTo>
                  <a:pt x="3938852" y="0"/>
                </a:lnTo>
                <a:close/>
              </a:path>
            </a:pathLst>
          </a:custGeom>
          <a:solidFill>
            <a:srgbClr val="BF0000"/>
          </a:solid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2" name="object 22"/>
          <p:cNvSpPr/>
          <p:nvPr/>
        </p:nvSpPr>
        <p:spPr>
          <a:xfrm>
            <a:off x="3212049" y="6051373"/>
            <a:ext cx="11857786" cy="150417"/>
          </a:xfrm>
          <a:prstGeom prst="rect">
            <a:avLst/>
          </a:prstGeom>
          <a:blipFill>
            <a:blip r:embed="rId10"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3" name="object 23"/>
          <p:cNvSpPr/>
          <p:nvPr/>
        </p:nvSpPr>
        <p:spPr>
          <a:xfrm>
            <a:off x="3363029" y="6628394"/>
            <a:ext cx="301969" cy="301969"/>
          </a:xfrm>
          <a:prstGeom prst="rect">
            <a:avLst/>
          </a:prstGeom>
          <a:blipFill>
            <a:blip r:embed="rId4"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4" name="object 24"/>
          <p:cNvSpPr/>
          <p:nvPr/>
        </p:nvSpPr>
        <p:spPr>
          <a:xfrm>
            <a:off x="14881104" y="6590648"/>
            <a:ext cx="339570" cy="339715"/>
          </a:xfrm>
          <a:prstGeom prst="rect">
            <a:avLst/>
          </a:prstGeom>
          <a:blipFill>
            <a:blip r:embed="rId5"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5" name="object 25"/>
          <p:cNvSpPr/>
          <p:nvPr/>
        </p:nvSpPr>
        <p:spPr>
          <a:xfrm>
            <a:off x="3514013" y="6741637"/>
            <a:ext cx="11404830" cy="188728"/>
          </a:xfrm>
          <a:prstGeom prst="rect">
            <a:avLst/>
          </a:prstGeom>
          <a:blipFill>
            <a:blip r:embed="rId6"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6" name="object 26"/>
          <p:cNvSpPr/>
          <p:nvPr/>
        </p:nvSpPr>
        <p:spPr>
          <a:xfrm>
            <a:off x="15069838" y="5648656"/>
            <a:ext cx="150839" cy="301969"/>
          </a:xfrm>
          <a:prstGeom prst="rect">
            <a:avLst/>
          </a:prstGeom>
          <a:blipFill>
            <a:blip r:embed="rId7"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7" name="object 27"/>
          <p:cNvSpPr/>
          <p:nvPr/>
        </p:nvSpPr>
        <p:spPr>
          <a:xfrm>
            <a:off x="15069838" y="5799635"/>
            <a:ext cx="150839" cy="828756"/>
          </a:xfrm>
          <a:prstGeom prst="rect">
            <a:avLst/>
          </a:prstGeom>
          <a:blipFill>
            <a:blip r:embed="rId11" cstate="print"/>
            <a:stretch>
              <a:fillRect/>
            </a:stretch>
          </a:blip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8" name="object 28"/>
          <p:cNvSpPr/>
          <p:nvPr/>
        </p:nvSpPr>
        <p:spPr>
          <a:xfrm>
            <a:off x="3212041" y="6182999"/>
            <a:ext cx="11857944" cy="596389"/>
          </a:xfrm>
          <a:custGeom>
            <a:avLst/>
            <a:gdLst/>
            <a:ahLst/>
            <a:cxnLst/>
            <a:rect l="l" t="t" r="r" b="b"/>
            <a:pathLst>
              <a:path w="3989704" h="200660">
                <a:moveTo>
                  <a:pt x="3989652" y="0"/>
                </a:moveTo>
                <a:lnTo>
                  <a:pt x="0" y="0"/>
                </a:lnTo>
                <a:lnTo>
                  <a:pt x="0" y="149857"/>
                </a:lnTo>
                <a:lnTo>
                  <a:pt x="4008" y="169581"/>
                </a:lnTo>
                <a:lnTo>
                  <a:pt x="14922" y="185734"/>
                </a:lnTo>
                <a:lnTo>
                  <a:pt x="31075" y="196648"/>
                </a:lnTo>
                <a:lnTo>
                  <a:pt x="50800" y="200657"/>
                </a:lnTo>
                <a:lnTo>
                  <a:pt x="3938852" y="200657"/>
                </a:lnTo>
                <a:lnTo>
                  <a:pt x="3958576" y="196648"/>
                </a:lnTo>
                <a:lnTo>
                  <a:pt x="3974729" y="185734"/>
                </a:lnTo>
                <a:lnTo>
                  <a:pt x="3985644" y="169581"/>
                </a:lnTo>
                <a:lnTo>
                  <a:pt x="3989652" y="149857"/>
                </a:lnTo>
                <a:lnTo>
                  <a:pt x="3989652" y="0"/>
                </a:lnTo>
                <a:close/>
              </a:path>
            </a:pathLst>
          </a:custGeom>
          <a:solidFill>
            <a:srgbClr val="EDCEDA"/>
          </a:solid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29" name="object 29"/>
          <p:cNvSpPr/>
          <p:nvPr/>
        </p:nvSpPr>
        <p:spPr>
          <a:xfrm>
            <a:off x="15069833" y="5761889"/>
            <a:ext cx="0" cy="924780"/>
          </a:xfrm>
          <a:custGeom>
            <a:avLst/>
            <a:gdLst/>
            <a:ahLst/>
            <a:cxnLst/>
            <a:rect l="l" t="t" r="r" b="b"/>
            <a:pathLst>
              <a:path h="311150">
                <a:moveTo>
                  <a:pt x="0" y="310592"/>
                </a:moveTo>
                <a:lnTo>
                  <a:pt x="0" y="0"/>
                </a:lnTo>
              </a:path>
            </a:pathLst>
          </a:custGeom>
          <a:ln w="3175">
            <a:solidFill>
              <a:srgbClr val="797279"/>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30" name="object 30"/>
          <p:cNvSpPr/>
          <p:nvPr/>
        </p:nvSpPr>
        <p:spPr>
          <a:xfrm>
            <a:off x="15069833" y="5724143"/>
            <a:ext cx="0" cy="37746"/>
          </a:xfrm>
          <a:custGeom>
            <a:avLst/>
            <a:gdLst/>
            <a:ahLst/>
            <a:cxnLst/>
            <a:rect l="l" t="t" r="r" b="b"/>
            <a:pathLst>
              <a:path h="12700">
                <a:moveTo>
                  <a:pt x="0" y="12699"/>
                </a:moveTo>
                <a:lnTo>
                  <a:pt x="0" y="0"/>
                </a:lnTo>
              </a:path>
            </a:pathLst>
          </a:custGeom>
          <a:ln w="3175">
            <a:solidFill>
              <a:srgbClr val="A79EA7"/>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31" name="object 31"/>
          <p:cNvSpPr/>
          <p:nvPr/>
        </p:nvSpPr>
        <p:spPr>
          <a:xfrm>
            <a:off x="15069833" y="5686396"/>
            <a:ext cx="0" cy="37746"/>
          </a:xfrm>
          <a:custGeom>
            <a:avLst/>
            <a:gdLst/>
            <a:ahLst/>
            <a:cxnLst/>
            <a:rect l="l" t="t" r="r" b="b"/>
            <a:pathLst>
              <a:path h="12700">
                <a:moveTo>
                  <a:pt x="0" y="12700"/>
                </a:moveTo>
                <a:lnTo>
                  <a:pt x="0" y="0"/>
                </a:lnTo>
              </a:path>
            </a:pathLst>
          </a:custGeom>
          <a:ln w="3175">
            <a:solidFill>
              <a:srgbClr val="C4B9C4"/>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32" name="object 32"/>
          <p:cNvSpPr/>
          <p:nvPr/>
        </p:nvSpPr>
        <p:spPr>
          <a:xfrm>
            <a:off x="15069833" y="5648650"/>
            <a:ext cx="0" cy="37746"/>
          </a:xfrm>
          <a:custGeom>
            <a:avLst/>
            <a:gdLst/>
            <a:ahLst/>
            <a:cxnLst/>
            <a:rect l="l" t="t" r="r" b="b"/>
            <a:pathLst>
              <a:path h="12700">
                <a:moveTo>
                  <a:pt x="0" y="12700"/>
                </a:moveTo>
                <a:lnTo>
                  <a:pt x="0" y="0"/>
                </a:lnTo>
              </a:path>
            </a:pathLst>
          </a:custGeom>
          <a:ln w="3175">
            <a:solidFill>
              <a:srgbClr val="E3D7E3"/>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33" name="object 33"/>
          <p:cNvSpPr/>
          <p:nvPr/>
        </p:nvSpPr>
        <p:spPr>
          <a:xfrm>
            <a:off x="15069833" y="5592031"/>
            <a:ext cx="0" cy="56619"/>
          </a:xfrm>
          <a:custGeom>
            <a:avLst/>
            <a:gdLst/>
            <a:ahLst/>
            <a:cxnLst/>
            <a:rect l="l" t="t" r="r" b="b"/>
            <a:pathLst>
              <a:path h="19050">
                <a:moveTo>
                  <a:pt x="0" y="19050"/>
                </a:moveTo>
                <a:lnTo>
                  <a:pt x="0" y="0"/>
                </a:lnTo>
              </a:path>
            </a:pathLst>
          </a:custGeom>
          <a:ln w="3175">
            <a:solidFill>
              <a:srgbClr val="F2E5F2"/>
            </a:solidFill>
          </a:ln>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34" name="object 34"/>
          <p:cNvSpPr txBox="1"/>
          <p:nvPr/>
        </p:nvSpPr>
        <p:spPr>
          <a:xfrm>
            <a:off x="2726859" y="1602275"/>
            <a:ext cx="11929664" cy="4998100"/>
          </a:xfrm>
          <a:prstGeom prst="rect">
            <a:avLst/>
          </a:prstGeom>
        </p:spPr>
        <p:txBody>
          <a:bodyPr vert="horz" wrap="square" lIns="0" tIns="0" rIns="0" bIns="0" rtlCol="0">
            <a:spAutoFit/>
          </a:bodyPr>
          <a:lstStyle/>
          <a:p>
            <a:pPr marL="37746" algn="l" defTabSz="2717688" rtl="0"/>
            <a:r>
              <a:rPr sz="4161" kern="1200" spc="30" dirty="0">
                <a:solidFill>
                  <a:srgbClr val="FFFFFF"/>
                </a:solidFill>
                <a:latin typeface="Arial"/>
                <a:ea typeface="+mn-ea"/>
                <a:cs typeface="Arial"/>
              </a:rPr>
              <a:t>Program </a:t>
            </a:r>
            <a:r>
              <a:rPr sz="4161" kern="1200" spc="15" dirty="0">
                <a:solidFill>
                  <a:srgbClr val="FFFFFF"/>
                </a:solidFill>
                <a:latin typeface="Arial"/>
                <a:ea typeface="+mn-ea"/>
                <a:cs typeface="Arial"/>
              </a:rPr>
              <a:t>vs.</a:t>
            </a:r>
            <a:r>
              <a:rPr sz="4161" kern="1200" spc="134" dirty="0">
                <a:solidFill>
                  <a:srgbClr val="FFFFFF"/>
                </a:solidFill>
                <a:latin typeface="Arial"/>
                <a:ea typeface="+mn-ea"/>
                <a:cs typeface="Arial"/>
              </a:rPr>
              <a:t> </a:t>
            </a:r>
            <a:r>
              <a:rPr sz="4161" kern="1200" spc="45" dirty="0">
                <a:solidFill>
                  <a:srgbClr val="FFFFFF"/>
                </a:solidFill>
                <a:latin typeface="Arial"/>
                <a:ea typeface="+mn-ea"/>
                <a:cs typeface="Arial"/>
              </a:rPr>
              <a:t>process</a:t>
            </a:r>
            <a:endParaRPr sz="4161" kern="1200" dirty="0">
              <a:solidFill>
                <a:prstClr val="black"/>
              </a:solidFill>
              <a:latin typeface="Arial"/>
              <a:ea typeface="+mn-ea"/>
              <a:cs typeface="Arial"/>
            </a:endParaRPr>
          </a:p>
          <a:p>
            <a:pPr algn="l" defTabSz="2717688" rtl="0">
              <a:spcBef>
                <a:spcPts val="74"/>
              </a:spcBef>
            </a:pPr>
            <a:endParaRPr sz="4458" kern="1200" dirty="0">
              <a:solidFill>
                <a:prstClr val="black"/>
              </a:solidFill>
              <a:latin typeface="Times New Roman"/>
              <a:ea typeface="+mn-ea"/>
              <a:cs typeface="Times New Roman"/>
            </a:endParaRPr>
          </a:p>
          <a:p>
            <a:pPr marL="1458870" algn="l" defTabSz="2717688" rtl="0"/>
            <a:r>
              <a:rPr sz="3121" kern="1200" spc="-30" dirty="0">
                <a:solidFill>
                  <a:prstClr val="black"/>
                </a:solidFill>
                <a:latin typeface="Arial"/>
                <a:ea typeface="+mn-ea"/>
                <a:cs typeface="Arial"/>
              </a:rPr>
              <a:t>A </a:t>
            </a:r>
            <a:r>
              <a:rPr sz="3121" i="1" kern="1200" spc="-30" dirty="0">
                <a:solidFill>
                  <a:prstClr val="black"/>
                </a:solidFill>
                <a:highlight>
                  <a:srgbClr val="FFFF00"/>
                </a:highlight>
                <a:latin typeface="Arial"/>
                <a:ea typeface="+mn-ea"/>
                <a:cs typeface="Arial"/>
              </a:rPr>
              <a:t>program</a:t>
            </a:r>
            <a:r>
              <a:rPr sz="3121" i="1" kern="1200" spc="-30" dirty="0">
                <a:solidFill>
                  <a:prstClr val="black"/>
                </a:solidFill>
                <a:latin typeface="Arial"/>
                <a:ea typeface="+mn-ea"/>
                <a:cs typeface="Arial"/>
              </a:rPr>
              <a:t> </a:t>
            </a:r>
            <a:r>
              <a:rPr sz="3121" kern="1200" spc="-15" dirty="0">
                <a:solidFill>
                  <a:prstClr val="black"/>
                </a:solidFill>
                <a:latin typeface="Arial"/>
                <a:ea typeface="+mn-ea"/>
                <a:cs typeface="Arial"/>
              </a:rPr>
              <a:t>is an </a:t>
            </a:r>
            <a:r>
              <a:rPr sz="3121" kern="1200" spc="-45" dirty="0">
                <a:solidFill>
                  <a:prstClr val="black"/>
                </a:solidFill>
                <a:latin typeface="Arial"/>
                <a:ea typeface="+mn-ea"/>
                <a:cs typeface="Arial"/>
              </a:rPr>
              <a:t>executable </a:t>
            </a:r>
            <a:r>
              <a:rPr sz="3121" kern="1200" spc="-15" dirty="0">
                <a:solidFill>
                  <a:prstClr val="black"/>
                </a:solidFill>
                <a:latin typeface="Arial"/>
                <a:ea typeface="+mn-ea"/>
                <a:cs typeface="Arial"/>
              </a:rPr>
              <a:t>file </a:t>
            </a:r>
            <a:r>
              <a:rPr sz="3121" kern="1200" spc="-15" dirty="0">
                <a:solidFill>
                  <a:prstClr val="black"/>
                </a:solidFill>
                <a:highlight>
                  <a:srgbClr val="FFFF00"/>
                </a:highlight>
                <a:latin typeface="Arial"/>
                <a:ea typeface="+mn-ea"/>
                <a:cs typeface="Arial"/>
              </a:rPr>
              <a:t>residing on a</a:t>
            </a:r>
            <a:r>
              <a:rPr sz="3121" kern="1200" spc="297" dirty="0">
                <a:solidFill>
                  <a:prstClr val="black"/>
                </a:solidFill>
                <a:highlight>
                  <a:srgbClr val="FFFF00"/>
                </a:highlight>
                <a:latin typeface="Arial"/>
                <a:ea typeface="+mn-ea"/>
                <a:cs typeface="Arial"/>
              </a:rPr>
              <a:t> </a:t>
            </a:r>
            <a:r>
              <a:rPr sz="3121" kern="1200" spc="-15" dirty="0">
                <a:solidFill>
                  <a:prstClr val="black"/>
                </a:solidFill>
                <a:highlight>
                  <a:srgbClr val="FFFF00"/>
                </a:highlight>
                <a:latin typeface="Arial"/>
                <a:ea typeface="+mn-ea"/>
                <a:cs typeface="Arial"/>
              </a:rPr>
              <a:t>disk</a:t>
            </a:r>
            <a:r>
              <a:rPr sz="3121" kern="1200" spc="-15" dirty="0">
                <a:solidFill>
                  <a:prstClr val="black"/>
                </a:solidFill>
                <a:latin typeface="Arial"/>
                <a:ea typeface="+mn-ea"/>
                <a:cs typeface="Arial"/>
              </a:rPr>
              <a:t>.</a:t>
            </a:r>
            <a:endParaRPr sz="3121" kern="1200" dirty="0">
              <a:solidFill>
                <a:prstClr val="black"/>
              </a:solidFill>
              <a:latin typeface="Arial"/>
              <a:ea typeface="+mn-ea"/>
              <a:cs typeface="Arial"/>
            </a:endParaRPr>
          </a:p>
          <a:p>
            <a:pPr marL="1458870" marR="15098" algn="l" defTabSz="2717688" rtl="0">
              <a:lnSpc>
                <a:spcPct val="102600"/>
              </a:lnSpc>
            </a:pPr>
            <a:r>
              <a:rPr sz="3121" kern="1200" spc="-30" dirty="0">
                <a:solidFill>
                  <a:prstClr val="black"/>
                </a:solidFill>
                <a:latin typeface="Arial"/>
                <a:ea typeface="+mn-ea"/>
                <a:cs typeface="Arial"/>
              </a:rPr>
              <a:t>A </a:t>
            </a:r>
            <a:r>
              <a:rPr sz="3121" i="1" kern="1200" spc="-15" dirty="0">
                <a:solidFill>
                  <a:prstClr val="black"/>
                </a:solidFill>
                <a:highlight>
                  <a:srgbClr val="FFFF00"/>
                </a:highlight>
                <a:latin typeface="Arial"/>
                <a:ea typeface="+mn-ea"/>
                <a:cs typeface="Arial"/>
              </a:rPr>
              <a:t>process</a:t>
            </a:r>
            <a:r>
              <a:rPr sz="3121" i="1" kern="1200" spc="-15" dirty="0">
                <a:solidFill>
                  <a:prstClr val="black"/>
                </a:solidFill>
                <a:latin typeface="Arial"/>
                <a:ea typeface="+mn-ea"/>
                <a:cs typeface="Arial"/>
              </a:rPr>
              <a:t> </a:t>
            </a:r>
            <a:r>
              <a:rPr sz="3121" kern="1200" spc="-15" dirty="0">
                <a:solidFill>
                  <a:prstClr val="black"/>
                </a:solidFill>
                <a:latin typeface="Arial"/>
                <a:ea typeface="+mn-ea"/>
                <a:cs typeface="Arial"/>
              </a:rPr>
              <a:t>is an </a:t>
            </a:r>
            <a:r>
              <a:rPr sz="3121" kern="1200" spc="-45" dirty="0">
                <a:solidFill>
                  <a:prstClr val="black"/>
                </a:solidFill>
                <a:highlight>
                  <a:srgbClr val="FFFF00"/>
                </a:highlight>
                <a:latin typeface="Arial"/>
                <a:ea typeface="+mn-ea"/>
                <a:cs typeface="Arial"/>
              </a:rPr>
              <a:t>executing </a:t>
            </a:r>
            <a:r>
              <a:rPr sz="3121" kern="1200" spc="-15" dirty="0">
                <a:solidFill>
                  <a:prstClr val="black"/>
                </a:solidFill>
                <a:highlight>
                  <a:srgbClr val="FFFF00"/>
                </a:highlight>
                <a:latin typeface="Arial"/>
                <a:ea typeface="+mn-ea"/>
                <a:cs typeface="Arial"/>
              </a:rPr>
              <a:t>(running) </a:t>
            </a:r>
            <a:r>
              <a:rPr sz="3121" kern="1200" spc="-30" dirty="0">
                <a:solidFill>
                  <a:prstClr val="black"/>
                </a:solidFill>
                <a:highlight>
                  <a:srgbClr val="FFFF00"/>
                </a:highlight>
                <a:latin typeface="Arial"/>
                <a:ea typeface="+mn-ea"/>
                <a:cs typeface="Arial"/>
              </a:rPr>
              <a:t>program</a:t>
            </a:r>
            <a:r>
              <a:rPr sz="3121" kern="1200" spc="-30" dirty="0">
                <a:solidFill>
                  <a:prstClr val="black"/>
                </a:solidFill>
                <a:latin typeface="Arial"/>
                <a:ea typeface="+mn-ea"/>
                <a:cs typeface="Arial"/>
              </a:rPr>
              <a:t>, </a:t>
            </a:r>
            <a:r>
              <a:rPr sz="3121" kern="1200" spc="-15" dirty="0">
                <a:solidFill>
                  <a:prstClr val="black"/>
                </a:solidFill>
                <a:latin typeface="Arial"/>
                <a:ea typeface="+mn-ea"/>
                <a:cs typeface="Arial"/>
              </a:rPr>
              <a:t>usually with  a limited</a:t>
            </a:r>
            <a:r>
              <a:rPr sz="3121" kern="1200" spc="-163" dirty="0">
                <a:solidFill>
                  <a:prstClr val="black"/>
                </a:solidFill>
                <a:latin typeface="Arial"/>
                <a:ea typeface="+mn-ea"/>
                <a:cs typeface="Arial"/>
              </a:rPr>
              <a:t> </a:t>
            </a:r>
            <a:r>
              <a:rPr sz="3121" kern="1200" spc="-30" dirty="0">
                <a:solidFill>
                  <a:prstClr val="black"/>
                </a:solidFill>
                <a:latin typeface="Arial"/>
                <a:ea typeface="+mn-ea"/>
                <a:cs typeface="Arial"/>
              </a:rPr>
              <a:t>life-time.</a:t>
            </a:r>
            <a:endParaRPr sz="3121" kern="1200" dirty="0">
              <a:solidFill>
                <a:prstClr val="black"/>
              </a:solidFill>
              <a:latin typeface="Arial"/>
              <a:ea typeface="+mn-ea"/>
              <a:cs typeface="Arial"/>
            </a:endParaRPr>
          </a:p>
          <a:p>
            <a:pPr marL="1458870" algn="l" defTabSz="2717688" rtl="0">
              <a:spcBef>
                <a:spcPts val="104"/>
              </a:spcBef>
            </a:pPr>
            <a:r>
              <a:rPr sz="3121" kern="1200" spc="-15" dirty="0">
                <a:solidFill>
                  <a:prstClr val="black"/>
                </a:solidFill>
                <a:latin typeface="Arial"/>
                <a:ea typeface="+mn-ea"/>
                <a:cs typeface="Arial"/>
              </a:rPr>
              <a:t>Note that sometimes a process is called</a:t>
            </a:r>
            <a:r>
              <a:rPr sz="3121" kern="1200" spc="89" dirty="0">
                <a:solidFill>
                  <a:prstClr val="black"/>
                </a:solidFill>
                <a:latin typeface="Arial"/>
                <a:ea typeface="+mn-ea"/>
                <a:cs typeface="Arial"/>
              </a:rPr>
              <a:t> </a:t>
            </a:r>
            <a:r>
              <a:rPr sz="3121" i="1" kern="1200" spc="-15" dirty="0">
                <a:solidFill>
                  <a:prstClr val="black"/>
                </a:solidFill>
                <a:highlight>
                  <a:srgbClr val="FFFF00"/>
                </a:highlight>
                <a:latin typeface="Arial"/>
                <a:ea typeface="+mn-ea"/>
                <a:cs typeface="Arial"/>
              </a:rPr>
              <a:t>task</a:t>
            </a:r>
            <a:r>
              <a:rPr sz="3121" kern="1200" spc="-15" dirty="0">
                <a:solidFill>
                  <a:prstClr val="black"/>
                </a:solidFill>
                <a:highlight>
                  <a:srgbClr val="FFFF00"/>
                </a:highlight>
                <a:latin typeface="Arial"/>
                <a:ea typeface="+mn-ea"/>
                <a:cs typeface="Arial"/>
              </a:rPr>
              <a:t>.</a:t>
            </a:r>
            <a:endParaRPr sz="3121" kern="1200" dirty="0">
              <a:solidFill>
                <a:prstClr val="black"/>
              </a:solidFill>
              <a:highlight>
                <a:srgbClr val="FFFF00"/>
              </a:highlight>
              <a:latin typeface="Arial"/>
              <a:ea typeface="+mn-ea"/>
              <a:cs typeface="Arial"/>
            </a:endParaRPr>
          </a:p>
          <a:p>
            <a:pPr algn="l" defTabSz="2717688" rtl="0">
              <a:spcBef>
                <a:spcPts val="119"/>
              </a:spcBef>
            </a:pPr>
            <a:endParaRPr sz="3864" kern="1200" dirty="0">
              <a:solidFill>
                <a:prstClr val="black"/>
              </a:solidFill>
              <a:latin typeface="Times New Roman"/>
              <a:ea typeface="+mn-ea"/>
              <a:cs typeface="Times New Roman"/>
            </a:endParaRPr>
          </a:p>
          <a:p>
            <a:pPr marL="636015" algn="l" defTabSz="2717688" rtl="0"/>
            <a:r>
              <a:rPr sz="3121" kern="1200" dirty="0">
                <a:solidFill>
                  <a:srgbClr val="FFFFFF"/>
                </a:solidFill>
                <a:latin typeface="Arial"/>
                <a:ea typeface="+mn-ea"/>
                <a:cs typeface="Arial"/>
              </a:rPr>
              <a:t>Important</a:t>
            </a:r>
            <a:r>
              <a:rPr sz="3121" kern="1200" spc="-253" dirty="0">
                <a:solidFill>
                  <a:srgbClr val="FFFFFF"/>
                </a:solidFill>
                <a:latin typeface="Arial"/>
                <a:ea typeface="+mn-ea"/>
                <a:cs typeface="Arial"/>
              </a:rPr>
              <a:t> </a:t>
            </a:r>
            <a:r>
              <a:rPr sz="3121" kern="1200" spc="-15" dirty="0">
                <a:solidFill>
                  <a:srgbClr val="FFFFFF"/>
                </a:solidFill>
                <a:latin typeface="Arial"/>
                <a:ea typeface="+mn-ea"/>
                <a:cs typeface="Arial"/>
              </a:rPr>
              <a:t>notion</a:t>
            </a:r>
            <a:endParaRPr sz="3121" kern="1200" dirty="0">
              <a:solidFill>
                <a:prstClr val="black"/>
              </a:solidFill>
              <a:latin typeface="Arial"/>
              <a:ea typeface="+mn-ea"/>
              <a:cs typeface="Arial"/>
            </a:endParaRPr>
          </a:p>
          <a:p>
            <a:pPr marL="636015" algn="l" defTabSz="2717688" rtl="0">
              <a:spcBef>
                <a:spcPts val="1011"/>
              </a:spcBef>
            </a:pPr>
            <a:r>
              <a:rPr sz="3121" kern="1200" spc="-30" dirty="0">
                <a:solidFill>
                  <a:prstClr val="black"/>
                </a:solidFill>
                <a:highlight>
                  <a:srgbClr val="FFFF00"/>
                </a:highlight>
                <a:latin typeface="Arial"/>
                <a:ea typeface="+mn-ea"/>
                <a:cs typeface="Arial"/>
              </a:rPr>
              <a:t>An </a:t>
            </a:r>
            <a:r>
              <a:rPr sz="3121" kern="1200" spc="-45" dirty="0">
                <a:solidFill>
                  <a:prstClr val="black"/>
                </a:solidFill>
                <a:highlight>
                  <a:srgbClr val="FFFF00"/>
                </a:highlight>
                <a:latin typeface="Arial"/>
                <a:ea typeface="+mn-ea"/>
                <a:cs typeface="Arial"/>
              </a:rPr>
              <a:t>executing </a:t>
            </a:r>
            <a:r>
              <a:rPr sz="3121" kern="1200" spc="-30" dirty="0">
                <a:solidFill>
                  <a:prstClr val="black"/>
                </a:solidFill>
                <a:highlight>
                  <a:srgbClr val="FFFF00"/>
                </a:highlight>
                <a:latin typeface="Arial"/>
                <a:ea typeface="+mn-ea"/>
                <a:cs typeface="Arial"/>
              </a:rPr>
              <a:t>program </a:t>
            </a:r>
            <a:r>
              <a:rPr sz="3121" i="1" kern="1200" spc="-30" dirty="0">
                <a:solidFill>
                  <a:prstClr val="black"/>
                </a:solidFill>
                <a:latin typeface="Arial"/>
                <a:ea typeface="+mn-ea"/>
                <a:cs typeface="Arial"/>
              </a:rPr>
              <a:t>→ </a:t>
            </a:r>
            <a:r>
              <a:rPr sz="3121" kern="1200" spc="-15" dirty="0">
                <a:solidFill>
                  <a:prstClr val="black"/>
                </a:solidFill>
                <a:latin typeface="Arial"/>
                <a:ea typeface="+mn-ea"/>
                <a:cs typeface="Arial"/>
              </a:rPr>
              <a:t>a</a:t>
            </a:r>
            <a:r>
              <a:rPr sz="3121" kern="1200" spc="134" dirty="0">
                <a:solidFill>
                  <a:prstClr val="black"/>
                </a:solidFill>
                <a:latin typeface="Arial"/>
                <a:ea typeface="+mn-ea"/>
                <a:cs typeface="Arial"/>
              </a:rPr>
              <a:t> </a:t>
            </a:r>
            <a:r>
              <a:rPr sz="3121" i="1" kern="1200" spc="-15" dirty="0">
                <a:solidFill>
                  <a:prstClr val="black"/>
                </a:solidFill>
                <a:latin typeface="Arial"/>
                <a:ea typeface="+mn-ea"/>
                <a:cs typeface="Arial"/>
              </a:rPr>
              <a:t>process</a:t>
            </a:r>
            <a:r>
              <a:rPr sz="3121" kern="1200" spc="-15" dirty="0">
                <a:solidFill>
                  <a:prstClr val="black"/>
                </a:solidFill>
                <a:latin typeface="Arial"/>
                <a:ea typeface="+mn-ea"/>
                <a:cs typeface="Arial"/>
              </a:rPr>
              <a:t>.</a:t>
            </a:r>
            <a:endParaRPr sz="3121" kern="1200" dirty="0">
              <a:solidFill>
                <a:prstClr val="black"/>
              </a:solidFill>
              <a:latin typeface="Arial"/>
              <a:ea typeface="+mn-ea"/>
              <a:cs typeface="Arial"/>
            </a:endParaRPr>
          </a:p>
        </p:txBody>
      </p:sp>
      <p:sp>
        <p:nvSpPr>
          <p:cNvPr id="35" name="object 35"/>
          <p:cNvSpPr/>
          <p:nvPr/>
        </p:nvSpPr>
        <p:spPr>
          <a:xfrm>
            <a:off x="2293082" y="9837158"/>
            <a:ext cx="6849035" cy="435968"/>
          </a:xfrm>
          <a:custGeom>
            <a:avLst/>
            <a:gdLst/>
            <a:ahLst/>
            <a:cxnLst/>
            <a:rect l="l" t="t" r="r" b="b"/>
            <a:pathLst>
              <a:path w="2304415" h="146685">
                <a:moveTo>
                  <a:pt x="0" y="146405"/>
                </a:moveTo>
                <a:lnTo>
                  <a:pt x="2303995" y="146405"/>
                </a:lnTo>
                <a:lnTo>
                  <a:pt x="2303995" y="0"/>
                </a:lnTo>
                <a:lnTo>
                  <a:pt x="0" y="0"/>
                </a:lnTo>
                <a:lnTo>
                  <a:pt x="0" y="146405"/>
                </a:lnTo>
                <a:close/>
              </a:path>
            </a:pathLst>
          </a:custGeom>
          <a:solidFill>
            <a:srgbClr val="000000"/>
          </a:solid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36" name="object 36"/>
          <p:cNvSpPr/>
          <p:nvPr/>
        </p:nvSpPr>
        <p:spPr>
          <a:xfrm>
            <a:off x="9140869" y="9837158"/>
            <a:ext cx="9138817" cy="435968"/>
          </a:xfrm>
          <a:custGeom>
            <a:avLst/>
            <a:gdLst/>
            <a:ahLst/>
            <a:cxnLst/>
            <a:rect l="l" t="t" r="r" b="b"/>
            <a:pathLst>
              <a:path w="2304415" h="146685">
                <a:moveTo>
                  <a:pt x="0" y="146405"/>
                </a:moveTo>
                <a:lnTo>
                  <a:pt x="2303995" y="146405"/>
                </a:lnTo>
                <a:lnTo>
                  <a:pt x="2303995" y="0"/>
                </a:lnTo>
                <a:lnTo>
                  <a:pt x="0" y="0"/>
                </a:lnTo>
                <a:lnTo>
                  <a:pt x="0" y="146405"/>
                </a:lnTo>
                <a:close/>
              </a:path>
            </a:pathLst>
          </a:custGeom>
          <a:solidFill>
            <a:srgbClr val="3333B2"/>
          </a:solidFill>
        </p:spPr>
        <p:txBody>
          <a:bodyPr wrap="square" lIns="0" tIns="0" rIns="0" bIns="0" rtlCol="0"/>
          <a:lstStyle/>
          <a:p>
            <a:pPr algn="l" defTabSz="2717688" rtl="0"/>
            <a:endParaRPr sz="5350" kern="1200">
              <a:solidFill>
                <a:prstClr val="black"/>
              </a:solidFill>
              <a:latin typeface="Calibri"/>
              <a:ea typeface="+mn-ea"/>
              <a:cs typeface="+mn-cs"/>
            </a:endParaRPr>
          </a:p>
        </p:txBody>
      </p:sp>
      <p:sp>
        <p:nvSpPr>
          <p:cNvPr id="37" name="object 37"/>
          <p:cNvSpPr txBox="1">
            <a:spLocks noGrp="1"/>
          </p:cNvSpPr>
          <p:nvPr>
            <p:ph type="dt" sz="half" idx="6"/>
          </p:nvPr>
        </p:nvSpPr>
        <p:spPr>
          <a:xfrm>
            <a:off x="8472661" y="9885356"/>
            <a:ext cx="2584501" cy="299145"/>
          </a:xfrm>
          <a:prstGeom prst="rect">
            <a:avLst/>
          </a:prstGeom>
        </p:spPr>
        <p:txBody>
          <a:bodyPr vert="horz" wrap="square" lIns="0" tIns="24535" rIns="0" bIns="0" rtlCol="0">
            <a:spAutoFit/>
          </a:bodyPr>
          <a:lstStyle/>
          <a:p>
            <a:pPr marL="37746" algn="l" defTabSz="2717688" rtl="0">
              <a:spcBef>
                <a:spcPts val="193"/>
              </a:spcBef>
            </a:pPr>
            <a:r>
              <a:rPr lang="en-US" kern="1200" spc="-15">
                <a:solidFill>
                  <a:prstClr val="white"/>
                </a:solidFill>
                <a:ea typeface="+mn-ea"/>
              </a:rPr>
              <a:t>Process Control I</a:t>
            </a:r>
            <a:endParaRPr kern="1200" spc="-15" dirty="0">
              <a:solidFill>
                <a:prstClr val="white"/>
              </a:solidFill>
              <a:ea typeface="+mn-ea"/>
            </a:endParaRPr>
          </a:p>
        </p:txBody>
      </p:sp>
      <p:sp>
        <p:nvSpPr>
          <p:cNvPr id="39" name="Slide Number Placeholder 38">
            <a:extLst>
              <a:ext uri="{FF2B5EF4-FFF2-40B4-BE49-F238E27FC236}">
                <a16:creationId xmlns:a16="http://schemas.microsoft.com/office/drawing/2014/main" id="{7C527B95-EAF3-4DC1-9029-5A94CC97B7D1}"/>
              </a:ext>
            </a:extLst>
          </p:cNvPr>
          <p:cNvSpPr>
            <a:spLocks noGrp="1"/>
          </p:cNvSpPr>
          <p:nvPr>
            <p:ph type="sldNum" sz="quarter" idx="7"/>
          </p:nvPr>
        </p:nvSpPr>
        <p:spPr/>
        <p:txBody>
          <a:bodyPr/>
          <a:lstStyle/>
          <a:p>
            <a:pPr defTabSz="2717688" rtl="0"/>
            <a:fld id="{B6F15528-21DE-4FAA-801E-634DDDAF4B2B}" type="slidenum">
              <a:rPr lang="en-CA" kern="1200">
                <a:solidFill>
                  <a:prstClr val="white"/>
                </a:solidFill>
                <a:latin typeface="Calibri"/>
                <a:ea typeface="+mn-ea"/>
                <a:cs typeface="+mn-cs"/>
              </a:rPr>
              <a:pPr defTabSz="2717688" rtl="0"/>
              <a:t>8</a:t>
            </a:fld>
            <a:endParaRPr lang="en-CA" kern="1200">
              <a:solidFill>
                <a:prstClr val="white"/>
              </a:solidFill>
              <a:latin typeface="Calibri"/>
              <a:ea typeface="+mn-ea"/>
              <a:cs typeface="+mn-cs"/>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24D13-5D4D-E1BB-2E55-2DB92279CAC2}"/>
            </a:ext>
          </a:extLst>
        </p:cNvPr>
        <p:cNvGrpSpPr/>
        <p:nvPr/>
      </p:nvGrpSpPr>
      <p:grpSpPr>
        <a:xfrm>
          <a:off x="0" y="0"/>
          <a:ext cx="0" cy="0"/>
          <a:chOff x="0" y="0"/>
          <a:chExt cx="0" cy="0"/>
        </a:xfrm>
      </p:grpSpPr>
      <p:sp>
        <p:nvSpPr>
          <p:cNvPr id="4" name="Title 7">
            <a:extLst>
              <a:ext uri="{FF2B5EF4-FFF2-40B4-BE49-F238E27FC236}">
                <a16:creationId xmlns:a16="http://schemas.microsoft.com/office/drawing/2014/main" id="{90ECCFFC-3F88-FDDE-E5D5-31A682E30D89}"/>
              </a:ext>
            </a:extLst>
          </p:cNvPr>
          <p:cNvSpPr txBox="1">
            <a:spLocks/>
          </p:cNvSpPr>
          <p:nvPr/>
        </p:nvSpPr>
        <p:spPr>
          <a:xfrm>
            <a:off x="1760697" y="4846500"/>
            <a:ext cx="14364000" cy="594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371600">
              <a:defRPr/>
            </a:pPr>
            <a:r>
              <a:rPr lang="en-US" sz="4800" dirty="0">
                <a:solidFill>
                  <a:srgbClr val="0070C0"/>
                </a:solidFill>
                <a:latin typeface="Calibri Light" panose="020F0302020204030204"/>
              </a:rPr>
              <a:t>Processes vs Threads</a:t>
            </a:r>
            <a:endParaRPr lang="en-US" sz="4800" dirty="0">
              <a:solidFill>
                <a:srgbClr val="000000"/>
              </a:solidFill>
              <a:latin typeface="Calibri Light" panose="020F0302020204030204"/>
            </a:endParaRPr>
          </a:p>
        </p:txBody>
      </p:sp>
    </p:spTree>
    <p:extLst>
      <p:ext uri="{BB962C8B-B14F-4D97-AF65-F5344CB8AC3E}">
        <p14:creationId xmlns:p14="http://schemas.microsoft.com/office/powerpoint/2010/main" val="35586812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1E5D-D694-57B5-6084-303D9F30E198}"/>
              </a:ext>
            </a:extLst>
          </p:cNvPr>
          <p:cNvSpPr>
            <a:spLocks noGrp="1"/>
          </p:cNvSpPr>
          <p:nvPr>
            <p:ph type="title"/>
          </p:nvPr>
        </p:nvSpPr>
        <p:spPr/>
        <p:txBody>
          <a:bodyPr/>
          <a:lstStyle/>
          <a:p>
            <a:r>
              <a:rPr lang="en-US" sz="3200" dirty="0"/>
              <a:t>Process vs. Threads</a:t>
            </a:r>
          </a:p>
        </p:txBody>
      </p:sp>
      <p:sp>
        <p:nvSpPr>
          <p:cNvPr id="3" name="Content Placeholder 2">
            <a:extLst>
              <a:ext uri="{FF2B5EF4-FFF2-40B4-BE49-F238E27FC236}">
                <a16:creationId xmlns:a16="http://schemas.microsoft.com/office/drawing/2014/main" id="{56EA641D-ABF6-7694-3E8D-9B74DEE587FA}"/>
              </a:ext>
            </a:extLst>
          </p:cNvPr>
          <p:cNvSpPr>
            <a:spLocks noGrp="1"/>
          </p:cNvSpPr>
          <p:nvPr>
            <p:ph type="body" sz="quarter" idx="10"/>
          </p:nvPr>
        </p:nvSpPr>
        <p:spPr/>
        <p:txBody>
          <a:bodyPr>
            <a:normAutofit/>
          </a:bodyPr>
          <a:lstStyle/>
          <a:p>
            <a:r>
              <a:rPr lang="en-US" sz="2800" dirty="0"/>
              <a:t>What is the difference between multiple process and multiple threads?</a:t>
            </a:r>
          </a:p>
        </p:txBody>
      </p:sp>
    </p:spTree>
    <p:extLst>
      <p:ext uri="{BB962C8B-B14F-4D97-AF65-F5344CB8AC3E}">
        <p14:creationId xmlns:p14="http://schemas.microsoft.com/office/powerpoint/2010/main" val="3114255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31574-F770-0BF5-1051-24D573CBCB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987200-C257-50AC-6EE3-D2C2AC047968}"/>
              </a:ext>
            </a:extLst>
          </p:cNvPr>
          <p:cNvSpPr>
            <a:spLocks noGrp="1"/>
          </p:cNvSpPr>
          <p:nvPr>
            <p:ph type="title"/>
          </p:nvPr>
        </p:nvSpPr>
        <p:spPr/>
        <p:txBody>
          <a:bodyPr/>
          <a:lstStyle/>
          <a:p>
            <a:r>
              <a:rPr lang="en-US" sz="3200" dirty="0"/>
              <a:t>Process vs. Threads</a:t>
            </a:r>
          </a:p>
        </p:txBody>
      </p:sp>
      <p:sp>
        <p:nvSpPr>
          <p:cNvPr id="3" name="Content Placeholder 2">
            <a:extLst>
              <a:ext uri="{FF2B5EF4-FFF2-40B4-BE49-F238E27FC236}">
                <a16:creationId xmlns:a16="http://schemas.microsoft.com/office/drawing/2014/main" id="{CA5EDE98-1037-6E10-711C-86A97F8D78C2}"/>
              </a:ext>
            </a:extLst>
          </p:cNvPr>
          <p:cNvSpPr>
            <a:spLocks noGrp="1"/>
          </p:cNvSpPr>
          <p:nvPr>
            <p:ph type="body" sz="quarter" idx="10"/>
          </p:nvPr>
        </p:nvSpPr>
        <p:spPr/>
        <p:txBody>
          <a:bodyPr>
            <a:normAutofit/>
          </a:bodyPr>
          <a:lstStyle/>
          <a:p>
            <a:r>
              <a:rPr lang="en-US" sz="2800" dirty="0"/>
              <a:t>What is the difference between multiple process and multiple threads?</a:t>
            </a:r>
          </a:p>
          <a:p>
            <a:pPr lvl="1"/>
            <a:r>
              <a:rPr lang="en-US" sz="2400" dirty="0"/>
              <a:t>Each process has a complete set of its own variables</a:t>
            </a:r>
          </a:p>
          <a:p>
            <a:pPr lvl="1"/>
            <a:r>
              <a:rPr lang="en-US" sz="2400" dirty="0"/>
              <a:t>Threads share the same data.</a:t>
            </a:r>
          </a:p>
          <a:p>
            <a:pPr lvl="1"/>
            <a:r>
              <a:rPr lang="en-US" sz="2400" dirty="0"/>
              <a:t>Communication between threads is more efficient and easier to program because of shared variables.</a:t>
            </a:r>
          </a:p>
          <a:p>
            <a:pPr lvl="1"/>
            <a:r>
              <a:rPr lang="en-US" sz="2400" dirty="0"/>
              <a:t>Threads are more lightweight than processes.</a:t>
            </a:r>
          </a:p>
        </p:txBody>
      </p:sp>
      <p:pic>
        <p:nvPicPr>
          <p:cNvPr id="1026" name="Picture 2" descr="UNIX Threads">
            <a:extLst>
              <a:ext uri="{FF2B5EF4-FFF2-40B4-BE49-F238E27FC236}">
                <a16:creationId xmlns:a16="http://schemas.microsoft.com/office/drawing/2014/main" id="{76259BF6-D286-DDE0-5080-132B1CA1FB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8449" y="4381500"/>
            <a:ext cx="7559498" cy="4655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1754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AB1D1-3C34-F8BD-3FCB-2A67E49FADAE}"/>
            </a:ext>
          </a:extLst>
        </p:cNvPr>
        <p:cNvGrpSpPr/>
        <p:nvPr/>
      </p:nvGrpSpPr>
      <p:grpSpPr>
        <a:xfrm>
          <a:off x="0" y="0"/>
          <a:ext cx="0" cy="0"/>
          <a:chOff x="0" y="0"/>
          <a:chExt cx="0" cy="0"/>
        </a:xfrm>
      </p:grpSpPr>
      <p:sp>
        <p:nvSpPr>
          <p:cNvPr id="4" name="Title 7">
            <a:extLst>
              <a:ext uri="{FF2B5EF4-FFF2-40B4-BE49-F238E27FC236}">
                <a16:creationId xmlns:a16="http://schemas.microsoft.com/office/drawing/2014/main" id="{6B106C8F-22C0-3396-1F1E-7629304C37B3}"/>
              </a:ext>
            </a:extLst>
          </p:cNvPr>
          <p:cNvSpPr txBox="1">
            <a:spLocks/>
          </p:cNvSpPr>
          <p:nvPr/>
        </p:nvSpPr>
        <p:spPr>
          <a:xfrm>
            <a:off x="1760697" y="4846500"/>
            <a:ext cx="14364000" cy="594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371600">
              <a:defRPr/>
            </a:pPr>
            <a:r>
              <a:rPr lang="en-US" sz="4800" dirty="0">
                <a:solidFill>
                  <a:srgbClr val="0070C0"/>
                </a:solidFill>
                <a:latin typeface="Calibri Light" panose="020F0302020204030204"/>
              </a:rPr>
              <a:t>Multithreading</a:t>
            </a:r>
            <a:endParaRPr lang="en-US" sz="4800" dirty="0">
              <a:solidFill>
                <a:srgbClr val="000000"/>
              </a:solidFill>
              <a:latin typeface="Calibri Light" panose="020F0302020204030204"/>
            </a:endParaRPr>
          </a:p>
        </p:txBody>
      </p:sp>
    </p:spTree>
    <p:extLst>
      <p:ext uri="{BB962C8B-B14F-4D97-AF65-F5344CB8AC3E}">
        <p14:creationId xmlns:p14="http://schemas.microsoft.com/office/powerpoint/2010/main" val="10854287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1D0F0-5C25-89E5-92AA-ED5CFC0115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5792B3-F0E3-54AF-D698-8DA3D52CB887}"/>
              </a:ext>
            </a:extLst>
          </p:cNvPr>
          <p:cNvSpPr>
            <a:spLocks noGrp="1"/>
          </p:cNvSpPr>
          <p:nvPr>
            <p:ph type="title"/>
          </p:nvPr>
        </p:nvSpPr>
        <p:spPr/>
        <p:txBody>
          <a:bodyPr/>
          <a:lstStyle/>
          <a:p>
            <a:r>
              <a:rPr lang="en-US" sz="3200" dirty="0"/>
              <a:t>Why is Multithreading useful?</a:t>
            </a:r>
          </a:p>
        </p:txBody>
      </p:sp>
      <p:sp>
        <p:nvSpPr>
          <p:cNvPr id="3" name="Content Placeholder 2">
            <a:extLst>
              <a:ext uri="{FF2B5EF4-FFF2-40B4-BE49-F238E27FC236}">
                <a16:creationId xmlns:a16="http://schemas.microsoft.com/office/drawing/2014/main" id="{18E84702-4C3D-B52E-A8CC-3E52C0759C8A}"/>
              </a:ext>
            </a:extLst>
          </p:cNvPr>
          <p:cNvSpPr>
            <a:spLocks noGrp="1"/>
          </p:cNvSpPr>
          <p:nvPr>
            <p:ph type="body" sz="quarter" idx="10"/>
          </p:nvPr>
        </p:nvSpPr>
        <p:spPr/>
        <p:txBody>
          <a:bodyPr>
            <a:normAutofit/>
          </a:bodyPr>
          <a:lstStyle/>
          <a:p>
            <a:r>
              <a:rPr lang="en-US" sz="2800" dirty="0"/>
              <a:t>We can perform multiple tasks at the same time.</a:t>
            </a:r>
            <a:br>
              <a:rPr lang="en-US" sz="2800" dirty="0"/>
            </a:br>
            <a:endParaRPr lang="en-US" sz="2800" dirty="0"/>
          </a:p>
        </p:txBody>
      </p:sp>
    </p:spTree>
    <p:extLst>
      <p:ext uri="{BB962C8B-B14F-4D97-AF65-F5344CB8AC3E}">
        <p14:creationId xmlns:p14="http://schemas.microsoft.com/office/powerpoint/2010/main" val="597805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CB2E4-F1DD-2374-52DA-14DDFC9B2D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E8C15D-886D-84FD-AC8E-3A3C6BF417FA}"/>
              </a:ext>
            </a:extLst>
          </p:cNvPr>
          <p:cNvSpPr>
            <a:spLocks noGrp="1"/>
          </p:cNvSpPr>
          <p:nvPr>
            <p:ph type="title"/>
          </p:nvPr>
        </p:nvSpPr>
        <p:spPr/>
        <p:txBody>
          <a:bodyPr/>
          <a:lstStyle/>
          <a:p>
            <a:r>
              <a:rPr lang="en-US" dirty="0"/>
              <a:t>Why is Multithreading useful?</a:t>
            </a:r>
          </a:p>
        </p:txBody>
      </p:sp>
      <p:sp>
        <p:nvSpPr>
          <p:cNvPr id="3" name="Content Placeholder 2">
            <a:extLst>
              <a:ext uri="{FF2B5EF4-FFF2-40B4-BE49-F238E27FC236}">
                <a16:creationId xmlns:a16="http://schemas.microsoft.com/office/drawing/2014/main" id="{DAA957DB-4D85-D67A-67E2-B54ABE65EBFE}"/>
              </a:ext>
            </a:extLst>
          </p:cNvPr>
          <p:cNvSpPr>
            <a:spLocks noGrp="1"/>
          </p:cNvSpPr>
          <p:nvPr>
            <p:ph type="body" sz="quarter" idx="10"/>
          </p:nvPr>
        </p:nvSpPr>
        <p:spPr/>
        <p:txBody>
          <a:bodyPr>
            <a:normAutofit/>
          </a:bodyPr>
          <a:lstStyle/>
          <a:p>
            <a:r>
              <a:rPr lang="en-US" sz="2800" dirty="0"/>
              <a:t>We can perform multiple tasks at the same time.</a:t>
            </a:r>
          </a:p>
          <a:p>
            <a:r>
              <a:rPr lang="en-US" sz="2800" dirty="0">
                <a:solidFill>
                  <a:srgbClr val="FF0000"/>
                </a:solidFill>
                <a:cs typeface="Times New Roman" panose="02020603050405020304" pitchFamily="18" charset="0"/>
              </a:rPr>
              <a:t>Example:</a:t>
            </a:r>
          </a:p>
          <a:p>
            <a:pPr lvl="1"/>
            <a:r>
              <a:rPr lang="en-US" sz="2400" dirty="0"/>
              <a:t>A browser can download multiple webpages.</a:t>
            </a:r>
          </a:p>
          <a:p>
            <a:pPr lvl="1"/>
            <a:r>
              <a:rPr lang="en-US" sz="2400" dirty="0"/>
              <a:t>A web server can serve requests coming from different users.</a:t>
            </a:r>
          </a:p>
          <a:p>
            <a:pPr lvl="1"/>
            <a:r>
              <a:rPr lang="en-US" sz="2400" dirty="0"/>
              <a:t>Graphical User Interface programs have a separate thread for collecting user interface events from the host operating system.</a:t>
            </a:r>
          </a:p>
        </p:txBody>
      </p:sp>
      <p:pic>
        <p:nvPicPr>
          <p:cNvPr id="2052" name="Picture 4" descr="How to manage too many browser tabs in Chrome, Firefox, Brave, and Vivaldi">
            <a:extLst>
              <a:ext uri="{FF2B5EF4-FFF2-40B4-BE49-F238E27FC236}">
                <a16:creationId xmlns:a16="http://schemas.microsoft.com/office/drawing/2014/main" id="{6E242AFE-9934-05C7-AAAF-2C335EF2352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35740" y="5562672"/>
            <a:ext cx="5486400" cy="30861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21CD97D-8432-3C41-1B0C-AD380FB6C255}"/>
              </a:ext>
            </a:extLst>
          </p:cNvPr>
          <p:cNvPicPr>
            <a:picLocks noChangeAspect="1"/>
          </p:cNvPicPr>
          <p:nvPr/>
        </p:nvPicPr>
        <p:blipFill>
          <a:blip r:embed="rId3"/>
          <a:stretch>
            <a:fillRect/>
          </a:stretch>
        </p:blipFill>
        <p:spPr>
          <a:xfrm>
            <a:off x="9501334" y="6038557"/>
            <a:ext cx="6605441" cy="2610215"/>
          </a:xfrm>
          <a:prstGeom prst="rect">
            <a:avLst/>
          </a:prstGeom>
        </p:spPr>
      </p:pic>
    </p:spTree>
    <p:extLst>
      <p:ext uri="{BB962C8B-B14F-4D97-AF65-F5344CB8AC3E}">
        <p14:creationId xmlns:p14="http://schemas.microsoft.com/office/powerpoint/2010/main" val="2797325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C576F-658E-65A7-388A-4FCDDBE1D965}"/>
            </a:ext>
          </a:extLst>
        </p:cNvPr>
        <p:cNvGrpSpPr/>
        <p:nvPr/>
      </p:nvGrpSpPr>
      <p:grpSpPr>
        <a:xfrm>
          <a:off x="0" y="0"/>
          <a:ext cx="0" cy="0"/>
          <a:chOff x="0" y="0"/>
          <a:chExt cx="0" cy="0"/>
        </a:xfrm>
      </p:grpSpPr>
      <p:sp>
        <p:nvSpPr>
          <p:cNvPr id="4" name="Title 7">
            <a:extLst>
              <a:ext uri="{FF2B5EF4-FFF2-40B4-BE49-F238E27FC236}">
                <a16:creationId xmlns:a16="http://schemas.microsoft.com/office/drawing/2014/main" id="{FBD2F0C3-A539-BAC5-F8E2-2CAC956D38F2}"/>
              </a:ext>
            </a:extLst>
          </p:cNvPr>
          <p:cNvSpPr txBox="1">
            <a:spLocks/>
          </p:cNvSpPr>
          <p:nvPr/>
        </p:nvSpPr>
        <p:spPr>
          <a:xfrm>
            <a:off x="1760697" y="4846500"/>
            <a:ext cx="14364000" cy="594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371600">
              <a:defRPr/>
            </a:pPr>
            <a:r>
              <a:rPr lang="en-US" sz="4800" dirty="0">
                <a:solidFill>
                  <a:srgbClr val="0070C0"/>
                </a:solidFill>
                <a:latin typeface="Calibri Light" panose="020F0302020204030204"/>
              </a:rPr>
              <a:t>Threads</a:t>
            </a:r>
            <a:endParaRPr lang="en-US" sz="4800" dirty="0">
              <a:solidFill>
                <a:srgbClr val="000000"/>
              </a:solidFill>
              <a:latin typeface="Calibri Light" panose="020F0302020204030204"/>
            </a:endParaRPr>
          </a:p>
        </p:txBody>
      </p:sp>
    </p:spTree>
    <p:extLst>
      <p:ext uri="{BB962C8B-B14F-4D97-AF65-F5344CB8AC3E}">
        <p14:creationId xmlns:p14="http://schemas.microsoft.com/office/powerpoint/2010/main" val="2904381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01AFD-70A6-6B3D-991D-132E529FDB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BE398-9E80-EEC5-4912-CB85807E4DCF}"/>
              </a:ext>
            </a:extLst>
          </p:cNvPr>
          <p:cNvSpPr>
            <a:spLocks noGrp="1"/>
          </p:cNvSpPr>
          <p:nvPr>
            <p:ph type="title"/>
          </p:nvPr>
        </p:nvSpPr>
        <p:spPr/>
        <p:txBody>
          <a:bodyPr/>
          <a:lstStyle/>
          <a:p>
            <a:r>
              <a:rPr lang="en-US" dirty="0"/>
              <a:t>What is a thread?</a:t>
            </a:r>
          </a:p>
        </p:txBody>
      </p:sp>
      <p:sp>
        <p:nvSpPr>
          <p:cNvPr id="3" name="Content Placeholder 2">
            <a:extLst>
              <a:ext uri="{FF2B5EF4-FFF2-40B4-BE49-F238E27FC236}">
                <a16:creationId xmlns:a16="http://schemas.microsoft.com/office/drawing/2014/main" id="{BAC695C4-506B-4713-97C4-7EDD55305CC1}"/>
              </a:ext>
            </a:extLst>
          </p:cNvPr>
          <p:cNvSpPr>
            <a:spLocks noGrp="1"/>
          </p:cNvSpPr>
          <p:nvPr>
            <p:ph type="body" sz="quarter" idx="10"/>
          </p:nvPr>
        </p:nvSpPr>
        <p:spPr/>
        <p:txBody>
          <a:bodyPr>
            <a:normAutofit/>
          </a:bodyPr>
          <a:lstStyle/>
          <a:p>
            <a:r>
              <a:rPr lang="en-CA" sz="2800" b="0" i="0" dirty="0">
                <a:effectLst/>
              </a:rPr>
              <a:t>A </a:t>
            </a:r>
            <a:r>
              <a:rPr lang="en-CA" sz="2800" b="1" i="0" dirty="0">
                <a:effectLst/>
              </a:rPr>
              <a:t>thread</a:t>
            </a:r>
            <a:r>
              <a:rPr lang="en-CA" sz="2800" b="0" i="0" dirty="0">
                <a:effectLst/>
              </a:rPr>
              <a:t> of </a:t>
            </a:r>
            <a:r>
              <a:rPr lang="en-CA" sz="2800" b="0" i="0" u="none" strike="noStrike" dirty="0">
                <a:effectLst/>
                <a:hlinkClick r:id="rId3" tooltip="Execution (computing)">
                  <a:extLst>
                    <a:ext uri="{A12FA001-AC4F-418D-AE19-62706E023703}">
                      <ahyp:hlinkClr xmlns:ahyp="http://schemas.microsoft.com/office/drawing/2018/hyperlinkcolor" val="tx"/>
                    </a:ext>
                  </a:extLst>
                </a:hlinkClick>
              </a:rPr>
              <a:t>execution</a:t>
            </a:r>
            <a:r>
              <a:rPr lang="en-CA" sz="2800" b="0" i="0" dirty="0">
                <a:effectLst/>
              </a:rPr>
              <a:t> is the smallest sequence of programmed instructions that can be managed independently by a </a:t>
            </a:r>
            <a:r>
              <a:rPr lang="en-CA" sz="2800" b="0" i="0" u="none" strike="noStrike" dirty="0">
                <a:effectLst/>
                <a:hlinkClick r:id="rId4" tooltip="Scheduling (computing)">
                  <a:extLst>
                    <a:ext uri="{A12FA001-AC4F-418D-AE19-62706E023703}">
                      <ahyp:hlinkClr xmlns:ahyp="http://schemas.microsoft.com/office/drawing/2018/hyperlinkcolor" val="tx"/>
                    </a:ext>
                  </a:extLst>
                </a:hlinkClick>
              </a:rPr>
              <a:t>scheduler</a:t>
            </a:r>
            <a:r>
              <a:rPr lang="en-CA" sz="2800" b="0" i="0" dirty="0">
                <a:effectLst/>
              </a:rPr>
              <a:t>, which is typically a part of the </a:t>
            </a:r>
            <a:r>
              <a:rPr lang="en-CA" sz="2800" b="0" i="0" u="none" strike="noStrike" dirty="0">
                <a:effectLst/>
                <a:hlinkClick r:id="rId5" tooltip="Operating system">
                  <a:extLst>
                    <a:ext uri="{A12FA001-AC4F-418D-AE19-62706E023703}">
                      <ahyp:hlinkClr xmlns:ahyp="http://schemas.microsoft.com/office/drawing/2018/hyperlinkcolor" val="tx"/>
                    </a:ext>
                  </a:extLst>
                </a:hlinkClick>
              </a:rPr>
              <a:t>operating system</a:t>
            </a:r>
            <a:r>
              <a:rPr lang="en-CA" sz="2800" b="0" i="0" dirty="0">
                <a:effectLst/>
              </a:rPr>
              <a:t>.</a:t>
            </a:r>
          </a:p>
          <a:p>
            <a:r>
              <a:rPr lang="en-CA" sz="2800" b="0" i="0" dirty="0">
                <a:effectLst/>
              </a:rPr>
              <a:t>In many cases, a thread is a component of a </a:t>
            </a:r>
            <a:r>
              <a:rPr lang="en-CA" sz="2800" b="0" i="0" u="none" strike="noStrike" dirty="0">
                <a:effectLst/>
                <a:hlinkClick r:id="rId6" tooltip="Process (computing)">
                  <a:extLst>
                    <a:ext uri="{A12FA001-AC4F-418D-AE19-62706E023703}">
                      <ahyp:hlinkClr xmlns:ahyp="http://schemas.microsoft.com/office/drawing/2018/hyperlinkcolor" val="tx"/>
                    </a:ext>
                  </a:extLst>
                </a:hlinkClick>
              </a:rPr>
              <a:t>process</a:t>
            </a:r>
            <a:r>
              <a:rPr lang="en-CA" sz="2800" b="0" i="0" dirty="0">
                <a:effectLst/>
              </a:rPr>
              <a:t>.</a:t>
            </a:r>
            <a:endParaRPr lang="en-US" sz="2800" dirty="0"/>
          </a:p>
        </p:txBody>
      </p:sp>
      <p:pic>
        <p:nvPicPr>
          <p:cNvPr id="4098" name="Picture 2">
            <a:extLst>
              <a:ext uri="{FF2B5EF4-FFF2-40B4-BE49-F238E27FC236}">
                <a16:creationId xmlns:a16="http://schemas.microsoft.com/office/drawing/2014/main" id="{333D5BA1-8BF0-BD6B-D49A-47DA3B4FEF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29425" y="4289613"/>
            <a:ext cx="4191000" cy="39624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AF41BD8-00DF-806C-5554-2092EB4875F3}"/>
              </a:ext>
            </a:extLst>
          </p:cNvPr>
          <p:cNvSpPr/>
          <p:nvPr/>
        </p:nvSpPr>
        <p:spPr>
          <a:xfrm>
            <a:off x="3593360" y="8399654"/>
            <a:ext cx="10663130" cy="4719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The capability of running threads concurrently is called multithreading</a:t>
            </a:r>
          </a:p>
        </p:txBody>
      </p:sp>
    </p:spTree>
    <p:extLst>
      <p:ext uri="{BB962C8B-B14F-4D97-AF65-F5344CB8AC3E}">
        <p14:creationId xmlns:p14="http://schemas.microsoft.com/office/powerpoint/2010/main" val="707960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91D4B-DEB9-8A62-944F-63B9B34E2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7E10ED-B2C4-2F32-3ED0-054398019640}"/>
              </a:ext>
            </a:extLst>
          </p:cNvPr>
          <p:cNvSpPr>
            <a:spLocks noGrp="1"/>
          </p:cNvSpPr>
          <p:nvPr>
            <p:ph type="title"/>
          </p:nvPr>
        </p:nvSpPr>
        <p:spPr/>
        <p:txBody>
          <a:bodyPr/>
          <a:lstStyle/>
          <a:p>
            <a:r>
              <a:rPr lang="en-US" sz="3200" dirty="0"/>
              <a:t>Creating</a:t>
            </a:r>
            <a:r>
              <a:rPr lang="en-US" dirty="0"/>
              <a:t> a Thread in Java</a:t>
            </a:r>
          </a:p>
        </p:txBody>
      </p:sp>
      <p:sp>
        <p:nvSpPr>
          <p:cNvPr id="3" name="Content Placeholder 2">
            <a:extLst>
              <a:ext uri="{FF2B5EF4-FFF2-40B4-BE49-F238E27FC236}">
                <a16:creationId xmlns:a16="http://schemas.microsoft.com/office/drawing/2014/main" id="{A07E2851-3E47-64BF-F324-D1D42391E4E8}"/>
              </a:ext>
            </a:extLst>
          </p:cNvPr>
          <p:cNvSpPr>
            <a:spLocks noGrp="1"/>
          </p:cNvSpPr>
          <p:nvPr>
            <p:ph type="body" sz="quarter" idx="10"/>
          </p:nvPr>
        </p:nvSpPr>
        <p:spPr/>
        <p:txBody>
          <a:bodyPr>
            <a:normAutofit/>
          </a:bodyPr>
          <a:lstStyle/>
          <a:p>
            <a:pPr marL="0" indent="0">
              <a:buNone/>
            </a:pPr>
            <a:r>
              <a:rPr lang="en-CA" sz="2800" dirty="0">
                <a:latin typeface="Consolas" panose="020B0609020204030204" pitchFamily="49" charset="0"/>
              </a:rPr>
              <a:t>public interface Runnable { </a:t>
            </a:r>
          </a:p>
          <a:p>
            <a:pPr marL="0" indent="0">
              <a:buNone/>
            </a:pPr>
            <a:r>
              <a:rPr lang="en-CA" sz="2800" dirty="0">
                <a:latin typeface="Consolas" panose="020B0609020204030204" pitchFamily="49" charset="0"/>
              </a:rPr>
              <a:t>	void run(); </a:t>
            </a:r>
          </a:p>
          <a:p>
            <a:pPr marL="0" indent="0">
              <a:buNone/>
            </a:pPr>
            <a:r>
              <a:rPr lang="en-CA" sz="2800" dirty="0">
                <a:latin typeface="Consolas" panose="020B0609020204030204" pitchFamily="49" charset="0"/>
              </a:rPr>
              <a:t>}</a:t>
            </a:r>
            <a:endParaRPr lang="en-US" sz="2800" dirty="0">
              <a:latin typeface="Consolas" panose="020B0609020204030204" pitchFamily="49" charset="0"/>
            </a:endParaRPr>
          </a:p>
          <a:p>
            <a:pPr marL="0" indent="0">
              <a:buNone/>
            </a:pPr>
            <a:endParaRPr lang="en-US" sz="2800" dirty="0"/>
          </a:p>
          <a:p>
            <a:r>
              <a:rPr lang="en-US" sz="2800" dirty="0"/>
              <a:t>The Runnable interface describes the tasks you need to run in a thread</a:t>
            </a:r>
          </a:p>
          <a:p>
            <a:r>
              <a:rPr lang="en-US" sz="2800" dirty="0"/>
              <a:t>Multiple threads can concurrently on different cores or time slices on the same core</a:t>
            </a:r>
          </a:p>
          <a:p>
            <a:endParaRPr lang="en-US" sz="2800" dirty="0">
              <a:latin typeface="Consolas" panose="020B0609020204030204" pitchFamily="49" charset="0"/>
            </a:endParaRPr>
          </a:p>
        </p:txBody>
      </p:sp>
    </p:spTree>
    <p:extLst>
      <p:ext uri="{BB962C8B-B14F-4D97-AF65-F5344CB8AC3E}">
        <p14:creationId xmlns:p14="http://schemas.microsoft.com/office/powerpoint/2010/main" val="6175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31FBF-B55A-4E0F-16F7-B718BE2F64E4}"/>
            </a:ext>
          </a:extLst>
        </p:cNvPr>
        <p:cNvGrpSpPr/>
        <p:nvPr/>
      </p:nvGrpSpPr>
      <p:grpSpPr>
        <a:xfrm>
          <a:off x="0" y="0"/>
          <a:ext cx="0" cy="0"/>
          <a:chOff x="0" y="0"/>
          <a:chExt cx="0" cy="0"/>
        </a:xfrm>
      </p:grpSpPr>
      <p:pic>
        <p:nvPicPr>
          <p:cNvPr id="5" name="Picture 4" descr="A screenshot of a computer program&#10;&#10;Description automatically generated">
            <a:extLst>
              <a:ext uri="{FF2B5EF4-FFF2-40B4-BE49-F238E27FC236}">
                <a16:creationId xmlns:a16="http://schemas.microsoft.com/office/drawing/2014/main" id="{55C174EA-E2CE-E0FA-A6C9-DE3E8919D2F8}"/>
              </a:ext>
            </a:extLst>
          </p:cNvPr>
          <p:cNvPicPr>
            <a:picLocks noChangeAspect="1"/>
          </p:cNvPicPr>
          <p:nvPr/>
        </p:nvPicPr>
        <p:blipFill>
          <a:blip r:embed="rId3"/>
          <a:stretch>
            <a:fillRect/>
          </a:stretch>
        </p:blipFill>
        <p:spPr>
          <a:xfrm>
            <a:off x="1738386" y="1676023"/>
            <a:ext cx="6796014" cy="7342651"/>
          </a:xfrm>
          <a:prstGeom prst="rect">
            <a:avLst/>
          </a:prstGeom>
          <a:ln w="25400">
            <a:solidFill>
              <a:schemeClr val="tx1"/>
            </a:solidFill>
          </a:ln>
        </p:spPr>
      </p:pic>
      <p:pic>
        <p:nvPicPr>
          <p:cNvPr id="7" name="Picture 6" descr="A screenshot of a computer program&#10;&#10;Description automatically generated">
            <a:extLst>
              <a:ext uri="{FF2B5EF4-FFF2-40B4-BE49-F238E27FC236}">
                <a16:creationId xmlns:a16="http://schemas.microsoft.com/office/drawing/2014/main" id="{2C54E99D-1943-F7B0-ABF1-48DAC00C7A66}"/>
              </a:ext>
            </a:extLst>
          </p:cNvPr>
          <p:cNvPicPr>
            <a:picLocks noChangeAspect="1"/>
          </p:cNvPicPr>
          <p:nvPr/>
        </p:nvPicPr>
        <p:blipFill>
          <a:blip r:embed="rId4"/>
          <a:stretch>
            <a:fillRect/>
          </a:stretch>
        </p:blipFill>
        <p:spPr>
          <a:xfrm>
            <a:off x="8936645" y="1698072"/>
            <a:ext cx="7173647" cy="7305948"/>
          </a:xfrm>
          <a:prstGeom prst="rect">
            <a:avLst/>
          </a:prstGeom>
          <a:ln w="19050">
            <a:solidFill>
              <a:schemeClr val="tx1"/>
            </a:solidFill>
          </a:ln>
        </p:spPr>
      </p:pic>
      <p:sp>
        <p:nvSpPr>
          <p:cNvPr id="2" name="Title 1">
            <a:extLst>
              <a:ext uri="{FF2B5EF4-FFF2-40B4-BE49-F238E27FC236}">
                <a16:creationId xmlns:a16="http://schemas.microsoft.com/office/drawing/2014/main" id="{FB093098-6524-E99F-4BA0-A87E9E2C72D2}"/>
              </a:ext>
            </a:extLst>
          </p:cNvPr>
          <p:cNvSpPr>
            <a:spLocks noGrp="1"/>
          </p:cNvSpPr>
          <p:nvPr>
            <p:ph type="title"/>
          </p:nvPr>
        </p:nvSpPr>
        <p:spPr/>
        <p:txBody>
          <a:bodyPr/>
          <a:lstStyle/>
          <a:p>
            <a:r>
              <a:rPr lang="en-US" dirty="0"/>
              <a:t>Banking: Concurrency needed</a:t>
            </a:r>
            <a:endParaRPr lang="en-CA" dirty="0"/>
          </a:p>
        </p:txBody>
      </p:sp>
      <p:sp>
        <p:nvSpPr>
          <p:cNvPr id="3" name="Text Placeholder 2">
            <a:extLst>
              <a:ext uri="{FF2B5EF4-FFF2-40B4-BE49-F238E27FC236}">
                <a16:creationId xmlns:a16="http://schemas.microsoft.com/office/drawing/2014/main" id="{826DDE1A-9BC8-69B9-FC27-2A5278043A35}"/>
              </a:ext>
            </a:extLst>
          </p:cNvPr>
          <p:cNvSpPr>
            <a:spLocks noGrp="1"/>
          </p:cNvSpPr>
          <p:nvPr>
            <p:ph type="body" sz="quarter" idx="10"/>
          </p:nvPr>
        </p:nvSpPr>
        <p:spPr/>
        <p:txBody>
          <a:bodyPr/>
          <a:lstStyle/>
          <a:p>
            <a:endParaRPr lang="en-CA" dirty="0"/>
          </a:p>
        </p:txBody>
      </p:sp>
    </p:spTree>
    <p:extLst>
      <p:ext uri="{BB962C8B-B14F-4D97-AF65-F5344CB8AC3E}">
        <p14:creationId xmlns:p14="http://schemas.microsoft.com/office/powerpoint/2010/main" val="4112248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23208-0B98-BB65-2481-6B004D9F03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1508DD-8A9F-EA5B-6DF4-67D8451BBCBB}"/>
              </a:ext>
            </a:extLst>
          </p:cNvPr>
          <p:cNvSpPr>
            <a:spLocks noGrp="1"/>
          </p:cNvSpPr>
          <p:nvPr>
            <p:ph type="title"/>
          </p:nvPr>
        </p:nvSpPr>
        <p:spPr/>
        <p:txBody>
          <a:bodyPr>
            <a:normAutofit/>
          </a:bodyPr>
          <a:lstStyle/>
          <a:p>
            <a:r>
              <a:rPr lang="en-US" sz="5400" dirty="0">
                <a:solidFill>
                  <a:srgbClr val="0070C0"/>
                </a:solidFill>
              </a:rPr>
              <a:t>Part II</a:t>
            </a:r>
            <a:br>
              <a:rPr lang="en-US" sz="5400" dirty="0">
                <a:solidFill>
                  <a:srgbClr val="0070C0"/>
                </a:solidFill>
              </a:rPr>
            </a:br>
            <a:r>
              <a:rPr lang="en-US" sz="5400" dirty="0">
                <a:solidFill>
                  <a:srgbClr val="0070C0"/>
                </a:solidFill>
              </a:rPr>
              <a:t>The Lifecycle of a Thread</a:t>
            </a:r>
          </a:p>
        </p:txBody>
      </p:sp>
      <p:sp>
        <p:nvSpPr>
          <p:cNvPr id="3" name="Text Placeholder 2">
            <a:extLst>
              <a:ext uri="{FF2B5EF4-FFF2-40B4-BE49-F238E27FC236}">
                <a16:creationId xmlns:a16="http://schemas.microsoft.com/office/drawing/2014/main" id="{9EFA76D6-609F-A4E8-E2C7-34F006C443DC}"/>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13678926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5D16C-5BB0-9105-EFF3-71ADEE273CF5}"/>
            </a:ext>
          </a:extLst>
        </p:cNvPr>
        <p:cNvGrpSpPr/>
        <p:nvPr/>
      </p:nvGrpSpPr>
      <p:grpSpPr>
        <a:xfrm>
          <a:off x="0" y="0"/>
          <a:ext cx="0" cy="0"/>
          <a:chOff x="0" y="0"/>
          <a:chExt cx="0" cy="0"/>
        </a:xfrm>
      </p:grpSpPr>
      <p:sp>
        <p:nvSpPr>
          <p:cNvPr id="4" name="Title 7">
            <a:extLst>
              <a:ext uri="{FF2B5EF4-FFF2-40B4-BE49-F238E27FC236}">
                <a16:creationId xmlns:a16="http://schemas.microsoft.com/office/drawing/2014/main" id="{5FE5EA36-5054-0B99-07F4-2640775C60C4}"/>
              </a:ext>
            </a:extLst>
          </p:cNvPr>
          <p:cNvSpPr txBox="1">
            <a:spLocks/>
          </p:cNvSpPr>
          <p:nvPr/>
        </p:nvSpPr>
        <p:spPr>
          <a:xfrm>
            <a:off x="1760697" y="4846500"/>
            <a:ext cx="14364000" cy="594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371600">
              <a:defRPr/>
            </a:pPr>
            <a:r>
              <a:rPr lang="en-US" sz="4800" dirty="0">
                <a:solidFill>
                  <a:srgbClr val="0070C0"/>
                </a:solidFill>
                <a:latin typeface="Calibri Light" panose="020F0302020204030204"/>
              </a:rPr>
              <a:t>Thread States</a:t>
            </a:r>
            <a:endParaRPr lang="en-US" sz="4800" dirty="0">
              <a:solidFill>
                <a:srgbClr val="000000"/>
              </a:solidFill>
              <a:latin typeface="Calibri Light" panose="020F0302020204030204"/>
            </a:endParaRPr>
          </a:p>
        </p:txBody>
      </p:sp>
    </p:spTree>
    <p:extLst>
      <p:ext uri="{BB962C8B-B14F-4D97-AF65-F5344CB8AC3E}">
        <p14:creationId xmlns:p14="http://schemas.microsoft.com/office/powerpoint/2010/main" val="3077542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B7D3-CF59-B8D6-1BED-2C00B375C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EF5A0-7923-1B27-5D9E-61BCF11106B4}"/>
              </a:ext>
            </a:extLst>
          </p:cNvPr>
          <p:cNvSpPr>
            <a:spLocks noGrp="1"/>
          </p:cNvSpPr>
          <p:nvPr>
            <p:ph type="title"/>
          </p:nvPr>
        </p:nvSpPr>
        <p:spPr/>
        <p:txBody>
          <a:bodyPr/>
          <a:lstStyle/>
          <a:p>
            <a:r>
              <a:rPr lang="en-US" sz="3200" dirty="0"/>
              <a:t>Life Cycle of a Thread</a:t>
            </a:r>
          </a:p>
        </p:txBody>
      </p:sp>
      <p:sp>
        <p:nvSpPr>
          <p:cNvPr id="3" name="Content Placeholder 2">
            <a:extLst>
              <a:ext uri="{FF2B5EF4-FFF2-40B4-BE49-F238E27FC236}">
                <a16:creationId xmlns:a16="http://schemas.microsoft.com/office/drawing/2014/main" id="{BA85FD0E-0281-752F-BD8F-A4425E54C6DD}"/>
              </a:ext>
            </a:extLst>
          </p:cNvPr>
          <p:cNvSpPr>
            <a:spLocks noGrp="1"/>
          </p:cNvSpPr>
          <p:nvPr>
            <p:ph type="body" sz="quarter" idx="10"/>
          </p:nvPr>
        </p:nvSpPr>
        <p:spPr/>
        <p:txBody>
          <a:bodyPr>
            <a:normAutofit/>
          </a:bodyPr>
          <a:lstStyle/>
          <a:p>
            <a:r>
              <a:rPr lang="en-US" sz="2800" dirty="0"/>
              <a:t>A thread can be in one of the six states:</a:t>
            </a:r>
          </a:p>
          <a:p>
            <a:pPr lvl="1"/>
            <a:r>
              <a:rPr lang="en-US" sz="2600" dirty="0"/>
              <a:t>New</a:t>
            </a:r>
          </a:p>
          <a:p>
            <a:pPr lvl="1"/>
            <a:r>
              <a:rPr lang="en-US" sz="2600" dirty="0"/>
              <a:t>Runnable</a:t>
            </a:r>
          </a:p>
          <a:p>
            <a:pPr lvl="1"/>
            <a:r>
              <a:rPr lang="en-US" sz="2600" dirty="0"/>
              <a:t>Blocked</a:t>
            </a:r>
          </a:p>
          <a:p>
            <a:pPr lvl="1"/>
            <a:r>
              <a:rPr lang="en-US" sz="2600" dirty="0"/>
              <a:t>Waiting</a:t>
            </a:r>
          </a:p>
          <a:p>
            <a:pPr lvl="1"/>
            <a:r>
              <a:rPr lang="en-US" sz="2600" dirty="0"/>
              <a:t>Timed Waiting</a:t>
            </a:r>
          </a:p>
          <a:p>
            <a:pPr lvl="1"/>
            <a:r>
              <a:rPr lang="en-US" sz="2600" dirty="0"/>
              <a:t>Terminated</a:t>
            </a:r>
          </a:p>
        </p:txBody>
      </p:sp>
    </p:spTree>
    <p:extLst>
      <p:ext uri="{BB962C8B-B14F-4D97-AF65-F5344CB8AC3E}">
        <p14:creationId xmlns:p14="http://schemas.microsoft.com/office/powerpoint/2010/main" val="3763261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10EB7-155F-B031-A618-FA4FE5D22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B0B49-6952-3122-BEC1-7CC5B82C4645}"/>
              </a:ext>
            </a:extLst>
          </p:cNvPr>
          <p:cNvSpPr>
            <a:spLocks noGrp="1"/>
          </p:cNvSpPr>
          <p:nvPr>
            <p:ph type="title"/>
          </p:nvPr>
        </p:nvSpPr>
        <p:spPr/>
        <p:txBody>
          <a:bodyPr vert="horz" lIns="91425" tIns="91425" rIns="91425" bIns="91425" rtlCol="0" anchor="ctr" anchorCtr="0">
            <a:noAutofit/>
          </a:bodyPr>
          <a:lstStyle/>
          <a:p>
            <a:r>
              <a:rPr lang="en-US" sz="3200" dirty="0"/>
              <a:t>Life Cycle of a Thread</a:t>
            </a:r>
          </a:p>
        </p:txBody>
      </p:sp>
      <p:sp>
        <p:nvSpPr>
          <p:cNvPr id="3" name="Text Placeholder 2">
            <a:extLst>
              <a:ext uri="{FF2B5EF4-FFF2-40B4-BE49-F238E27FC236}">
                <a16:creationId xmlns:a16="http://schemas.microsoft.com/office/drawing/2014/main" id="{1F7E9856-8E95-C346-C4C2-CE732B057101}"/>
              </a:ext>
            </a:extLst>
          </p:cNvPr>
          <p:cNvSpPr>
            <a:spLocks noGrp="1"/>
          </p:cNvSpPr>
          <p:nvPr>
            <p:ph type="body" sz="quarter" idx="10"/>
          </p:nvPr>
        </p:nvSpPr>
        <p:spPr/>
        <p:txBody>
          <a:bodyPr/>
          <a:lstStyle/>
          <a:p>
            <a:r>
              <a:rPr lang="en-US" sz="2800" dirty="0"/>
              <a:t>A thread can be in one of the six states:</a:t>
            </a:r>
          </a:p>
          <a:p>
            <a:pPr lvl="1"/>
            <a:r>
              <a:rPr lang="en-US" sz="2600" dirty="0"/>
              <a:t>New</a:t>
            </a:r>
          </a:p>
          <a:p>
            <a:pPr lvl="1"/>
            <a:r>
              <a:rPr lang="en-US" sz="2600" dirty="0"/>
              <a:t>Runnable</a:t>
            </a:r>
          </a:p>
          <a:p>
            <a:pPr lvl="1"/>
            <a:r>
              <a:rPr lang="en-US" sz="2600" dirty="0"/>
              <a:t>Blocked</a:t>
            </a:r>
          </a:p>
          <a:p>
            <a:pPr lvl="1"/>
            <a:r>
              <a:rPr lang="en-US" sz="2600" dirty="0"/>
              <a:t>Waiting</a:t>
            </a:r>
          </a:p>
          <a:p>
            <a:pPr lvl="1"/>
            <a:r>
              <a:rPr lang="en-US" sz="2600" dirty="0"/>
              <a:t>Timed Waiting</a:t>
            </a:r>
          </a:p>
          <a:p>
            <a:pPr lvl="1"/>
            <a:r>
              <a:rPr lang="en-US" sz="2600" dirty="0"/>
              <a:t>Terminated</a:t>
            </a:r>
            <a:endParaRPr lang="en-CA" dirty="0"/>
          </a:p>
        </p:txBody>
      </p:sp>
      <p:pic>
        <p:nvPicPr>
          <p:cNvPr id="5" name="Content Placeholder 4" descr="A diagram of a process&#10;&#10;Description automatically generated">
            <a:extLst>
              <a:ext uri="{FF2B5EF4-FFF2-40B4-BE49-F238E27FC236}">
                <a16:creationId xmlns:a16="http://schemas.microsoft.com/office/drawing/2014/main" id="{22DA2ABD-175E-60F4-DC1E-8B1A150964FA}"/>
              </a:ext>
            </a:extLst>
          </p:cNvPr>
          <p:cNvPicPr>
            <a:picLocks noGrp="1" noChangeAspect="1"/>
          </p:cNvPicPr>
          <p:nvPr>
            <p:ph idx="4294967295"/>
          </p:nvPr>
        </p:nvPicPr>
        <p:blipFill>
          <a:blip r:embed="rId3"/>
          <a:stretch>
            <a:fillRect/>
          </a:stretch>
        </p:blipFill>
        <p:spPr>
          <a:xfrm>
            <a:off x="10922000" y="765175"/>
            <a:ext cx="7366000" cy="9345613"/>
          </a:xfrm>
        </p:spPr>
      </p:pic>
      <p:sp>
        <p:nvSpPr>
          <p:cNvPr id="9" name="TextBox 8">
            <a:extLst>
              <a:ext uri="{FF2B5EF4-FFF2-40B4-BE49-F238E27FC236}">
                <a16:creationId xmlns:a16="http://schemas.microsoft.com/office/drawing/2014/main" id="{12901BF6-F693-19BF-5FBF-4A91F2BB1BBB}"/>
              </a:ext>
            </a:extLst>
          </p:cNvPr>
          <p:cNvSpPr txBox="1"/>
          <p:nvPr/>
        </p:nvSpPr>
        <p:spPr>
          <a:xfrm>
            <a:off x="4724399" y="8080468"/>
            <a:ext cx="5181601" cy="954107"/>
          </a:xfrm>
          <a:prstGeom prst="rect">
            <a:avLst/>
          </a:prstGeom>
          <a:noFill/>
        </p:spPr>
        <p:txBody>
          <a:bodyPr wrap="square" rtlCol="0">
            <a:spAutoFit/>
          </a:bodyPr>
          <a:lstStyle/>
          <a:p>
            <a:r>
              <a:rPr lang="en-US" sz="2800" dirty="0">
                <a:solidFill>
                  <a:schemeClr val="accent2"/>
                </a:solidFill>
                <a:latin typeface="Consolas" panose="020B0609020204030204" pitchFamily="49" charset="0"/>
              </a:rPr>
              <a:t>Thread t = new Thread (…)</a:t>
            </a:r>
            <a:br>
              <a:rPr lang="en-US" sz="2800" dirty="0">
                <a:solidFill>
                  <a:schemeClr val="accent2"/>
                </a:solidFill>
                <a:latin typeface="Consolas" panose="020B0609020204030204" pitchFamily="49" charset="0"/>
              </a:rPr>
            </a:br>
            <a:r>
              <a:rPr lang="en-US" sz="2800" dirty="0" err="1">
                <a:solidFill>
                  <a:schemeClr val="accent2"/>
                </a:solidFill>
                <a:latin typeface="Consolas" panose="020B0609020204030204" pitchFamily="49" charset="0"/>
              </a:rPr>
              <a:t>t.setName</a:t>
            </a:r>
            <a:r>
              <a:rPr lang="en-US" sz="2800" dirty="0">
                <a:solidFill>
                  <a:schemeClr val="accent2"/>
                </a:solidFill>
                <a:latin typeface="Consolas" panose="020B0609020204030204" pitchFamily="49" charset="0"/>
              </a:rPr>
              <a:t>(“Task-1”);</a:t>
            </a:r>
          </a:p>
        </p:txBody>
      </p:sp>
      <p:cxnSp>
        <p:nvCxnSpPr>
          <p:cNvPr id="11" name="Straight Arrow Connector 10">
            <a:extLst>
              <a:ext uri="{FF2B5EF4-FFF2-40B4-BE49-F238E27FC236}">
                <a16:creationId xmlns:a16="http://schemas.microsoft.com/office/drawing/2014/main" id="{2B097D81-2C78-5E0B-FBCA-37F796FEFB0B}"/>
              </a:ext>
            </a:extLst>
          </p:cNvPr>
          <p:cNvCxnSpPr/>
          <p:nvPr/>
        </p:nvCxnSpPr>
        <p:spPr>
          <a:xfrm flipV="1">
            <a:off x="7375161" y="2158584"/>
            <a:ext cx="3665094" cy="592188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75344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512F0-BAFE-1232-9A05-4E74B59792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72AC38-F4CD-5226-8522-FADFC25C6967}"/>
              </a:ext>
            </a:extLst>
          </p:cNvPr>
          <p:cNvSpPr>
            <a:spLocks noGrp="1"/>
          </p:cNvSpPr>
          <p:nvPr>
            <p:ph type="title"/>
          </p:nvPr>
        </p:nvSpPr>
        <p:spPr/>
        <p:txBody>
          <a:bodyPr vert="horz" lIns="91425" tIns="91425" rIns="91425" bIns="91425" rtlCol="0" anchor="ctr" anchorCtr="0">
            <a:noAutofit/>
          </a:bodyPr>
          <a:lstStyle/>
          <a:p>
            <a:r>
              <a:rPr lang="en-US" sz="3200" dirty="0"/>
              <a:t>Life Cycle of a Thread</a:t>
            </a:r>
          </a:p>
        </p:txBody>
      </p:sp>
      <p:sp>
        <p:nvSpPr>
          <p:cNvPr id="6" name="Text Placeholder 5">
            <a:extLst>
              <a:ext uri="{FF2B5EF4-FFF2-40B4-BE49-F238E27FC236}">
                <a16:creationId xmlns:a16="http://schemas.microsoft.com/office/drawing/2014/main" id="{8F509A1F-FB1E-0AEC-FB98-74D09EBBA603}"/>
              </a:ext>
            </a:extLst>
          </p:cNvPr>
          <p:cNvSpPr>
            <a:spLocks noGrp="1"/>
          </p:cNvSpPr>
          <p:nvPr>
            <p:ph type="body" sz="quarter" idx="10"/>
          </p:nvPr>
        </p:nvSpPr>
        <p:spPr/>
        <p:txBody>
          <a:bodyPr/>
          <a:lstStyle/>
          <a:p>
            <a:r>
              <a:rPr lang="en-US" sz="2800" dirty="0"/>
              <a:t>A thread can be in one of the six states:</a:t>
            </a:r>
          </a:p>
          <a:p>
            <a:pPr lvl="1"/>
            <a:r>
              <a:rPr lang="en-US" sz="2600" dirty="0"/>
              <a:t>New</a:t>
            </a:r>
          </a:p>
          <a:p>
            <a:pPr lvl="1"/>
            <a:r>
              <a:rPr lang="en-US" sz="2600" dirty="0"/>
              <a:t>Runnable</a:t>
            </a:r>
          </a:p>
          <a:p>
            <a:pPr lvl="1"/>
            <a:r>
              <a:rPr lang="en-US" sz="2600" dirty="0"/>
              <a:t>Blocked</a:t>
            </a:r>
          </a:p>
          <a:p>
            <a:pPr lvl="1"/>
            <a:r>
              <a:rPr lang="en-US" sz="2600" dirty="0"/>
              <a:t>Waiting</a:t>
            </a:r>
          </a:p>
          <a:p>
            <a:pPr lvl="1"/>
            <a:r>
              <a:rPr lang="en-US" sz="2600" dirty="0"/>
              <a:t>Timed Waiting</a:t>
            </a:r>
          </a:p>
          <a:p>
            <a:pPr lvl="1"/>
            <a:r>
              <a:rPr lang="en-US" sz="2600" dirty="0"/>
              <a:t>Terminated</a:t>
            </a:r>
            <a:endParaRPr lang="en-CA" dirty="0"/>
          </a:p>
        </p:txBody>
      </p:sp>
      <p:pic>
        <p:nvPicPr>
          <p:cNvPr id="5" name="Content Placeholder 4" descr="A diagram of a process&#10;&#10;Description automatically generated">
            <a:extLst>
              <a:ext uri="{FF2B5EF4-FFF2-40B4-BE49-F238E27FC236}">
                <a16:creationId xmlns:a16="http://schemas.microsoft.com/office/drawing/2014/main" id="{B7DA57B5-24F0-6280-5797-A7A28F87A872}"/>
              </a:ext>
            </a:extLst>
          </p:cNvPr>
          <p:cNvPicPr>
            <a:picLocks noGrp="1" noChangeAspect="1"/>
          </p:cNvPicPr>
          <p:nvPr>
            <p:ph idx="4294967295"/>
          </p:nvPr>
        </p:nvPicPr>
        <p:blipFill>
          <a:blip r:embed="rId3"/>
          <a:stretch>
            <a:fillRect/>
          </a:stretch>
        </p:blipFill>
        <p:spPr>
          <a:xfrm>
            <a:off x="10922000" y="765175"/>
            <a:ext cx="7366000" cy="9345613"/>
          </a:xfrm>
        </p:spPr>
      </p:pic>
      <p:sp>
        <p:nvSpPr>
          <p:cNvPr id="9" name="TextBox 8">
            <a:extLst>
              <a:ext uri="{FF2B5EF4-FFF2-40B4-BE49-F238E27FC236}">
                <a16:creationId xmlns:a16="http://schemas.microsoft.com/office/drawing/2014/main" id="{9BE595EB-5AB7-0CD4-BC36-BE478C7F3EAD}"/>
              </a:ext>
            </a:extLst>
          </p:cNvPr>
          <p:cNvSpPr txBox="1"/>
          <p:nvPr/>
        </p:nvSpPr>
        <p:spPr>
          <a:xfrm>
            <a:off x="5738171" y="4730853"/>
            <a:ext cx="2156360" cy="523220"/>
          </a:xfrm>
          <a:prstGeom prst="rect">
            <a:avLst/>
          </a:prstGeom>
          <a:noFill/>
        </p:spPr>
        <p:txBody>
          <a:bodyPr wrap="none" rtlCol="0">
            <a:spAutoFit/>
          </a:bodyPr>
          <a:lstStyle/>
          <a:p>
            <a:r>
              <a:rPr lang="en-US" sz="2800" dirty="0" err="1">
                <a:solidFill>
                  <a:schemeClr val="accent2"/>
                </a:solidFill>
                <a:latin typeface="Consolas" panose="020B0609020204030204" pitchFamily="49" charset="0"/>
              </a:rPr>
              <a:t>t.start</a:t>
            </a:r>
            <a:r>
              <a:rPr lang="en-US" sz="2800" dirty="0">
                <a:solidFill>
                  <a:schemeClr val="accent2"/>
                </a:solidFill>
                <a:latin typeface="Consolas" panose="020B0609020204030204" pitchFamily="49" charset="0"/>
              </a:rPr>
              <a:t>();</a:t>
            </a:r>
          </a:p>
        </p:txBody>
      </p:sp>
      <p:sp>
        <p:nvSpPr>
          <p:cNvPr id="3" name="TextBox 2">
            <a:extLst>
              <a:ext uri="{FF2B5EF4-FFF2-40B4-BE49-F238E27FC236}">
                <a16:creationId xmlns:a16="http://schemas.microsoft.com/office/drawing/2014/main" id="{178F1FC3-F6BB-A549-3D81-8841DCE7584B}"/>
              </a:ext>
            </a:extLst>
          </p:cNvPr>
          <p:cNvSpPr txBox="1"/>
          <p:nvPr/>
        </p:nvSpPr>
        <p:spPr>
          <a:xfrm>
            <a:off x="7086600" y="2904767"/>
            <a:ext cx="5311069" cy="954107"/>
          </a:xfrm>
          <a:prstGeom prst="rect">
            <a:avLst/>
          </a:prstGeom>
          <a:noFill/>
        </p:spPr>
        <p:txBody>
          <a:bodyPr wrap="none" rtlCol="0">
            <a:spAutoFit/>
          </a:bodyPr>
          <a:lstStyle/>
          <a:p>
            <a:r>
              <a:rPr lang="en-US" sz="2800" dirty="0">
                <a:solidFill>
                  <a:schemeClr val="accent2"/>
                </a:solidFill>
                <a:latin typeface="Consolas" panose="020B0609020204030204" pitchFamily="49" charset="0"/>
              </a:rPr>
              <a:t>Thread T = new Thread (…)</a:t>
            </a:r>
            <a:br>
              <a:rPr lang="en-US" sz="2800" dirty="0">
                <a:solidFill>
                  <a:schemeClr val="accent2"/>
                </a:solidFill>
                <a:latin typeface="Consolas" panose="020B0609020204030204" pitchFamily="49" charset="0"/>
              </a:rPr>
            </a:br>
            <a:r>
              <a:rPr lang="en-US" sz="2800" dirty="0" err="1">
                <a:solidFill>
                  <a:schemeClr val="accent2"/>
                </a:solidFill>
                <a:latin typeface="Consolas" panose="020B0609020204030204" pitchFamily="49" charset="0"/>
              </a:rPr>
              <a:t>t.setName</a:t>
            </a:r>
            <a:r>
              <a:rPr lang="en-US" sz="2800" dirty="0">
                <a:solidFill>
                  <a:schemeClr val="accent2"/>
                </a:solidFill>
                <a:latin typeface="Consolas" panose="020B0609020204030204" pitchFamily="49" charset="0"/>
              </a:rPr>
              <a:t>(“Task-1”)</a:t>
            </a:r>
          </a:p>
        </p:txBody>
      </p:sp>
      <p:cxnSp>
        <p:nvCxnSpPr>
          <p:cNvPr id="4" name="Straight Arrow Connector 3">
            <a:extLst>
              <a:ext uri="{FF2B5EF4-FFF2-40B4-BE49-F238E27FC236}">
                <a16:creationId xmlns:a16="http://schemas.microsoft.com/office/drawing/2014/main" id="{C12ED76F-B9A0-9B73-DF70-FD3F1528F555}"/>
              </a:ext>
            </a:extLst>
          </p:cNvPr>
          <p:cNvCxnSpPr>
            <a:cxnSpLocks/>
            <a:stCxn id="9" idx="3"/>
          </p:cNvCxnSpPr>
          <p:nvPr/>
        </p:nvCxnSpPr>
        <p:spPr>
          <a:xfrm>
            <a:off x="7894531" y="4992463"/>
            <a:ext cx="3145724" cy="5232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4052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BB9BD-0633-C112-5C15-BF10055EBC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69FBA0-5A84-668B-1B7C-314D163B611D}"/>
              </a:ext>
            </a:extLst>
          </p:cNvPr>
          <p:cNvSpPr>
            <a:spLocks noGrp="1"/>
          </p:cNvSpPr>
          <p:nvPr>
            <p:ph type="title"/>
          </p:nvPr>
        </p:nvSpPr>
        <p:spPr/>
        <p:txBody>
          <a:bodyPr vert="horz" lIns="91425" tIns="91425" rIns="91425" bIns="91425" rtlCol="0" anchor="ctr" anchorCtr="0">
            <a:noAutofit/>
          </a:bodyPr>
          <a:lstStyle/>
          <a:p>
            <a:r>
              <a:rPr lang="en-US" sz="3200" dirty="0"/>
              <a:t>Life Cycle of a Thread</a:t>
            </a:r>
          </a:p>
        </p:txBody>
      </p:sp>
      <p:sp>
        <p:nvSpPr>
          <p:cNvPr id="6" name="Text Placeholder 5">
            <a:extLst>
              <a:ext uri="{FF2B5EF4-FFF2-40B4-BE49-F238E27FC236}">
                <a16:creationId xmlns:a16="http://schemas.microsoft.com/office/drawing/2014/main" id="{2B72B885-BF8D-F58E-6661-E5BF90C8E446}"/>
              </a:ext>
            </a:extLst>
          </p:cNvPr>
          <p:cNvSpPr>
            <a:spLocks noGrp="1"/>
          </p:cNvSpPr>
          <p:nvPr>
            <p:ph type="body" sz="quarter" idx="10"/>
          </p:nvPr>
        </p:nvSpPr>
        <p:spPr/>
        <p:txBody>
          <a:bodyPr/>
          <a:lstStyle/>
          <a:p>
            <a:r>
              <a:rPr lang="en-US" sz="2800" dirty="0"/>
              <a:t>A thread can be in one of the six states:</a:t>
            </a:r>
          </a:p>
          <a:p>
            <a:pPr lvl="1"/>
            <a:r>
              <a:rPr lang="en-US" sz="2600" dirty="0"/>
              <a:t>New</a:t>
            </a:r>
          </a:p>
          <a:p>
            <a:pPr lvl="1"/>
            <a:r>
              <a:rPr lang="en-US" sz="2600" dirty="0"/>
              <a:t>Runnable</a:t>
            </a:r>
          </a:p>
          <a:p>
            <a:pPr lvl="1"/>
            <a:r>
              <a:rPr lang="en-US" sz="2600" dirty="0"/>
              <a:t>Blocked</a:t>
            </a:r>
          </a:p>
          <a:p>
            <a:pPr lvl="1"/>
            <a:r>
              <a:rPr lang="en-US" sz="2600" dirty="0"/>
              <a:t>Waiting</a:t>
            </a:r>
          </a:p>
          <a:p>
            <a:pPr lvl="1"/>
            <a:r>
              <a:rPr lang="en-US" sz="2600" dirty="0"/>
              <a:t>Timed Waiting</a:t>
            </a:r>
          </a:p>
          <a:p>
            <a:pPr lvl="1"/>
            <a:r>
              <a:rPr lang="en-US" sz="2600" dirty="0"/>
              <a:t>Terminated</a:t>
            </a:r>
            <a:endParaRPr lang="en-CA" dirty="0"/>
          </a:p>
        </p:txBody>
      </p:sp>
      <p:pic>
        <p:nvPicPr>
          <p:cNvPr id="5" name="Content Placeholder 4" descr="A diagram of a process&#10;&#10;Description automatically generated">
            <a:extLst>
              <a:ext uri="{FF2B5EF4-FFF2-40B4-BE49-F238E27FC236}">
                <a16:creationId xmlns:a16="http://schemas.microsoft.com/office/drawing/2014/main" id="{ED424260-6F1E-C90E-7E8D-A2AFC9D161C1}"/>
              </a:ext>
            </a:extLst>
          </p:cNvPr>
          <p:cNvPicPr>
            <a:picLocks noGrp="1" noChangeAspect="1"/>
          </p:cNvPicPr>
          <p:nvPr>
            <p:ph idx="4294967295"/>
          </p:nvPr>
        </p:nvPicPr>
        <p:blipFill>
          <a:blip r:embed="rId3"/>
          <a:stretch>
            <a:fillRect/>
          </a:stretch>
        </p:blipFill>
        <p:spPr>
          <a:xfrm>
            <a:off x="10922000" y="765175"/>
            <a:ext cx="7366000" cy="9345613"/>
          </a:xfrm>
        </p:spPr>
      </p:pic>
      <p:sp>
        <p:nvSpPr>
          <p:cNvPr id="9" name="TextBox 8">
            <a:extLst>
              <a:ext uri="{FF2B5EF4-FFF2-40B4-BE49-F238E27FC236}">
                <a16:creationId xmlns:a16="http://schemas.microsoft.com/office/drawing/2014/main" id="{20D343D6-E8BE-33C9-F861-F55DE82D4DDC}"/>
              </a:ext>
            </a:extLst>
          </p:cNvPr>
          <p:cNvSpPr txBox="1"/>
          <p:nvPr/>
        </p:nvSpPr>
        <p:spPr>
          <a:xfrm>
            <a:off x="9582908" y="4935276"/>
            <a:ext cx="2156360" cy="523220"/>
          </a:xfrm>
          <a:prstGeom prst="rect">
            <a:avLst/>
          </a:prstGeom>
          <a:noFill/>
        </p:spPr>
        <p:txBody>
          <a:bodyPr wrap="none" rtlCol="0">
            <a:spAutoFit/>
          </a:bodyPr>
          <a:lstStyle/>
          <a:p>
            <a:r>
              <a:rPr lang="en-US" sz="2800" dirty="0" err="1">
                <a:solidFill>
                  <a:schemeClr val="accent2"/>
                </a:solidFill>
                <a:latin typeface="Consolas" panose="020B0609020204030204" pitchFamily="49" charset="0"/>
              </a:rPr>
              <a:t>t.start</a:t>
            </a:r>
            <a:r>
              <a:rPr lang="en-US" sz="2800" dirty="0">
                <a:solidFill>
                  <a:schemeClr val="accent2"/>
                </a:solidFill>
                <a:latin typeface="Consolas" panose="020B0609020204030204" pitchFamily="49" charset="0"/>
              </a:rPr>
              <a:t>();</a:t>
            </a:r>
          </a:p>
        </p:txBody>
      </p:sp>
      <p:cxnSp>
        <p:nvCxnSpPr>
          <p:cNvPr id="4" name="Straight Arrow Connector 3">
            <a:extLst>
              <a:ext uri="{FF2B5EF4-FFF2-40B4-BE49-F238E27FC236}">
                <a16:creationId xmlns:a16="http://schemas.microsoft.com/office/drawing/2014/main" id="{D32FE820-28F7-261C-64FB-FE7CA5F78813}"/>
              </a:ext>
            </a:extLst>
          </p:cNvPr>
          <p:cNvCxnSpPr>
            <a:cxnSpLocks/>
          </p:cNvCxnSpPr>
          <p:nvPr/>
        </p:nvCxnSpPr>
        <p:spPr>
          <a:xfrm flipV="1">
            <a:off x="7808352" y="5797142"/>
            <a:ext cx="8336055" cy="18219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B8BF32A-93C5-4AAB-87DB-5D259E426611}"/>
              </a:ext>
            </a:extLst>
          </p:cNvPr>
          <p:cNvSpPr txBox="1"/>
          <p:nvPr/>
        </p:nvSpPr>
        <p:spPr>
          <a:xfrm>
            <a:off x="2743200" y="7619131"/>
            <a:ext cx="8001000" cy="1384995"/>
          </a:xfrm>
          <a:prstGeom prst="rect">
            <a:avLst/>
          </a:prstGeom>
          <a:noFill/>
        </p:spPr>
        <p:txBody>
          <a:bodyPr wrap="square" rtlCol="0">
            <a:spAutoFit/>
          </a:bodyPr>
          <a:lstStyle/>
          <a:p>
            <a:r>
              <a:rPr lang="en-US" sz="2800" dirty="0">
                <a:solidFill>
                  <a:schemeClr val="accent2"/>
                </a:solidFill>
                <a:latin typeface="Consolas" panose="020B0609020204030204" pitchFamily="49" charset="0"/>
              </a:rPr>
              <a:t>Sometimes a runnable thread transitions to the waiting state while it waits for another thread to perform a task. </a:t>
            </a:r>
          </a:p>
        </p:txBody>
      </p:sp>
      <p:sp>
        <p:nvSpPr>
          <p:cNvPr id="10" name="TextBox 9">
            <a:extLst>
              <a:ext uri="{FF2B5EF4-FFF2-40B4-BE49-F238E27FC236}">
                <a16:creationId xmlns:a16="http://schemas.microsoft.com/office/drawing/2014/main" id="{71781B74-A8E0-D6B9-E4F5-4291FFCA6E1A}"/>
              </a:ext>
            </a:extLst>
          </p:cNvPr>
          <p:cNvSpPr txBox="1"/>
          <p:nvPr/>
        </p:nvSpPr>
        <p:spPr>
          <a:xfrm>
            <a:off x="7086600" y="2904767"/>
            <a:ext cx="5311069" cy="954107"/>
          </a:xfrm>
          <a:prstGeom prst="rect">
            <a:avLst/>
          </a:prstGeom>
          <a:noFill/>
        </p:spPr>
        <p:txBody>
          <a:bodyPr wrap="none" rtlCol="0">
            <a:spAutoFit/>
          </a:bodyPr>
          <a:lstStyle/>
          <a:p>
            <a:r>
              <a:rPr lang="en-US" sz="2800" dirty="0">
                <a:solidFill>
                  <a:schemeClr val="accent2"/>
                </a:solidFill>
                <a:latin typeface="Consolas" panose="020B0609020204030204" pitchFamily="49" charset="0"/>
              </a:rPr>
              <a:t>Thread T = new Thread (…)</a:t>
            </a:r>
            <a:br>
              <a:rPr lang="en-US" sz="2800" dirty="0">
                <a:solidFill>
                  <a:schemeClr val="accent2"/>
                </a:solidFill>
                <a:latin typeface="Consolas" panose="020B0609020204030204" pitchFamily="49" charset="0"/>
              </a:rPr>
            </a:br>
            <a:r>
              <a:rPr lang="en-US" sz="2800" dirty="0" err="1">
                <a:solidFill>
                  <a:schemeClr val="accent2"/>
                </a:solidFill>
                <a:latin typeface="Consolas" panose="020B0609020204030204" pitchFamily="49" charset="0"/>
              </a:rPr>
              <a:t>t.setName</a:t>
            </a:r>
            <a:r>
              <a:rPr lang="en-US" sz="2800" dirty="0">
                <a:solidFill>
                  <a:schemeClr val="accent2"/>
                </a:solidFill>
                <a:latin typeface="Consolas" panose="020B0609020204030204" pitchFamily="49" charset="0"/>
              </a:rPr>
              <a:t>(“Task-1”)</a:t>
            </a:r>
          </a:p>
        </p:txBody>
      </p:sp>
    </p:spTree>
    <p:extLst>
      <p:ext uri="{BB962C8B-B14F-4D97-AF65-F5344CB8AC3E}">
        <p14:creationId xmlns:p14="http://schemas.microsoft.com/office/powerpoint/2010/main" val="3449009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FBA0F-5225-C842-9290-816DC585F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A1AC4F-4201-3629-1D42-3E93C1FC8FC2}"/>
              </a:ext>
            </a:extLst>
          </p:cNvPr>
          <p:cNvSpPr>
            <a:spLocks noGrp="1"/>
          </p:cNvSpPr>
          <p:nvPr>
            <p:ph type="title"/>
          </p:nvPr>
        </p:nvSpPr>
        <p:spPr/>
        <p:txBody>
          <a:bodyPr vert="horz" lIns="91425" tIns="91425" rIns="91425" bIns="91425" rtlCol="0" anchor="ctr" anchorCtr="0">
            <a:noAutofit/>
          </a:bodyPr>
          <a:lstStyle/>
          <a:p>
            <a:r>
              <a:rPr lang="en-US" sz="3200" dirty="0"/>
              <a:t>Life Cycle of a Thread</a:t>
            </a:r>
          </a:p>
        </p:txBody>
      </p:sp>
      <p:sp>
        <p:nvSpPr>
          <p:cNvPr id="6" name="Text Placeholder 5">
            <a:extLst>
              <a:ext uri="{FF2B5EF4-FFF2-40B4-BE49-F238E27FC236}">
                <a16:creationId xmlns:a16="http://schemas.microsoft.com/office/drawing/2014/main" id="{F18E6A91-2CDA-37B1-0C3A-6A3EF833D284}"/>
              </a:ext>
            </a:extLst>
          </p:cNvPr>
          <p:cNvSpPr>
            <a:spLocks noGrp="1"/>
          </p:cNvSpPr>
          <p:nvPr>
            <p:ph type="body" sz="quarter" idx="10"/>
          </p:nvPr>
        </p:nvSpPr>
        <p:spPr/>
        <p:txBody>
          <a:bodyPr/>
          <a:lstStyle/>
          <a:p>
            <a:r>
              <a:rPr lang="en-US" sz="2800" dirty="0"/>
              <a:t>A thread can be in one of the six states:</a:t>
            </a:r>
          </a:p>
          <a:p>
            <a:pPr lvl="1"/>
            <a:r>
              <a:rPr lang="en-US" sz="2600" dirty="0"/>
              <a:t>New</a:t>
            </a:r>
          </a:p>
          <a:p>
            <a:pPr lvl="1"/>
            <a:r>
              <a:rPr lang="en-US" sz="2600" dirty="0"/>
              <a:t>Runnable</a:t>
            </a:r>
          </a:p>
          <a:p>
            <a:pPr lvl="1"/>
            <a:r>
              <a:rPr lang="en-US" sz="2600" dirty="0"/>
              <a:t>Blocked</a:t>
            </a:r>
          </a:p>
          <a:p>
            <a:pPr lvl="1"/>
            <a:r>
              <a:rPr lang="en-US" sz="2600" dirty="0"/>
              <a:t>Waiting</a:t>
            </a:r>
          </a:p>
          <a:p>
            <a:pPr lvl="1"/>
            <a:r>
              <a:rPr lang="en-US" sz="2600" dirty="0"/>
              <a:t>Timed Waiting</a:t>
            </a:r>
          </a:p>
          <a:p>
            <a:pPr lvl="1"/>
            <a:r>
              <a:rPr lang="en-US" sz="2600" dirty="0"/>
              <a:t>Terminated</a:t>
            </a:r>
            <a:endParaRPr lang="en-CA" dirty="0"/>
          </a:p>
        </p:txBody>
      </p:sp>
      <p:pic>
        <p:nvPicPr>
          <p:cNvPr id="5" name="Content Placeholder 4" descr="A diagram of a process&#10;&#10;Description automatically generated">
            <a:extLst>
              <a:ext uri="{FF2B5EF4-FFF2-40B4-BE49-F238E27FC236}">
                <a16:creationId xmlns:a16="http://schemas.microsoft.com/office/drawing/2014/main" id="{110F4CCD-C4AC-5FBF-D4ED-68EFB4C23488}"/>
              </a:ext>
            </a:extLst>
          </p:cNvPr>
          <p:cNvPicPr>
            <a:picLocks noGrp="1" noChangeAspect="1"/>
          </p:cNvPicPr>
          <p:nvPr>
            <p:ph idx="4294967295"/>
          </p:nvPr>
        </p:nvPicPr>
        <p:blipFill>
          <a:blip r:embed="rId3"/>
          <a:stretch>
            <a:fillRect/>
          </a:stretch>
        </p:blipFill>
        <p:spPr>
          <a:xfrm>
            <a:off x="10922000" y="765175"/>
            <a:ext cx="7366000" cy="9345613"/>
          </a:xfrm>
        </p:spPr>
      </p:pic>
      <p:cxnSp>
        <p:nvCxnSpPr>
          <p:cNvPr id="4" name="Straight Arrow Connector 3">
            <a:extLst>
              <a:ext uri="{FF2B5EF4-FFF2-40B4-BE49-F238E27FC236}">
                <a16:creationId xmlns:a16="http://schemas.microsoft.com/office/drawing/2014/main" id="{08CAC739-BAA5-4A97-3261-5B6C9C6D0ED7}"/>
              </a:ext>
            </a:extLst>
          </p:cNvPr>
          <p:cNvCxnSpPr>
            <a:cxnSpLocks/>
          </p:cNvCxnSpPr>
          <p:nvPr/>
        </p:nvCxnSpPr>
        <p:spPr>
          <a:xfrm>
            <a:off x="10058400" y="8229600"/>
            <a:ext cx="5254053" cy="1934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F825F1F-8B29-D9E8-B263-D63FBD6C5626}"/>
              </a:ext>
            </a:extLst>
          </p:cNvPr>
          <p:cNvSpPr txBox="1"/>
          <p:nvPr/>
        </p:nvSpPr>
        <p:spPr>
          <a:xfrm>
            <a:off x="1328466" y="7967990"/>
            <a:ext cx="8923988" cy="523220"/>
          </a:xfrm>
          <a:prstGeom prst="rect">
            <a:avLst/>
          </a:prstGeom>
          <a:noFill/>
        </p:spPr>
        <p:txBody>
          <a:bodyPr wrap="square" rtlCol="0">
            <a:spAutoFit/>
          </a:bodyPr>
          <a:lstStyle/>
          <a:p>
            <a:r>
              <a:rPr lang="en-CA" sz="2800" dirty="0" err="1">
                <a:latin typeface="Consolas" panose="020B0609020204030204" pitchFamily="49" charset="0"/>
              </a:rPr>
              <a:t>Thread.</a:t>
            </a:r>
            <a:r>
              <a:rPr lang="en-CA" sz="2800" i="1" dirty="0" err="1">
                <a:latin typeface="Consolas" panose="020B0609020204030204" pitchFamily="49" charset="0"/>
              </a:rPr>
              <a:t>sleep</a:t>
            </a:r>
            <a:r>
              <a:rPr lang="en-CA" sz="2800" dirty="0">
                <a:latin typeface="Consolas" panose="020B0609020204030204" pitchFamily="49" charset="0"/>
              </a:rPr>
              <a:t>((</a:t>
            </a:r>
            <a:r>
              <a:rPr lang="en-CA" sz="2800" b="1" dirty="0">
                <a:solidFill>
                  <a:srgbClr val="7F0055"/>
                </a:solidFill>
                <a:latin typeface="Consolas" panose="020B0609020204030204" pitchFamily="49" charset="0"/>
              </a:rPr>
              <a:t>int</a:t>
            </a:r>
            <a:r>
              <a:rPr lang="en-CA" sz="2800" dirty="0">
                <a:latin typeface="Consolas" panose="020B0609020204030204" pitchFamily="49" charset="0"/>
              </a:rPr>
              <a:t>) (</a:t>
            </a:r>
            <a:r>
              <a:rPr lang="en-CA" sz="2800" b="1" i="1" dirty="0">
                <a:solidFill>
                  <a:srgbClr val="0000C0"/>
                </a:solidFill>
                <a:latin typeface="Consolas" panose="020B0609020204030204" pitchFamily="49" charset="0"/>
              </a:rPr>
              <a:t>DELAY</a:t>
            </a:r>
            <a:r>
              <a:rPr lang="en-CA" sz="2800" dirty="0">
                <a:latin typeface="Consolas" panose="020B0609020204030204" pitchFamily="49" charset="0"/>
              </a:rPr>
              <a:t> * </a:t>
            </a:r>
            <a:r>
              <a:rPr lang="en-CA" sz="2800" dirty="0" err="1">
                <a:latin typeface="Consolas" panose="020B0609020204030204" pitchFamily="49" charset="0"/>
              </a:rPr>
              <a:t>Math.</a:t>
            </a:r>
            <a:r>
              <a:rPr lang="en-CA" sz="2800" i="1" dirty="0" err="1">
                <a:latin typeface="Consolas" panose="020B0609020204030204" pitchFamily="49" charset="0"/>
              </a:rPr>
              <a:t>random</a:t>
            </a:r>
            <a:r>
              <a:rPr lang="en-CA" sz="2800" dirty="0">
                <a:latin typeface="Consolas" panose="020B0609020204030204" pitchFamily="49" charset="0"/>
              </a:rPr>
              <a:t>()));</a:t>
            </a:r>
          </a:p>
        </p:txBody>
      </p:sp>
      <p:sp>
        <p:nvSpPr>
          <p:cNvPr id="10" name="TextBox 9">
            <a:extLst>
              <a:ext uri="{FF2B5EF4-FFF2-40B4-BE49-F238E27FC236}">
                <a16:creationId xmlns:a16="http://schemas.microsoft.com/office/drawing/2014/main" id="{6787FB80-96BC-57F9-FA24-DF2142931A20}"/>
              </a:ext>
            </a:extLst>
          </p:cNvPr>
          <p:cNvSpPr txBox="1"/>
          <p:nvPr/>
        </p:nvSpPr>
        <p:spPr>
          <a:xfrm>
            <a:off x="9582908" y="4935276"/>
            <a:ext cx="2156360" cy="523220"/>
          </a:xfrm>
          <a:prstGeom prst="rect">
            <a:avLst/>
          </a:prstGeom>
          <a:noFill/>
        </p:spPr>
        <p:txBody>
          <a:bodyPr wrap="none" rtlCol="0">
            <a:spAutoFit/>
          </a:bodyPr>
          <a:lstStyle/>
          <a:p>
            <a:r>
              <a:rPr lang="en-US" sz="2800" dirty="0" err="1">
                <a:solidFill>
                  <a:schemeClr val="accent2"/>
                </a:solidFill>
                <a:latin typeface="Consolas" panose="020B0609020204030204" pitchFamily="49" charset="0"/>
              </a:rPr>
              <a:t>t.start</a:t>
            </a:r>
            <a:r>
              <a:rPr lang="en-US" sz="2800" dirty="0">
                <a:solidFill>
                  <a:schemeClr val="accent2"/>
                </a:solidFill>
                <a:latin typeface="Consolas" panose="020B0609020204030204" pitchFamily="49" charset="0"/>
              </a:rPr>
              <a:t>();</a:t>
            </a:r>
          </a:p>
        </p:txBody>
      </p:sp>
      <p:sp>
        <p:nvSpPr>
          <p:cNvPr id="11" name="TextBox 10">
            <a:extLst>
              <a:ext uri="{FF2B5EF4-FFF2-40B4-BE49-F238E27FC236}">
                <a16:creationId xmlns:a16="http://schemas.microsoft.com/office/drawing/2014/main" id="{51D64D8C-91FE-18F1-EFD1-61DE0028967A}"/>
              </a:ext>
            </a:extLst>
          </p:cNvPr>
          <p:cNvSpPr txBox="1"/>
          <p:nvPr/>
        </p:nvSpPr>
        <p:spPr>
          <a:xfrm>
            <a:off x="7086600" y="2904767"/>
            <a:ext cx="5311069" cy="954107"/>
          </a:xfrm>
          <a:prstGeom prst="rect">
            <a:avLst/>
          </a:prstGeom>
          <a:noFill/>
        </p:spPr>
        <p:txBody>
          <a:bodyPr wrap="none" rtlCol="0">
            <a:spAutoFit/>
          </a:bodyPr>
          <a:lstStyle/>
          <a:p>
            <a:r>
              <a:rPr lang="en-US" sz="2800" dirty="0">
                <a:solidFill>
                  <a:schemeClr val="accent2"/>
                </a:solidFill>
                <a:latin typeface="Consolas" panose="020B0609020204030204" pitchFamily="49" charset="0"/>
              </a:rPr>
              <a:t>Thread T = new Thread (…)</a:t>
            </a:r>
            <a:br>
              <a:rPr lang="en-US" sz="2800" dirty="0">
                <a:solidFill>
                  <a:schemeClr val="accent2"/>
                </a:solidFill>
                <a:latin typeface="Consolas" panose="020B0609020204030204" pitchFamily="49" charset="0"/>
              </a:rPr>
            </a:br>
            <a:r>
              <a:rPr lang="en-US" sz="2800" dirty="0" err="1">
                <a:solidFill>
                  <a:schemeClr val="accent2"/>
                </a:solidFill>
                <a:latin typeface="Consolas" panose="020B0609020204030204" pitchFamily="49" charset="0"/>
              </a:rPr>
              <a:t>t.setName</a:t>
            </a:r>
            <a:r>
              <a:rPr lang="en-US" sz="2800" dirty="0">
                <a:solidFill>
                  <a:schemeClr val="accent2"/>
                </a:solidFill>
                <a:latin typeface="Consolas" panose="020B0609020204030204" pitchFamily="49" charset="0"/>
              </a:rPr>
              <a:t>(“Task-1”)</a:t>
            </a:r>
          </a:p>
        </p:txBody>
      </p:sp>
    </p:spTree>
    <p:extLst>
      <p:ext uri="{BB962C8B-B14F-4D97-AF65-F5344CB8AC3E}">
        <p14:creationId xmlns:p14="http://schemas.microsoft.com/office/powerpoint/2010/main" val="35769418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6CB87-E248-4A92-A316-90EACB1267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9E358-07FD-0650-454F-CA4B0441C5C5}"/>
              </a:ext>
            </a:extLst>
          </p:cNvPr>
          <p:cNvSpPr>
            <a:spLocks noGrp="1"/>
          </p:cNvSpPr>
          <p:nvPr>
            <p:ph type="title"/>
          </p:nvPr>
        </p:nvSpPr>
        <p:spPr/>
        <p:txBody>
          <a:bodyPr vert="horz" lIns="91425" tIns="91425" rIns="91425" bIns="91425" rtlCol="0" anchor="ctr" anchorCtr="0">
            <a:noAutofit/>
          </a:bodyPr>
          <a:lstStyle/>
          <a:p>
            <a:r>
              <a:rPr lang="en-US" sz="3200" dirty="0"/>
              <a:t>Life Cycle of a Thread</a:t>
            </a:r>
          </a:p>
        </p:txBody>
      </p:sp>
      <p:sp>
        <p:nvSpPr>
          <p:cNvPr id="6" name="Text Placeholder 5">
            <a:extLst>
              <a:ext uri="{FF2B5EF4-FFF2-40B4-BE49-F238E27FC236}">
                <a16:creationId xmlns:a16="http://schemas.microsoft.com/office/drawing/2014/main" id="{14AC041E-15FF-C1FF-9A7C-E9F3C10DC650}"/>
              </a:ext>
            </a:extLst>
          </p:cNvPr>
          <p:cNvSpPr>
            <a:spLocks noGrp="1"/>
          </p:cNvSpPr>
          <p:nvPr>
            <p:ph type="body" sz="quarter" idx="10"/>
          </p:nvPr>
        </p:nvSpPr>
        <p:spPr/>
        <p:txBody>
          <a:bodyPr/>
          <a:lstStyle/>
          <a:p>
            <a:r>
              <a:rPr lang="en-US" sz="2800" dirty="0"/>
              <a:t>A thread can be in one of the six states:</a:t>
            </a:r>
          </a:p>
          <a:p>
            <a:pPr lvl="1"/>
            <a:r>
              <a:rPr lang="en-US" sz="2600" dirty="0"/>
              <a:t>New</a:t>
            </a:r>
          </a:p>
          <a:p>
            <a:pPr lvl="1"/>
            <a:r>
              <a:rPr lang="en-US" sz="2600" dirty="0"/>
              <a:t>Runnable</a:t>
            </a:r>
          </a:p>
          <a:p>
            <a:pPr lvl="1"/>
            <a:r>
              <a:rPr lang="en-US" sz="2600" dirty="0"/>
              <a:t>Blocked</a:t>
            </a:r>
          </a:p>
          <a:p>
            <a:pPr lvl="1"/>
            <a:r>
              <a:rPr lang="en-US" sz="2600" dirty="0"/>
              <a:t>Waiting</a:t>
            </a:r>
          </a:p>
          <a:p>
            <a:pPr lvl="1"/>
            <a:r>
              <a:rPr lang="en-US" sz="2600" dirty="0"/>
              <a:t>Timed Waiting</a:t>
            </a:r>
          </a:p>
          <a:p>
            <a:pPr lvl="1"/>
            <a:r>
              <a:rPr lang="en-US" sz="2600" dirty="0"/>
              <a:t>Terminated</a:t>
            </a:r>
            <a:endParaRPr lang="en-CA" dirty="0"/>
          </a:p>
        </p:txBody>
      </p:sp>
      <p:pic>
        <p:nvPicPr>
          <p:cNvPr id="5" name="Content Placeholder 4" descr="A diagram of a process&#10;&#10;Description automatically generated">
            <a:extLst>
              <a:ext uri="{FF2B5EF4-FFF2-40B4-BE49-F238E27FC236}">
                <a16:creationId xmlns:a16="http://schemas.microsoft.com/office/drawing/2014/main" id="{E1711B99-DDEA-D3D5-942A-CE0142ABD039}"/>
              </a:ext>
            </a:extLst>
          </p:cNvPr>
          <p:cNvPicPr>
            <a:picLocks noGrp="1" noChangeAspect="1"/>
          </p:cNvPicPr>
          <p:nvPr>
            <p:ph idx="4294967295"/>
          </p:nvPr>
        </p:nvPicPr>
        <p:blipFill>
          <a:blip r:embed="rId3"/>
          <a:stretch>
            <a:fillRect/>
          </a:stretch>
        </p:blipFill>
        <p:spPr>
          <a:xfrm>
            <a:off x="10922000" y="765175"/>
            <a:ext cx="7366000" cy="9345613"/>
          </a:xfrm>
        </p:spPr>
      </p:pic>
      <p:cxnSp>
        <p:nvCxnSpPr>
          <p:cNvPr id="4" name="Straight Arrow Connector 3">
            <a:extLst>
              <a:ext uri="{FF2B5EF4-FFF2-40B4-BE49-F238E27FC236}">
                <a16:creationId xmlns:a16="http://schemas.microsoft.com/office/drawing/2014/main" id="{FA4672AC-04CF-21B6-D229-7233BEC2A49A}"/>
              </a:ext>
            </a:extLst>
          </p:cNvPr>
          <p:cNvCxnSpPr>
            <a:cxnSpLocks/>
          </p:cNvCxnSpPr>
          <p:nvPr/>
        </p:nvCxnSpPr>
        <p:spPr>
          <a:xfrm flipV="1">
            <a:off x="7285220" y="2667871"/>
            <a:ext cx="7903901" cy="45085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A7FFC998-4D43-A110-1CDD-56A8CAFC7BD0}"/>
              </a:ext>
            </a:extLst>
          </p:cNvPr>
          <p:cNvSpPr/>
          <p:nvPr/>
        </p:nvSpPr>
        <p:spPr>
          <a:xfrm>
            <a:off x="1439055" y="7217765"/>
            <a:ext cx="7704945" cy="181908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CA" sz="2800" dirty="0"/>
              <a:t>A runnable thread transitions to the blocked state when it attempts to perform a task that cannot be completed immediately, and it must temporarily wait until that task completes.</a:t>
            </a:r>
          </a:p>
        </p:txBody>
      </p:sp>
      <p:sp>
        <p:nvSpPr>
          <p:cNvPr id="7" name="TextBox 6">
            <a:extLst>
              <a:ext uri="{FF2B5EF4-FFF2-40B4-BE49-F238E27FC236}">
                <a16:creationId xmlns:a16="http://schemas.microsoft.com/office/drawing/2014/main" id="{B997D39A-9473-D7F8-D313-2ED89E7A5629}"/>
              </a:ext>
            </a:extLst>
          </p:cNvPr>
          <p:cNvSpPr txBox="1"/>
          <p:nvPr/>
        </p:nvSpPr>
        <p:spPr>
          <a:xfrm>
            <a:off x="9582908" y="4935276"/>
            <a:ext cx="2156360" cy="523220"/>
          </a:xfrm>
          <a:prstGeom prst="rect">
            <a:avLst/>
          </a:prstGeom>
          <a:noFill/>
        </p:spPr>
        <p:txBody>
          <a:bodyPr wrap="none" rtlCol="0">
            <a:spAutoFit/>
          </a:bodyPr>
          <a:lstStyle/>
          <a:p>
            <a:r>
              <a:rPr lang="en-US" sz="2800" dirty="0" err="1">
                <a:solidFill>
                  <a:schemeClr val="accent2"/>
                </a:solidFill>
                <a:latin typeface="Consolas" panose="020B0609020204030204" pitchFamily="49" charset="0"/>
              </a:rPr>
              <a:t>t.start</a:t>
            </a:r>
            <a:r>
              <a:rPr lang="en-US" sz="2800" dirty="0">
                <a:solidFill>
                  <a:schemeClr val="accent2"/>
                </a:solidFill>
                <a:latin typeface="Consolas" panose="020B0609020204030204" pitchFamily="49" charset="0"/>
              </a:rPr>
              <a:t>();</a:t>
            </a:r>
          </a:p>
        </p:txBody>
      </p:sp>
      <p:sp>
        <p:nvSpPr>
          <p:cNvPr id="10" name="TextBox 9">
            <a:extLst>
              <a:ext uri="{FF2B5EF4-FFF2-40B4-BE49-F238E27FC236}">
                <a16:creationId xmlns:a16="http://schemas.microsoft.com/office/drawing/2014/main" id="{3877C64A-BF7D-4A80-0792-C30EA33EE99F}"/>
              </a:ext>
            </a:extLst>
          </p:cNvPr>
          <p:cNvSpPr txBox="1"/>
          <p:nvPr/>
        </p:nvSpPr>
        <p:spPr>
          <a:xfrm>
            <a:off x="7086600" y="2904767"/>
            <a:ext cx="5311069" cy="954107"/>
          </a:xfrm>
          <a:prstGeom prst="rect">
            <a:avLst/>
          </a:prstGeom>
          <a:noFill/>
        </p:spPr>
        <p:txBody>
          <a:bodyPr wrap="none" rtlCol="0">
            <a:spAutoFit/>
          </a:bodyPr>
          <a:lstStyle/>
          <a:p>
            <a:r>
              <a:rPr lang="en-US" sz="2800" dirty="0">
                <a:solidFill>
                  <a:schemeClr val="accent2"/>
                </a:solidFill>
                <a:latin typeface="Consolas" panose="020B0609020204030204" pitchFamily="49" charset="0"/>
              </a:rPr>
              <a:t>Thread T = new Thread (…)</a:t>
            </a:r>
            <a:br>
              <a:rPr lang="en-US" sz="2800" dirty="0">
                <a:solidFill>
                  <a:schemeClr val="accent2"/>
                </a:solidFill>
                <a:latin typeface="Consolas" panose="020B0609020204030204" pitchFamily="49" charset="0"/>
              </a:rPr>
            </a:br>
            <a:r>
              <a:rPr lang="en-US" sz="2800" dirty="0" err="1">
                <a:solidFill>
                  <a:schemeClr val="accent2"/>
                </a:solidFill>
                <a:latin typeface="Consolas" panose="020B0609020204030204" pitchFamily="49" charset="0"/>
              </a:rPr>
              <a:t>t.setName</a:t>
            </a:r>
            <a:r>
              <a:rPr lang="en-US" sz="2800" dirty="0">
                <a:solidFill>
                  <a:schemeClr val="accent2"/>
                </a:solidFill>
                <a:latin typeface="Consolas" panose="020B0609020204030204" pitchFamily="49" charset="0"/>
              </a:rPr>
              <a:t>(“Task-1”)</a:t>
            </a:r>
          </a:p>
        </p:txBody>
      </p:sp>
    </p:spTree>
    <p:extLst>
      <p:ext uri="{BB962C8B-B14F-4D97-AF65-F5344CB8AC3E}">
        <p14:creationId xmlns:p14="http://schemas.microsoft.com/office/powerpoint/2010/main" val="2988960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A0201-3302-ACFC-8C77-9E65EF46B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6F88E-4095-FA19-1FA7-463E32C111A1}"/>
              </a:ext>
            </a:extLst>
          </p:cNvPr>
          <p:cNvSpPr>
            <a:spLocks noGrp="1"/>
          </p:cNvSpPr>
          <p:nvPr>
            <p:ph type="title"/>
          </p:nvPr>
        </p:nvSpPr>
        <p:spPr/>
        <p:txBody>
          <a:bodyPr vert="horz" lIns="91425" tIns="91425" rIns="91425" bIns="91425" rtlCol="0" anchor="ctr" anchorCtr="0">
            <a:noAutofit/>
          </a:bodyPr>
          <a:lstStyle/>
          <a:p>
            <a:r>
              <a:rPr lang="en-US" sz="3200" dirty="0"/>
              <a:t>Life Cycle of a Thread</a:t>
            </a:r>
          </a:p>
        </p:txBody>
      </p:sp>
      <p:sp>
        <p:nvSpPr>
          <p:cNvPr id="6" name="Text Placeholder 5">
            <a:extLst>
              <a:ext uri="{FF2B5EF4-FFF2-40B4-BE49-F238E27FC236}">
                <a16:creationId xmlns:a16="http://schemas.microsoft.com/office/drawing/2014/main" id="{9F7366A6-7858-6947-D902-7C5E90CB6C07}"/>
              </a:ext>
            </a:extLst>
          </p:cNvPr>
          <p:cNvSpPr>
            <a:spLocks noGrp="1"/>
          </p:cNvSpPr>
          <p:nvPr>
            <p:ph type="body" sz="quarter" idx="10"/>
          </p:nvPr>
        </p:nvSpPr>
        <p:spPr/>
        <p:txBody>
          <a:bodyPr/>
          <a:lstStyle/>
          <a:p>
            <a:r>
              <a:rPr lang="en-US" sz="2800" dirty="0"/>
              <a:t>A thread can be in one of the six states:</a:t>
            </a:r>
          </a:p>
          <a:p>
            <a:pPr lvl="1"/>
            <a:r>
              <a:rPr lang="en-US" sz="2600" dirty="0"/>
              <a:t>New</a:t>
            </a:r>
          </a:p>
          <a:p>
            <a:pPr lvl="1"/>
            <a:r>
              <a:rPr lang="en-US" sz="2600" dirty="0"/>
              <a:t>Runnable</a:t>
            </a:r>
          </a:p>
          <a:p>
            <a:pPr lvl="1"/>
            <a:r>
              <a:rPr lang="en-US" sz="2600" dirty="0"/>
              <a:t>Blocked</a:t>
            </a:r>
          </a:p>
          <a:p>
            <a:pPr lvl="1"/>
            <a:r>
              <a:rPr lang="en-US" sz="2600" dirty="0"/>
              <a:t>Waiting</a:t>
            </a:r>
          </a:p>
          <a:p>
            <a:pPr lvl="1"/>
            <a:r>
              <a:rPr lang="en-US" sz="2600" dirty="0"/>
              <a:t>Timed Waiting</a:t>
            </a:r>
          </a:p>
          <a:p>
            <a:pPr lvl="1"/>
            <a:r>
              <a:rPr lang="en-US" sz="2600" dirty="0"/>
              <a:t>Terminated</a:t>
            </a:r>
            <a:endParaRPr lang="en-CA" dirty="0"/>
          </a:p>
        </p:txBody>
      </p:sp>
      <p:pic>
        <p:nvPicPr>
          <p:cNvPr id="5" name="Content Placeholder 4" descr="A diagram of a process&#10;&#10;Description automatically generated">
            <a:extLst>
              <a:ext uri="{FF2B5EF4-FFF2-40B4-BE49-F238E27FC236}">
                <a16:creationId xmlns:a16="http://schemas.microsoft.com/office/drawing/2014/main" id="{FEE4C6C6-4B5E-CD6C-6F38-5A9C1B0B6DC4}"/>
              </a:ext>
            </a:extLst>
          </p:cNvPr>
          <p:cNvPicPr>
            <a:picLocks noGrp="1" noChangeAspect="1"/>
          </p:cNvPicPr>
          <p:nvPr>
            <p:ph idx="4294967295"/>
          </p:nvPr>
        </p:nvPicPr>
        <p:blipFill>
          <a:blip r:embed="rId3"/>
          <a:stretch>
            <a:fillRect/>
          </a:stretch>
        </p:blipFill>
        <p:spPr>
          <a:xfrm>
            <a:off x="10922000" y="765175"/>
            <a:ext cx="7366000" cy="9345613"/>
          </a:xfrm>
        </p:spPr>
      </p:pic>
      <p:cxnSp>
        <p:nvCxnSpPr>
          <p:cNvPr id="4" name="Straight Arrow Connector 3">
            <a:extLst>
              <a:ext uri="{FF2B5EF4-FFF2-40B4-BE49-F238E27FC236}">
                <a16:creationId xmlns:a16="http://schemas.microsoft.com/office/drawing/2014/main" id="{87305536-4257-F7EE-C70B-ED2692348E17}"/>
              </a:ext>
            </a:extLst>
          </p:cNvPr>
          <p:cNvCxnSpPr>
            <a:cxnSpLocks/>
            <a:stCxn id="11" idx="3"/>
          </p:cNvCxnSpPr>
          <p:nvPr/>
        </p:nvCxnSpPr>
        <p:spPr>
          <a:xfrm>
            <a:off x="8770083" y="8267376"/>
            <a:ext cx="2270173" cy="52435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5C2BB0D-D45C-03A1-230D-0DA9FC29F3EA}"/>
              </a:ext>
            </a:extLst>
          </p:cNvPr>
          <p:cNvSpPr/>
          <p:nvPr/>
        </p:nvSpPr>
        <p:spPr>
          <a:xfrm>
            <a:off x="3459014" y="7478564"/>
            <a:ext cx="5311069" cy="1577624"/>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CA" sz="2800" dirty="0">
                <a:latin typeface="Consolas" panose="020B0609020204030204" pitchFamily="49" charset="0"/>
              </a:rPr>
              <a:t>A thread that completes execution or otherwise terminates enters in the terminated state</a:t>
            </a:r>
          </a:p>
        </p:txBody>
      </p:sp>
      <p:sp>
        <p:nvSpPr>
          <p:cNvPr id="7" name="TextBox 6">
            <a:extLst>
              <a:ext uri="{FF2B5EF4-FFF2-40B4-BE49-F238E27FC236}">
                <a16:creationId xmlns:a16="http://schemas.microsoft.com/office/drawing/2014/main" id="{F8D2C222-DDA6-1BCC-C540-AF1C8303F4F3}"/>
              </a:ext>
            </a:extLst>
          </p:cNvPr>
          <p:cNvSpPr txBox="1"/>
          <p:nvPr/>
        </p:nvSpPr>
        <p:spPr>
          <a:xfrm>
            <a:off x="9582908" y="4935276"/>
            <a:ext cx="2156360" cy="523220"/>
          </a:xfrm>
          <a:prstGeom prst="rect">
            <a:avLst/>
          </a:prstGeom>
          <a:noFill/>
        </p:spPr>
        <p:txBody>
          <a:bodyPr wrap="none" rtlCol="0">
            <a:spAutoFit/>
          </a:bodyPr>
          <a:lstStyle/>
          <a:p>
            <a:r>
              <a:rPr lang="en-US" sz="2800" dirty="0" err="1">
                <a:solidFill>
                  <a:schemeClr val="accent2"/>
                </a:solidFill>
                <a:latin typeface="Consolas" panose="020B0609020204030204" pitchFamily="49" charset="0"/>
              </a:rPr>
              <a:t>t.start</a:t>
            </a:r>
            <a:r>
              <a:rPr lang="en-US" sz="2800" dirty="0">
                <a:solidFill>
                  <a:schemeClr val="accent2"/>
                </a:solidFill>
                <a:latin typeface="Consolas" panose="020B0609020204030204" pitchFamily="49" charset="0"/>
              </a:rPr>
              <a:t>();</a:t>
            </a:r>
          </a:p>
        </p:txBody>
      </p:sp>
      <p:sp>
        <p:nvSpPr>
          <p:cNvPr id="10" name="TextBox 9">
            <a:extLst>
              <a:ext uri="{FF2B5EF4-FFF2-40B4-BE49-F238E27FC236}">
                <a16:creationId xmlns:a16="http://schemas.microsoft.com/office/drawing/2014/main" id="{37D143E8-913E-083D-F480-ED160891E7EB}"/>
              </a:ext>
            </a:extLst>
          </p:cNvPr>
          <p:cNvSpPr txBox="1"/>
          <p:nvPr/>
        </p:nvSpPr>
        <p:spPr>
          <a:xfrm>
            <a:off x="7086600" y="2904767"/>
            <a:ext cx="5311069" cy="954107"/>
          </a:xfrm>
          <a:prstGeom prst="rect">
            <a:avLst/>
          </a:prstGeom>
          <a:noFill/>
        </p:spPr>
        <p:txBody>
          <a:bodyPr wrap="none" rtlCol="0">
            <a:spAutoFit/>
          </a:bodyPr>
          <a:lstStyle/>
          <a:p>
            <a:r>
              <a:rPr lang="en-US" sz="2800" dirty="0">
                <a:solidFill>
                  <a:schemeClr val="accent2"/>
                </a:solidFill>
                <a:latin typeface="Consolas" panose="020B0609020204030204" pitchFamily="49" charset="0"/>
              </a:rPr>
              <a:t>Thread T = new Thread (…)</a:t>
            </a:r>
            <a:br>
              <a:rPr lang="en-US" sz="2800" dirty="0">
                <a:solidFill>
                  <a:schemeClr val="accent2"/>
                </a:solidFill>
                <a:latin typeface="Consolas" panose="020B0609020204030204" pitchFamily="49" charset="0"/>
              </a:rPr>
            </a:br>
            <a:r>
              <a:rPr lang="en-US" sz="2800" dirty="0" err="1">
                <a:solidFill>
                  <a:schemeClr val="accent2"/>
                </a:solidFill>
                <a:latin typeface="Consolas" panose="020B0609020204030204" pitchFamily="49" charset="0"/>
              </a:rPr>
              <a:t>t.setName</a:t>
            </a:r>
            <a:r>
              <a:rPr lang="en-US" sz="2800" dirty="0">
                <a:solidFill>
                  <a:schemeClr val="accent2"/>
                </a:solidFill>
                <a:latin typeface="Consolas" panose="020B0609020204030204" pitchFamily="49" charset="0"/>
              </a:rPr>
              <a:t>(“Task-1”)</a:t>
            </a:r>
          </a:p>
        </p:txBody>
      </p:sp>
    </p:spTree>
    <p:extLst>
      <p:ext uri="{BB962C8B-B14F-4D97-AF65-F5344CB8AC3E}">
        <p14:creationId xmlns:p14="http://schemas.microsoft.com/office/powerpoint/2010/main" val="1709727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85822-807D-4CEE-D8E8-A8C6DB79FE79}"/>
            </a:ext>
          </a:extLst>
        </p:cNvPr>
        <p:cNvGrpSpPr/>
        <p:nvPr/>
      </p:nvGrpSpPr>
      <p:grpSpPr>
        <a:xfrm>
          <a:off x="0" y="0"/>
          <a:ext cx="0" cy="0"/>
          <a:chOff x="0" y="0"/>
          <a:chExt cx="0" cy="0"/>
        </a:xfrm>
      </p:grpSpPr>
      <p:sp>
        <p:nvSpPr>
          <p:cNvPr id="4" name="Title 7">
            <a:extLst>
              <a:ext uri="{FF2B5EF4-FFF2-40B4-BE49-F238E27FC236}">
                <a16:creationId xmlns:a16="http://schemas.microsoft.com/office/drawing/2014/main" id="{BA9F8B75-F467-E0E6-AAE0-4786FC540BCA}"/>
              </a:ext>
            </a:extLst>
          </p:cNvPr>
          <p:cNvSpPr txBox="1">
            <a:spLocks/>
          </p:cNvSpPr>
          <p:nvPr/>
        </p:nvSpPr>
        <p:spPr>
          <a:xfrm>
            <a:off x="1760697" y="4846500"/>
            <a:ext cx="14364000" cy="594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371600">
              <a:defRPr/>
            </a:pPr>
            <a:r>
              <a:rPr lang="en-US" sz="4800" dirty="0">
                <a:solidFill>
                  <a:srgbClr val="0070C0"/>
                </a:solidFill>
                <a:latin typeface="Calibri Light" panose="020F0302020204030204"/>
              </a:rPr>
              <a:t>Thread Priorities</a:t>
            </a:r>
            <a:endParaRPr lang="en-US" sz="4800" dirty="0">
              <a:solidFill>
                <a:srgbClr val="000000"/>
              </a:solidFill>
              <a:latin typeface="Calibri Light" panose="020F0302020204030204"/>
            </a:endParaRPr>
          </a:p>
        </p:txBody>
      </p:sp>
    </p:spTree>
    <p:extLst>
      <p:ext uri="{BB962C8B-B14F-4D97-AF65-F5344CB8AC3E}">
        <p14:creationId xmlns:p14="http://schemas.microsoft.com/office/powerpoint/2010/main" val="4233026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A2CB8-8701-7181-783F-E0040DD275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B4B7ED-A666-F032-5374-A5236844D3FA}"/>
              </a:ext>
            </a:extLst>
          </p:cNvPr>
          <p:cNvSpPr>
            <a:spLocks noGrp="1"/>
          </p:cNvSpPr>
          <p:nvPr>
            <p:ph type="title"/>
          </p:nvPr>
        </p:nvSpPr>
        <p:spPr/>
        <p:txBody>
          <a:bodyPr vert="horz" lIns="91425" tIns="91425" rIns="91425" bIns="91425" rtlCol="0" anchor="ctr" anchorCtr="0">
            <a:noAutofit/>
          </a:bodyPr>
          <a:lstStyle/>
          <a:p>
            <a:r>
              <a:rPr lang="en-US" sz="3200" dirty="0"/>
              <a:t>Thread Priorities</a:t>
            </a:r>
          </a:p>
        </p:txBody>
      </p:sp>
      <p:sp>
        <p:nvSpPr>
          <p:cNvPr id="3" name="Content Placeholder 2">
            <a:extLst>
              <a:ext uri="{FF2B5EF4-FFF2-40B4-BE49-F238E27FC236}">
                <a16:creationId xmlns:a16="http://schemas.microsoft.com/office/drawing/2014/main" id="{2F2B8C4F-FB40-EE62-A367-4E265E9347D7}"/>
              </a:ext>
            </a:extLst>
          </p:cNvPr>
          <p:cNvSpPr>
            <a:spLocks noGrp="1"/>
          </p:cNvSpPr>
          <p:nvPr>
            <p:ph type="body" sz="quarter" idx="10"/>
          </p:nvPr>
        </p:nvSpPr>
        <p:spPr/>
        <p:txBody>
          <a:bodyPr>
            <a:normAutofit/>
          </a:bodyPr>
          <a:lstStyle/>
          <a:p>
            <a:r>
              <a:rPr lang="en-US" sz="2800" dirty="0"/>
              <a:t>In Java programming language every thread has a priority.</a:t>
            </a:r>
          </a:p>
          <a:p>
            <a:r>
              <a:rPr lang="en-US" sz="2800" dirty="0"/>
              <a:t>You can increase or decrease the priority of any thread with the </a:t>
            </a:r>
            <a:r>
              <a:rPr lang="en-US" sz="2800" dirty="0" err="1">
                <a:latin typeface="Consolas" panose="020B0609020204030204" pitchFamily="49" charset="0"/>
              </a:rPr>
              <a:t>setPriority</a:t>
            </a:r>
            <a:r>
              <a:rPr lang="en-US" sz="2800" dirty="0">
                <a:latin typeface="Consolas" panose="020B0609020204030204" pitchFamily="49" charset="0"/>
              </a:rPr>
              <a:t>()</a:t>
            </a:r>
            <a:r>
              <a:rPr lang="en-US" sz="2800" dirty="0"/>
              <a:t> method.</a:t>
            </a:r>
          </a:p>
          <a:p>
            <a:r>
              <a:rPr lang="en-US" sz="2800" dirty="0"/>
              <a:t>The Thread priority level varies from 0 to 1 (</a:t>
            </a:r>
            <a:r>
              <a:rPr lang="en-US" sz="2800" dirty="0">
                <a:latin typeface="Consolas" panose="020B0609020204030204" pitchFamily="49" charset="0"/>
              </a:rPr>
              <a:t>MAX_PRIORITY</a:t>
            </a:r>
            <a:r>
              <a:rPr lang="en-US" sz="2800" dirty="0"/>
              <a:t>, defined as 10. </a:t>
            </a:r>
            <a:r>
              <a:rPr lang="en-US" sz="2800" dirty="0">
                <a:latin typeface="Consolas" panose="020B0609020204030204" pitchFamily="49" charset="0"/>
              </a:rPr>
              <a:t>MIN_PRIORITY</a:t>
            </a:r>
            <a:r>
              <a:rPr lang="en-US" sz="2800" dirty="0"/>
              <a:t>, defined as 1 and </a:t>
            </a:r>
            <a:r>
              <a:rPr lang="en-US" sz="2800" dirty="0">
                <a:latin typeface="Consolas" panose="020B0609020204030204" pitchFamily="49" charset="0"/>
              </a:rPr>
              <a:t>NORM_PRIORITY</a:t>
            </a:r>
            <a:r>
              <a:rPr lang="en-US" sz="2800" dirty="0"/>
              <a:t>, defined as 5).</a:t>
            </a:r>
          </a:p>
          <a:p>
            <a:r>
              <a:rPr lang="en-US" sz="2800" dirty="0"/>
              <a:t>The Thread scheduler will pick a thread with highest priority, but this is highly system dependent.</a:t>
            </a:r>
          </a:p>
          <a:p>
            <a:endParaRPr lang="en-US" sz="2800" dirty="0"/>
          </a:p>
        </p:txBody>
      </p:sp>
    </p:spTree>
    <p:extLst>
      <p:ext uri="{BB962C8B-B14F-4D97-AF65-F5344CB8AC3E}">
        <p14:creationId xmlns:p14="http://schemas.microsoft.com/office/powerpoint/2010/main" val="2472055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9FA47-3351-3103-F03E-B290934511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D33245-0882-8403-CCA0-114D4CF45AC2}"/>
              </a:ext>
            </a:extLst>
          </p:cNvPr>
          <p:cNvSpPr>
            <a:spLocks noGrp="1"/>
          </p:cNvSpPr>
          <p:nvPr>
            <p:ph type="title"/>
          </p:nvPr>
        </p:nvSpPr>
        <p:spPr/>
        <p:txBody>
          <a:bodyPr vert="horz" lIns="91425" tIns="91425" rIns="91425" bIns="91425" rtlCol="0" anchor="ctr" anchorCtr="0">
            <a:noAutofit/>
          </a:bodyPr>
          <a:lstStyle/>
          <a:p>
            <a:r>
              <a:rPr lang="en-US" sz="3200" dirty="0"/>
              <a:t>Thread Priorities</a:t>
            </a:r>
          </a:p>
        </p:txBody>
      </p:sp>
      <p:sp>
        <p:nvSpPr>
          <p:cNvPr id="3" name="Content Placeholder 2">
            <a:extLst>
              <a:ext uri="{FF2B5EF4-FFF2-40B4-BE49-F238E27FC236}">
                <a16:creationId xmlns:a16="http://schemas.microsoft.com/office/drawing/2014/main" id="{D55CC362-80CE-D7C6-7A2E-5C4779618B37}"/>
              </a:ext>
            </a:extLst>
          </p:cNvPr>
          <p:cNvSpPr>
            <a:spLocks noGrp="1"/>
          </p:cNvSpPr>
          <p:nvPr>
            <p:ph type="body" sz="quarter" idx="10"/>
          </p:nvPr>
        </p:nvSpPr>
        <p:spPr/>
        <p:txBody>
          <a:bodyPr>
            <a:normAutofit/>
          </a:bodyPr>
          <a:lstStyle/>
          <a:p>
            <a:r>
              <a:rPr lang="en-US" sz="2800" dirty="0"/>
              <a:t>In Java programming language every thread has a priority.</a:t>
            </a:r>
          </a:p>
          <a:p>
            <a:r>
              <a:rPr lang="en-US" sz="2800" dirty="0"/>
              <a:t>You can increase or decrease the priority of any thread with the </a:t>
            </a:r>
            <a:r>
              <a:rPr lang="en-US" sz="2800" dirty="0" err="1">
                <a:latin typeface="Consolas" panose="020B0609020204030204" pitchFamily="49" charset="0"/>
              </a:rPr>
              <a:t>setPriority</a:t>
            </a:r>
            <a:r>
              <a:rPr lang="en-US" sz="2800" dirty="0">
                <a:latin typeface="Consolas" panose="020B0609020204030204" pitchFamily="49" charset="0"/>
              </a:rPr>
              <a:t>()</a:t>
            </a:r>
            <a:r>
              <a:rPr lang="en-US" sz="2800" dirty="0"/>
              <a:t> method.</a:t>
            </a:r>
          </a:p>
          <a:p>
            <a:r>
              <a:rPr lang="en-US" sz="2800" dirty="0"/>
              <a:t>The Thread priority level varies from 0 to 1 (</a:t>
            </a:r>
            <a:r>
              <a:rPr lang="en-US" sz="2800" dirty="0">
                <a:latin typeface="Consolas" panose="020B0609020204030204" pitchFamily="49" charset="0"/>
              </a:rPr>
              <a:t>MAX_PRIORITY</a:t>
            </a:r>
            <a:r>
              <a:rPr lang="en-US" sz="2800" dirty="0"/>
              <a:t>, defined as 10. </a:t>
            </a:r>
            <a:r>
              <a:rPr lang="en-US" sz="2800" dirty="0">
                <a:latin typeface="Consolas" panose="020B0609020204030204" pitchFamily="49" charset="0"/>
              </a:rPr>
              <a:t>MIN_PRIORITY</a:t>
            </a:r>
            <a:r>
              <a:rPr lang="en-US" sz="2800" dirty="0"/>
              <a:t>, defined as 1 and </a:t>
            </a:r>
            <a:r>
              <a:rPr lang="en-US" sz="2800" dirty="0">
                <a:latin typeface="Consolas" panose="020B0609020204030204" pitchFamily="49" charset="0"/>
              </a:rPr>
              <a:t>NORM_PRIORITY</a:t>
            </a:r>
            <a:r>
              <a:rPr lang="en-US" sz="2800" dirty="0"/>
              <a:t>, defined as 5).</a:t>
            </a:r>
          </a:p>
          <a:p>
            <a:r>
              <a:rPr lang="en-US" sz="2800" dirty="0"/>
              <a:t>The Thread scheduler will pick a thread with highest priority, but this is highly system dependent.</a:t>
            </a:r>
          </a:p>
          <a:p>
            <a:r>
              <a:rPr lang="en-US" sz="2800" b="1" dirty="0">
                <a:solidFill>
                  <a:srgbClr val="C00000"/>
                </a:solidFill>
              </a:rPr>
              <a:t>Thread priorities may have been useful in early versions of Java that didn’t use operating systems threads.</a:t>
            </a:r>
          </a:p>
          <a:p>
            <a:r>
              <a:rPr lang="en-US" sz="2800" b="1" dirty="0">
                <a:solidFill>
                  <a:srgbClr val="C00000"/>
                </a:solidFill>
              </a:rPr>
              <a:t>We not usually using them nowadays.</a:t>
            </a:r>
          </a:p>
          <a:p>
            <a:endParaRPr lang="en-US" sz="2800" dirty="0"/>
          </a:p>
        </p:txBody>
      </p:sp>
    </p:spTree>
    <p:extLst>
      <p:ext uri="{BB962C8B-B14F-4D97-AF65-F5344CB8AC3E}">
        <p14:creationId xmlns:p14="http://schemas.microsoft.com/office/powerpoint/2010/main" val="22400427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A0BFE-C964-0786-9E86-2346A1800EDF}"/>
            </a:ext>
          </a:extLst>
        </p:cNvPr>
        <p:cNvGrpSpPr/>
        <p:nvPr/>
      </p:nvGrpSpPr>
      <p:grpSpPr>
        <a:xfrm>
          <a:off x="0" y="0"/>
          <a:ext cx="0" cy="0"/>
          <a:chOff x="0" y="0"/>
          <a:chExt cx="0" cy="0"/>
        </a:xfrm>
      </p:grpSpPr>
      <p:sp>
        <p:nvSpPr>
          <p:cNvPr id="4" name="Title 7">
            <a:extLst>
              <a:ext uri="{FF2B5EF4-FFF2-40B4-BE49-F238E27FC236}">
                <a16:creationId xmlns:a16="http://schemas.microsoft.com/office/drawing/2014/main" id="{42FAD54A-DE5C-9248-A79B-C8C8E3312CB3}"/>
              </a:ext>
            </a:extLst>
          </p:cNvPr>
          <p:cNvSpPr txBox="1">
            <a:spLocks/>
          </p:cNvSpPr>
          <p:nvPr/>
        </p:nvSpPr>
        <p:spPr>
          <a:xfrm>
            <a:off x="1760697" y="4846500"/>
            <a:ext cx="14364000" cy="594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371600">
              <a:defRPr/>
            </a:pPr>
            <a:r>
              <a:rPr lang="en-US" sz="4800" dirty="0">
                <a:solidFill>
                  <a:srgbClr val="0070C0"/>
                </a:solidFill>
                <a:latin typeface="Calibri Light" panose="020F0302020204030204"/>
              </a:rPr>
              <a:t>Thread Race Condition</a:t>
            </a:r>
            <a:endParaRPr lang="en-US" sz="4800" dirty="0">
              <a:solidFill>
                <a:srgbClr val="000000"/>
              </a:solidFill>
              <a:latin typeface="Calibri Light" panose="020F0302020204030204"/>
            </a:endParaRPr>
          </a:p>
        </p:txBody>
      </p:sp>
    </p:spTree>
    <p:extLst>
      <p:ext uri="{BB962C8B-B14F-4D97-AF65-F5344CB8AC3E}">
        <p14:creationId xmlns:p14="http://schemas.microsoft.com/office/powerpoint/2010/main" val="24785482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0B5E1-FF67-D7AA-E065-C34FDD526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5DF09-56E7-521A-7EF8-90153A1B1FAB}"/>
              </a:ext>
            </a:extLst>
          </p:cNvPr>
          <p:cNvSpPr>
            <a:spLocks noGrp="1"/>
          </p:cNvSpPr>
          <p:nvPr>
            <p:ph type="title"/>
          </p:nvPr>
        </p:nvSpPr>
        <p:spPr/>
        <p:txBody>
          <a:bodyPr vert="horz" lIns="91425" tIns="91425" rIns="91425" bIns="91425" rtlCol="0" anchor="ctr" anchorCtr="0">
            <a:noAutofit/>
          </a:bodyPr>
          <a:lstStyle/>
          <a:p>
            <a:r>
              <a:rPr lang="en-US" sz="3200" dirty="0"/>
              <a:t>Race Condition</a:t>
            </a:r>
          </a:p>
        </p:txBody>
      </p:sp>
      <p:sp>
        <p:nvSpPr>
          <p:cNvPr id="3" name="Text Placeholder 2">
            <a:extLst>
              <a:ext uri="{FF2B5EF4-FFF2-40B4-BE49-F238E27FC236}">
                <a16:creationId xmlns:a16="http://schemas.microsoft.com/office/drawing/2014/main" id="{1651C5D2-08FB-3784-0506-232D7C3FCC45}"/>
              </a:ext>
            </a:extLst>
          </p:cNvPr>
          <p:cNvSpPr>
            <a:spLocks noGrp="1"/>
          </p:cNvSpPr>
          <p:nvPr>
            <p:ph type="body" sz="quarter" idx="10"/>
          </p:nvPr>
        </p:nvSpPr>
        <p:spPr/>
        <p:txBody>
          <a:bodyPr>
            <a:normAutofit/>
          </a:bodyPr>
          <a:lstStyle/>
          <a:p>
            <a:endParaRPr lang="en-CA" sz="2800" dirty="0"/>
          </a:p>
        </p:txBody>
      </p:sp>
      <p:pic>
        <p:nvPicPr>
          <p:cNvPr id="6146" name="Picture 2" descr="Race Condition and Deadlock | CloudxLab Blog">
            <a:extLst>
              <a:ext uri="{FF2B5EF4-FFF2-40B4-BE49-F238E27FC236}">
                <a16:creationId xmlns:a16="http://schemas.microsoft.com/office/drawing/2014/main" id="{1196F0AC-76B0-421B-AFA5-51A03FA7F62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81" t="-389" r="-2381" b="389"/>
          <a:stretch/>
        </p:blipFill>
        <p:spPr bwMode="auto">
          <a:xfrm>
            <a:off x="4578912" y="2706674"/>
            <a:ext cx="9586794" cy="5785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11924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0657F-9246-D5D5-6D58-1FC69FBD65F4}"/>
              </a:ext>
            </a:extLst>
          </p:cNvPr>
          <p:cNvSpPr>
            <a:spLocks noGrp="1"/>
          </p:cNvSpPr>
          <p:nvPr>
            <p:ph type="title"/>
          </p:nvPr>
        </p:nvSpPr>
        <p:spPr/>
        <p:txBody>
          <a:bodyPr vert="horz" lIns="91425" tIns="91425" rIns="91425" bIns="91425" rtlCol="0" anchor="ctr" anchorCtr="0">
            <a:noAutofit/>
          </a:bodyPr>
          <a:lstStyle/>
          <a:p>
            <a:r>
              <a:rPr lang="en-US" sz="3200" dirty="0"/>
              <a:t>Race Condition</a:t>
            </a:r>
          </a:p>
        </p:txBody>
      </p:sp>
      <p:sp>
        <p:nvSpPr>
          <p:cNvPr id="3" name="Content Placeholder 2">
            <a:extLst>
              <a:ext uri="{FF2B5EF4-FFF2-40B4-BE49-F238E27FC236}">
                <a16:creationId xmlns:a16="http://schemas.microsoft.com/office/drawing/2014/main" id="{9DBCDA64-2B04-0FDE-C94C-A0EB1C57E2C9}"/>
              </a:ext>
            </a:extLst>
          </p:cNvPr>
          <p:cNvSpPr>
            <a:spLocks noGrp="1"/>
          </p:cNvSpPr>
          <p:nvPr>
            <p:ph type="body" sz="quarter" idx="10"/>
          </p:nvPr>
        </p:nvSpPr>
        <p:spPr/>
        <p:txBody>
          <a:bodyPr>
            <a:normAutofit/>
          </a:bodyPr>
          <a:lstStyle/>
          <a:p>
            <a:pPr marL="0" indent="0">
              <a:buNone/>
            </a:pPr>
            <a:r>
              <a:rPr lang="en-US" sz="2800" dirty="0">
                <a:latin typeface="Consolas" panose="020B0609020204030204" pitchFamily="49" charset="0"/>
              </a:rPr>
              <a:t>	accounts[to] += amount;</a:t>
            </a:r>
            <a:br>
              <a:rPr lang="en-US" sz="2800" dirty="0">
                <a:latin typeface="Consolas" panose="020B0609020204030204" pitchFamily="49" charset="0"/>
              </a:rPr>
            </a:br>
            <a:endParaRPr lang="en-US" sz="2800" dirty="0">
              <a:latin typeface="Consolas" panose="020B0609020204030204" pitchFamily="49" charset="0"/>
            </a:endParaRPr>
          </a:p>
          <a:p>
            <a:pPr marL="0" indent="0">
              <a:buNone/>
            </a:pPr>
            <a:r>
              <a:rPr lang="en-US" sz="2800" dirty="0"/>
              <a:t>This is not an atomic operation. Multiple steps are involved:</a:t>
            </a:r>
          </a:p>
          <a:p>
            <a:r>
              <a:rPr lang="en-US" sz="2800" dirty="0"/>
              <a:t>Load </a:t>
            </a:r>
            <a:r>
              <a:rPr lang="en-US" sz="2800" dirty="0">
                <a:latin typeface="Consolas" panose="020B0609020204030204" pitchFamily="49" charset="0"/>
              </a:rPr>
              <a:t>accounts[to]</a:t>
            </a:r>
            <a:r>
              <a:rPr lang="en-US" sz="2800" dirty="0"/>
              <a:t> into a register.</a:t>
            </a:r>
          </a:p>
          <a:p>
            <a:r>
              <a:rPr lang="en-US" sz="2800" dirty="0"/>
              <a:t>Add amount.</a:t>
            </a:r>
          </a:p>
          <a:p>
            <a:r>
              <a:rPr lang="en-US" sz="2800" dirty="0"/>
              <a:t>Move the result back to </a:t>
            </a:r>
            <a:r>
              <a:rPr lang="en-US" sz="2800" dirty="0">
                <a:latin typeface="Consolas" panose="020B0609020204030204" pitchFamily="49" charset="0"/>
              </a:rPr>
              <a:t>accounts[to]</a:t>
            </a:r>
            <a:r>
              <a:rPr lang="en-US" sz="2800" dirty="0"/>
              <a:t>.</a:t>
            </a:r>
          </a:p>
        </p:txBody>
      </p:sp>
    </p:spTree>
    <p:extLst>
      <p:ext uri="{BB962C8B-B14F-4D97-AF65-F5344CB8AC3E}">
        <p14:creationId xmlns:p14="http://schemas.microsoft.com/office/powerpoint/2010/main" val="5636596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789C9-3425-4ADC-EFE7-65185C17B8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36DD5E-48BE-0A60-1D6D-B321CCE1B58D}"/>
              </a:ext>
            </a:extLst>
          </p:cNvPr>
          <p:cNvSpPr>
            <a:spLocks noGrp="1"/>
          </p:cNvSpPr>
          <p:nvPr>
            <p:ph type="title"/>
          </p:nvPr>
        </p:nvSpPr>
        <p:spPr/>
        <p:txBody>
          <a:bodyPr vert="horz" lIns="91425" tIns="91425" rIns="91425" bIns="91425" rtlCol="0" anchor="ctr" anchorCtr="0">
            <a:noAutofit/>
          </a:bodyPr>
          <a:lstStyle/>
          <a:p>
            <a:r>
              <a:rPr lang="en-US" sz="3200" dirty="0"/>
              <a:t>Race Condition</a:t>
            </a:r>
          </a:p>
        </p:txBody>
      </p:sp>
      <p:sp>
        <p:nvSpPr>
          <p:cNvPr id="6" name="Content Placeholder 2">
            <a:extLst>
              <a:ext uri="{FF2B5EF4-FFF2-40B4-BE49-F238E27FC236}">
                <a16:creationId xmlns:a16="http://schemas.microsoft.com/office/drawing/2014/main" id="{45D20E41-5303-19D3-490D-471C874BCAD8}"/>
              </a:ext>
            </a:extLst>
          </p:cNvPr>
          <p:cNvSpPr>
            <a:spLocks noGrp="1"/>
          </p:cNvSpPr>
          <p:nvPr>
            <p:ph type="body" sz="quarter" idx="10"/>
          </p:nvPr>
        </p:nvSpPr>
        <p:spPr>
          <a:xfrm>
            <a:off x="1743075" y="2526507"/>
            <a:ext cx="6486525" cy="6510338"/>
          </a:xfrm>
        </p:spPr>
        <p:txBody>
          <a:bodyPr>
            <a:normAutofit/>
          </a:bodyPr>
          <a:lstStyle/>
          <a:p>
            <a:pPr marL="0" indent="0">
              <a:buNone/>
            </a:pPr>
            <a:r>
              <a:rPr lang="en-US" sz="2800" dirty="0">
                <a:latin typeface="Consolas" panose="020B0609020204030204" pitchFamily="49" charset="0"/>
              </a:rPr>
              <a:t>	accounts[to] += amount;</a:t>
            </a:r>
            <a:br>
              <a:rPr lang="en-US" sz="2800" dirty="0">
                <a:latin typeface="Consolas" panose="020B0609020204030204" pitchFamily="49" charset="0"/>
              </a:rPr>
            </a:br>
            <a:endParaRPr lang="en-US" sz="2800" dirty="0">
              <a:latin typeface="Consolas" panose="020B0609020204030204" pitchFamily="49" charset="0"/>
            </a:endParaRPr>
          </a:p>
          <a:p>
            <a:pPr marL="0" indent="0">
              <a:buNone/>
            </a:pPr>
            <a:r>
              <a:rPr lang="en-US" sz="2800" dirty="0"/>
              <a:t>This is not an atomic operation. Multiple steps are involved:</a:t>
            </a:r>
          </a:p>
          <a:p>
            <a:r>
              <a:rPr lang="en-US" sz="2800" dirty="0"/>
              <a:t>Load </a:t>
            </a:r>
            <a:r>
              <a:rPr lang="en-US" sz="2800" dirty="0">
                <a:latin typeface="Consolas" panose="020B0609020204030204" pitchFamily="49" charset="0"/>
              </a:rPr>
              <a:t>accounts[to]</a:t>
            </a:r>
            <a:r>
              <a:rPr lang="en-US" sz="2800" dirty="0"/>
              <a:t> into a register.</a:t>
            </a:r>
          </a:p>
          <a:p>
            <a:r>
              <a:rPr lang="en-US" sz="2800" dirty="0"/>
              <a:t>Add amount.</a:t>
            </a:r>
          </a:p>
          <a:p>
            <a:r>
              <a:rPr lang="en-US" sz="2800" dirty="0"/>
              <a:t>Move the result back to </a:t>
            </a:r>
            <a:r>
              <a:rPr lang="en-US" sz="2800" dirty="0">
                <a:latin typeface="Consolas" panose="020B0609020204030204" pitchFamily="49" charset="0"/>
              </a:rPr>
              <a:t>accounts[to]</a:t>
            </a:r>
            <a:r>
              <a:rPr lang="en-US" sz="2800" dirty="0"/>
              <a:t>.</a:t>
            </a:r>
          </a:p>
        </p:txBody>
      </p:sp>
      <p:pic>
        <p:nvPicPr>
          <p:cNvPr id="5" name="Picture 4" descr="A diagram of a thread&#10;&#10;Description automatically generated">
            <a:extLst>
              <a:ext uri="{FF2B5EF4-FFF2-40B4-BE49-F238E27FC236}">
                <a16:creationId xmlns:a16="http://schemas.microsoft.com/office/drawing/2014/main" id="{88432220-035E-518A-BEE7-5F6FD4EC813C}"/>
              </a:ext>
            </a:extLst>
          </p:cNvPr>
          <p:cNvPicPr>
            <a:picLocks noChangeAspect="1"/>
          </p:cNvPicPr>
          <p:nvPr/>
        </p:nvPicPr>
        <p:blipFill>
          <a:blip r:embed="rId2"/>
          <a:stretch>
            <a:fillRect/>
          </a:stretch>
        </p:blipFill>
        <p:spPr>
          <a:xfrm>
            <a:off x="8077200" y="27549"/>
            <a:ext cx="10131957" cy="8604601"/>
          </a:xfrm>
          <a:prstGeom prst="rect">
            <a:avLst/>
          </a:prstGeom>
        </p:spPr>
      </p:pic>
    </p:spTree>
    <p:extLst>
      <p:ext uri="{BB962C8B-B14F-4D97-AF65-F5344CB8AC3E}">
        <p14:creationId xmlns:p14="http://schemas.microsoft.com/office/powerpoint/2010/main" val="12443567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37575-4F41-B569-B0AF-BA4E20787D49}"/>
            </a:ext>
          </a:extLst>
        </p:cNvPr>
        <p:cNvGrpSpPr/>
        <p:nvPr/>
      </p:nvGrpSpPr>
      <p:grpSpPr>
        <a:xfrm>
          <a:off x="0" y="0"/>
          <a:ext cx="0" cy="0"/>
          <a:chOff x="0" y="0"/>
          <a:chExt cx="0" cy="0"/>
        </a:xfrm>
      </p:grpSpPr>
      <p:sp>
        <p:nvSpPr>
          <p:cNvPr id="4" name="Title 7">
            <a:extLst>
              <a:ext uri="{FF2B5EF4-FFF2-40B4-BE49-F238E27FC236}">
                <a16:creationId xmlns:a16="http://schemas.microsoft.com/office/drawing/2014/main" id="{438B63B5-A0B9-F816-B5E5-3C5B41FFF244}"/>
              </a:ext>
            </a:extLst>
          </p:cNvPr>
          <p:cNvSpPr txBox="1">
            <a:spLocks/>
          </p:cNvSpPr>
          <p:nvPr/>
        </p:nvSpPr>
        <p:spPr>
          <a:xfrm>
            <a:off x="1760697" y="4846500"/>
            <a:ext cx="14364000" cy="594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371600">
              <a:defRPr/>
            </a:pPr>
            <a:r>
              <a:rPr lang="en-US" sz="4800" dirty="0">
                <a:solidFill>
                  <a:srgbClr val="0070C0"/>
                </a:solidFill>
                <a:latin typeface="Calibri Light" panose="020F0302020204030204"/>
              </a:rPr>
              <a:t>Synchronized vs. Unsynchronized Threads</a:t>
            </a:r>
            <a:endParaRPr lang="en-US" sz="4800" dirty="0">
              <a:solidFill>
                <a:srgbClr val="000000"/>
              </a:solidFill>
              <a:latin typeface="Calibri Light" panose="020F0302020204030204"/>
            </a:endParaRPr>
          </a:p>
        </p:txBody>
      </p:sp>
    </p:spTree>
    <p:extLst>
      <p:ext uri="{BB962C8B-B14F-4D97-AF65-F5344CB8AC3E}">
        <p14:creationId xmlns:p14="http://schemas.microsoft.com/office/powerpoint/2010/main" val="496567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8030F-3DCA-2369-84FE-242A2F868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1B3B32-9BF7-68CF-993B-6FB925C299D9}"/>
              </a:ext>
            </a:extLst>
          </p:cNvPr>
          <p:cNvSpPr>
            <a:spLocks noGrp="1"/>
          </p:cNvSpPr>
          <p:nvPr>
            <p:ph type="title"/>
          </p:nvPr>
        </p:nvSpPr>
        <p:spPr/>
        <p:txBody>
          <a:bodyPr vert="horz" lIns="91425" tIns="91425" rIns="91425" bIns="91425" rtlCol="0" anchor="ctr" anchorCtr="0">
            <a:noAutofit/>
          </a:bodyPr>
          <a:lstStyle/>
          <a:p>
            <a:r>
              <a:rPr lang="en-US" sz="3200" dirty="0"/>
              <a:t>Synchronized vs. Unsynchronized Threads</a:t>
            </a:r>
          </a:p>
        </p:txBody>
      </p:sp>
      <p:sp>
        <p:nvSpPr>
          <p:cNvPr id="4" name="Text Placeholder 3">
            <a:extLst>
              <a:ext uri="{FF2B5EF4-FFF2-40B4-BE49-F238E27FC236}">
                <a16:creationId xmlns:a16="http://schemas.microsoft.com/office/drawing/2014/main" id="{079419B0-FAC5-B069-A7FF-F40BAB135F04}"/>
              </a:ext>
            </a:extLst>
          </p:cNvPr>
          <p:cNvSpPr>
            <a:spLocks noGrp="1"/>
          </p:cNvSpPr>
          <p:nvPr>
            <p:ph type="body" sz="quarter" idx="10"/>
          </p:nvPr>
        </p:nvSpPr>
        <p:spPr/>
        <p:txBody>
          <a:bodyPr/>
          <a:lstStyle/>
          <a:p>
            <a:endParaRPr lang="en-CA" dirty="0"/>
          </a:p>
        </p:txBody>
      </p:sp>
      <p:pic>
        <p:nvPicPr>
          <p:cNvPr id="7" name="Picture 6" descr="A graph paper with several different types of threads&#10;&#10;Description automatically generated">
            <a:extLst>
              <a:ext uri="{FF2B5EF4-FFF2-40B4-BE49-F238E27FC236}">
                <a16:creationId xmlns:a16="http://schemas.microsoft.com/office/drawing/2014/main" id="{1380ADAA-29AB-15FA-CE96-E68374687377}"/>
              </a:ext>
            </a:extLst>
          </p:cNvPr>
          <p:cNvPicPr>
            <a:picLocks noChangeAspect="1"/>
          </p:cNvPicPr>
          <p:nvPr/>
        </p:nvPicPr>
        <p:blipFill>
          <a:blip r:embed="rId2"/>
          <a:stretch>
            <a:fillRect/>
          </a:stretch>
        </p:blipFill>
        <p:spPr>
          <a:xfrm>
            <a:off x="5596523" y="2502475"/>
            <a:ext cx="7094953" cy="6571379"/>
          </a:xfrm>
          <a:prstGeom prst="rect">
            <a:avLst/>
          </a:prstGeom>
        </p:spPr>
      </p:pic>
    </p:spTree>
    <p:extLst>
      <p:ext uri="{BB962C8B-B14F-4D97-AF65-F5344CB8AC3E}">
        <p14:creationId xmlns:p14="http://schemas.microsoft.com/office/powerpoint/2010/main" val="38432886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63572-1107-30BE-4970-2EE1C087A0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D93D99-71DD-A31C-C136-9119A7032466}"/>
              </a:ext>
            </a:extLst>
          </p:cNvPr>
          <p:cNvSpPr>
            <a:spLocks noGrp="1"/>
          </p:cNvSpPr>
          <p:nvPr>
            <p:ph type="title"/>
          </p:nvPr>
        </p:nvSpPr>
        <p:spPr/>
        <p:txBody>
          <a:bodyPr/>
          <a:lstStyle/>
          <a:p>
            <a:r>
              <a:rPr lang="en-US" sz="3200" dirty="0"/>
              <a:t>Creating Conditions</a:t>
            </a:r>
          </a:p>
        </p:txBody>
      </p:sp>
      <p:sp>
        <p:nvSpPr>
          <p:cNvPr id="5" name="Text Placeholder 4">
            <a:extLst>
              <a:ext uri="{FF2B5EF4-FFF2-40B4-BE49-F238E27FC236}">
                <a16:creationId xmlns:a16="http://schemas.microsoft.com/office/drawing/2014/main" id="{E7474674-05F3-3EF2-003C-CCAF0257B4E8}"/>
              </a:ext>
            </a:extLst>
          </p:cNvPr>
          <p:cNvSpPr>
            <a:spLocks noGrp="1"/>
          </p:cNvSpPr>
          <p:nvPr>
            <p:ph type="body" sz="quarter" idx="10"/>
          </p:nvPr>
        </p:nvSpPr>
        <p:spPr/>
        <p:txBody>
          <a:bodyPr/>
          <a:lstStyle/>
          <a:p>
            <a:endParaRPr lang="en-CA"/>
          </a:p>
        </p:txBody>
      </p:sp>
      <p:pic>
        <p:nvPicPr>
          <p:cNvPr id="6" name="Picture 5" descr="A white background with black text&#10;&#10;Description automatically generated">
            <a:extLst>
              <a:ext uri="{FF2B5EF4-FFF2-40B4-BE49-F238E27FC236}">
                <a16:creationId xmlns:a16="http://schemas.microsoft.com/office/drawing/2014/main" id="{5366DCA6-FE50-4FF2-B2A5-A41F4D0EFD84}"/>
              </a:ext>
            </a:extLst>
          </p:cNvPr>
          <p:cNvPicPr>
            <a:picLocks noChangeAspect="1"/>
          </p:cNvPicPr>
          <p:nvPr/>
        </p:nvPicPr>
        <p:blipFill>
          <a:blip r:embed="rId2"/>
          <a:stretch>
            <a:fillRect/>
          </a:stretch>
        </p:blipFill>
        <p:spPr>
          <a:xfrm>
            <a:off x="1743075" y="1654528"/>
            <a:ext cx="8601308" cy="4549968"/>
          </a:xfrm>
          <a:prstGeom prst="rect">
            <a:avLst/>
          </a:prstGeom>
        </p:spPr>
      </p:pic>
      <p:pic>
        <p:nvPicPr>
          <p:cNvPr id="4" name="Picture 3" descr="A screenshot of a computer code&#10;&#10;Description automatically generated">
            <a:extLst>
              <a:ext uri="{FF2B5EF4-FFF2-40B4-BE49-F238E27FC236}">
                <a16:creationId xmlns:a16="http://schemas.microsoft.com/office/drawing/2014/main" id="{70B3097E-6903-F161-EF05-490CCC049634}"/>
              </a:ext>
            </a:extLst>
          </p:cNvPr>
          <p:cNvPicPr>
            <a:picLocks noChangeAspect="1"/>
          </p:cNvPicPr>
          <p:nvPr/>
        </p:nvPicPr>
        <p:blipFill>
          <a:blip r:embed="rId3"/>
          <a:stretch>
            <a:fillRect/>
          </a:stretch>
        </p:blipFill>
        <p:spPr>
          <a:xfrm>
            <a:off x="9908971" y="3425382"/>
            <a:ext cx="8379029" cy="5558228"/>
          </a:xfrm>
          <a:prstGeom prst="rect">
            <a:avLst/>
          </a:prstGeom>
        </p:spPr>
      </p:pic>
    </p:spTree>
    <p:extLst>
      <p:ext uri="{BB962C8B-B14F-4D97-AF65-F5344CB8AC3E}">
        <p14:creationId xmlns:p14="http://schemas.microsoft.com/office/powerpoint/2010/main" val="39904667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DB91D-064D-C7A2-8B21-EC431B649A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7B253E-DBE9-F96F-CC76-874ECB649F97}"/>
              </a:ext>
            </a:extLst>
          </p:cNvPr>
          <p:cNvSpPr>
            <a:spLocks noGrp="1"/>
          </p:cNvSpPr>
          <p:nvPr>
            <p:ph type="title"/>
          </p:nvPr>
        </p:nvSpPr>
        <p:spPr/>
        <p:txBody>
          <a:bodyPr/>
          <a:lstStyle/>
          <a:p>
            <a:r>
              <a:rPr lang="en-US" sz="3200" dirty="0"/>
              <a:t>Locks and Conditions</a:t>
            </a:r>
          </a:p>
        </p:txBody>
      </p:sp>
      <p:sp>
        <p:nvSpPr>
          <p:cNvPr id="3" name="Content Placeholder 2">
            <a:extLst>
              <a:ext uri="{FF2B5EF4-FFF2-40B4-BE49-F238E27FC236}">
                <a16:creationId xmlns:a16="http://schemas.microsoft.com/office/drawing/2014/main" id="{53639E69-D976-35DE-AC21-35CF2B795771}"/>
              </a:ext>
            </a:extLst>
          </p:cNvPr>
          <p:cNvSpPr>
            <a:spLocks noGrp="1"/>
          </p:cNvSpPr>
          <p:nvPr>
            <p:ph type="body" sz="quarter" idx="10"/>
          </p:nvPr>
        </p:nvSpPr>
        <p:spPr/>
        <p:txBody>
          <a:bodyPr>
            <a:normAutofit/>
          </a:bodyPr>
          <a:lstStyle/>
          <a:p>
            <a:r>
              <a:rPr lang="en-US" sz="2800" dirty="0"/>
              <a:t>A lock protects sections of code, allowing only one thread to execute the code at a time.</a:t>
            </a:r>
          </a:p>
          <a:p>
            <a:endParaRPr lang="en-US" sz="2800" dirty="0"/>
          </a:p>
          <a:p>
            <a:r>
              <a:rPr lang="en-US" sz="2800" dirty="0"/>
              <a:t>A lock manages threads that are trying to enter a protected code segment.</a:t>
            </a:r>
          </a:p>
          <a:p>
            <a:endParaRPr lang="en-US" sz="2800" dirty="0"/>
          </a:p>
          <a:p>
            <a:r>
              <a:rPr lang="en-US" sz="2800" dirty="0"/>
              <a:t>A lock can have one or more associated condition objects.</a:t>
            </a:r>
          </a:p>
          <a:p>
            <a:endParaRPr lang="en-US" sz="2800" dirty="0"/>
          </a:p>
          <a:p>
            <a:r>
              <a:rPr lang="en-US" sz="2800" dirty="0"/>
              <a:t>Each condition object manages threads that have entered a protected code section but that cannot proceed.</a:t>
            </a:r>
          </a:p>
        </p:txBody>
      </p:sp>
    </p:spTree>
    <p:extLst>
      <p:ext uri="{BB962C8B-B14F-4D97-AF65-F5344CB8AC3E}">
        <p14:creationId xmlns:p14="http://schemas.microsoft.com/office/powerpoint/2010/main" val="30766138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F5D17-BAE9-16C3-6553-9D907E035C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F9CCCD-7095-3E5A-4720-8FDACB9FF750}"/>
              </a:ext>
            </a:extLst>
          </p:cNvPr>
          <p:cNvSpPr>
            <a:spLocks noGrp="1"/>
          </p:cNvSpPr>
          <p:nvPr>
            <p:ph type="title"/>
          </p:nvPr>
        </p:nvSpPr>
        <p:spPr/>
        <p:txBody>
          <a:bodyPr/>
          <a:lstStyle/>
          <a:p>
            <a:r>
              <a:rPr lang="en-US" dirty="0"/>
              <a:t>Synchronized Keyword</a:t>
            </a:r>
          </a:p>
        </p:txBody>
      </p:sp>
      <p:sp>
        <p:nvSpPr>
          <p:cNvPr id="4" name="Text Placeholder 3">
            <a:extLst>
              <a:ext uri="{FF2B5EF4-FFF2-40B4-BE49-F238E27FC236}">
                <a16:creationId xmlns:a16="http://schemas.microsoft.com/office/drawing/2014/main" id="{C323F0B7-0A99-BE8A-6237-0FC5F49CEF03}"/>
              </a:ext>
            </a:extLst>
          </p:cNvPr>
          <p:cNvSpPr>
            <a:spLocks noGrp="1"/>
          </p:cNvSpPr>
          <p:nvPr>
            <p:ph type="body" sz="quarter" idx="10"/>
          </p:nvPr>
        </p:nvSpPr>
        <p:spPr/>
        <p:txBody>
          <a:bodyPr/>
          <a:lstStyle/>
          <a:p>
            <a:endParaRPr lang="en-CA" dirty="0"/>
          </a:p>
        </p:txBody>
      </p:sp>
      <p:pic>
        <p:nvPicPr>
          <p:cNvPr id="5" name="Picture 4" descr="A computer code with text&#10;&#10;Description automatically generated">
            <a:extLst>
              <a:ext uri="{FF2B5EF4-FFF2-40B4-BE49-F238E27FC236}">
                <a16:creationId xmlns:a16="http://schemas.microsoft.com/office/drawing/2014/main" id="{F6A26D0D-088B-9428-1757-A03A523C662D}"/>
              </a:ext>
            </a:extLst>
          </p:cNvPr>
          <p:cNvPicPr>
            <a:picLocks noChangeAspect="1"/>
          </p:cNvPicPr>
          <p:nvPr/>
        </p:nvPicPr>
        <p:blipFill>
          <a:blip r:embed="rId2"/>
          <a:srcRect r="28564"/>
          <a:stretch>
            <a:fillRect/>
          </a:stretch>
        </p:blipFill>
        <p:spPr>
          <a:xfrm>
            <a:off x="9701212" y="2506176"/>
            <a:ext cx="7062788" cy="6191250"/>
          </a:xfrm>
          <a:prstGeom prst="rect">
            <a:avLst/>
          </a:prstGeom>
        </p:spPr>
      </p:pic>
      <p:pic>
        <p:nvPicPr>
          <p:cNvPr id="8" name="Picture 7" descr="A close-up of a person's hand&#10;&#10;Description automatically generated">
            <a:extLst>
              <a:ext uri="{FF2B5EF4-FFF2-40B4-BE49-F238E27FC236}">
                <a16:creationId xmlns:a16="http://schemas.microsoft.com/office/drawing/2014/main" id="{9C762AE2-A42A-33D3-1871-E7E24562CAB9}"/>
              </a:ext>
            </a:extLst>
          </p:cNvPr>
          <p:cNvPicPr>
            <a:picLocks noChangeAspect="1"/>
          </p:cNvPicPr>
          <p:nvPr/>
        </p:nvPicPr>
        <p:blipFill>
          <a:blip r:embed="rId3"/>
          <a:stretch>
            <a:fillRect/>
          </a:stretch>
        </p:blipFill>
        <p:spPr>
          <a:xfrm>
            <a:off x="1743075" y="2526507"/>
            <a:ext cx="7677150" cy="2362200"/>
          </a:xfrm>
          <a:prstGeom prst="rect">
            <a:avLst/>
          </a:prstGeom>
        </p:spPr>
      </p:pic>
      <p:sp>
        <p:nvSpPr>
          <p:cNvPr id="9" name="Right Arrow 8">
            <a:extLst>
              <a:ext uri="{FF2B5EF4-FFF2-40B4-BE49-F238E27FC236}">
                <a16:creationId xmlns:a16="http://schemas.microsoft.com/office/drawing/2014/main" id="{DCDD222F-ED75-B72E-615D-607141284E9D}"/>
              </a:ext>
            </a:extLst>
          </p:cNvPr>
          <p:cNvSpPr/>
          <p:nvPr/>
        </p:nvSpPr>
        <p:spPr>
          <a:xfrm>
            <a:off x="8429702" y="3400788"/>
            <a:ext cx="1319135" cy="1461542"/>
          </a:xfrm>
          <a:prstGeom prst="right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52462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374E7-9E7C-22B1-6C0B-BCA9018A65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AA67E-0B01-8039-A41E-B9A83817BD61}"/>
              </a:ext>
            </a:extLst>
          </p:cNvPr>
          <p:cNvSpPr>
            <a:spLocks noGrp="1"/>
          </p:cNvSpPr>
          <p:nvPr>
            <p:ph type="title"/>
          </p:nvPr>
        </p:nvSpPr>
        <p:spPr/>
        <p:txBody>
          <a:bodyPr/>
          <a:lstStyle/>
          <a:p>
            <a:r>
              <a:rPr lang="en-US" sz="3200" dirty="0"/>
              <a:t>Limitations of Intrinsic Lock and Conditions</a:t>
            </a:r>
          </a:p>
        </p:txBody>
      </p:sp>
      <p:sp>
        <p:nvSpPr>
          <p:cNvPr id="5" name="Text Placeholder 4">
            <a:extLst>
              <a:ext uri="{FF2B5EF4-FFF2-40B4-BE49-F238E27FC236}">
                <a16:creationId xmlns:a16="http://schemas.microsoft.com/office/drawing/2014/main" id="{F571FE8C-744F-7A51-4078-3D2CF63F8254}"/>
              </a:ext>
            </a:extLst>
          </p:cNvPr>
          <p:cNvSpPr>
            <a:spLocks noGrp="1"/>
          </p:cNvSpPr>
          <p:nvPr>
            <p:ph type="body" sz="quarter" idx="10"/>
          </p:nvPr>
        </p:nvSpPr>
        <p:spPr/>
        <p:txBody>
          <a:bodyPr>
            <a:normAutofit/>
          </a:bodyPr>
          <a:lstStyle/>
          <a:p>
            <a:r>
              <a:rPr lang="en-US" sz="2800" dirty="0"/>
              <a:t>Cannot interrupt a thread that is trying to acquire a lock.</a:t>
            </a:r>
          </a:p>
          <a:p>
            <a:endParaRPr lang="en-US" sz="2800" dirty="0"/>
          </a:p>
          <a:p>
            <a:r>
              <a:rPr lang="en-US" sz="2800" dirty="0"/>
              <a:t>Cannot specify a timeout when trying to acquire a lock.</a:t>
            </a:r>
          </a:p>
          <a:p>
            <a:endParaRPr lang="en-US" sz="2800" dirty="0"/>
          </a:p>
          <a:p>
            <a:r>
              <a:rPr lang="en-US" sz="2800" dirty="0"/>
              <a:t>Having a single condition per lock can be inefﬁcient.</a:t>
            </a:r>
          </a:p>
          <a:p>
            <a:endParaRPr lang="en-CA" sz="2800" dirty="0"/>
          </a:p>
        </p:txBody>
      </p:sp>
    </p:spTree>
    <p:extLst>
      <p:ext uri="{BB962C8B-B14F-4D97-AF65-F5344CB8AC3E}">
        <p14:creationId xmlns:p14="http://schemas.microsoft.com/office/powerpoint/2010/main" val="21736603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59D12-A329-292D-EF9D-DFAECC9362FF}"/>
              </a:ext>
            </a:extLst>
          </p:cNvPr>
          <p:cNvSpPr>
            <a:spLocks noGrp="1"/>
          </p:cNvSpPr>
          <p:nvPr>
            <p:ph type="title"/>
          </p:nvPr>
        </p:nvSpPr>
        <p:spPr/>
        <p:txBody>
          <a:bodyPr/>
          <a:lstStyle/>
          <a:p>
            <a:r>
              <a:rPr lang="en-US" sz="3200" dirty="0"/>
              <a:t>Synchronized Block</a:t>
            </a:r>
          </a:p>
        </p:txBody>
      </p:sp>
      <p:sp>
        <p:nvSpPr>
          <p:cNvPr id="3" name="Content Placeholder 2">
            <a:extLst>
              <a:ext uri="{FF2B5EF4-FFF2-40B4-BE49-F238E27FC236}">
                <a16:creationId xmlns:a16="http://schemas.microsoft.com/office/drawing/2014/main" id="{F35EB6FB-9CAC-0B8E-3454-6FD89719922D}"/>
              </a:ext>
            </a:extLst>
          </p:cNvPr>
          <p:cNvSpPr>
            <a:spLocks noGrp="1"/>
          </p:cNvSpPr>
          <p:nvPr>
            <p:ph type="body" sz="quarter" idx="10"/>
          </p:nvPr>
        </p:nvSpPr>
        <p:spPr/>
        <p:txBody>
          <a:bodyPr>
            <a:normAutofit/>
          </a:bodyPr>
          <a:lstStyle/>
          <a:p>
            <a:pPr marL="0" indent="0">
              <a:buNone/>
            </a:pPr>
            <a:r>
              <a:rPr lang="en-US" sz="2800" dirty="0">
                <a:solidFill>
                  <a:srgbClr val="FF0000"/>
                </a:solidFill>
                <a:latin typeface="Consolas" panose="020B0609020204030204" pitchFamily="49" charset="0"/>
              </a:rPr>
              <a:t>synchronized (obj) </a:t>
            </a:r>
            <a:r>
              <a:rPr lang="en-US" sz="2800" dirty="0">
                <a:solidFill>
                  <a:schemeClr val="accent1"/>
                </a:solidFill>
                <a:latin typeface="Consolas" panose="020B0609020204030204" pitchFamily="49" charset="0"/>
              </a:rPr>
              <a:t>// this is the syntax for a synchronized block </a:t>
            </a:r>
          </a:p>
          <a:p>
            <a:pPr marL="0" indent="0">
              <a:buNone/>
            </a:pPr>
            <a:r>
              <a:rPr lang="en-US" sz="2800" dirty="0">
                <a:solidFill>
                  <a:srgbClr val="FF0000"/>
                </a:solidFill>
                <a:latin typeface="Consolas" panose="020B0609020204030204" pitchFamily="49" charset="0"/>
              </a:rPr>
              <a:t>{ </a:t>
            </a:r>
          </a:p>
          <a:p>
            <a:pPr marL="0" indent="0">
              <a:buNone/>
            </a:pPr>
            <a:r>
              <a:rPr lang="en-US" sz="2800" dirty="0">
                <a:solidFill>
                  <a:srgbClr val="FF0000"/>
                </a:solidFill>
                <a:latin typeface="Consolas" panose="020B0609020204030204" pitchFamily="49" charset="0"/>
              </a:rPr>
              <a:t>	critical section </a:t>
            </a:r>
          </a:p>
          <a:p>
            <a:pPr marL="0" indent="0">
              <a:buNone/>
            </a:pPr>
            <a:r>
              <a:rPr lang="en-US" sz="2800" dirty="0">
                <a:solidFill>
                  <a:srgbClr val="FF0000"/>
                </a:solidFill>
                <a:latin typeface="Consolas" panose="020B0609020204030204" pitchFamily="49" charset="0"/>
              </a:rPr>
              <a:t>}</a:t>
            </a:r>
          </a:p>
        </p:txBody>
      </p:sp>
    </p:spTree>
    <p:extLst>
      <p:ext uri="{BB962C8B-B14F-4D97-AF65-F5344CB8AC3E}">
        <p14:creationId xmlns:p14="http://schemas.microsoft.com/office/powerpoint/2010/main" val="25531400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B5D33-475A-DFA6-DA4F-2F57673304B6}"/>
              </a:ext>
            </a:extLst>
          </p:cNvPr>
          <p:cNvSpPr>
            <a:spLocks noGrp="1"/>
          </p:cNvSpPr>
          <p:nvPr>
            <p:ph type="title"/>
          </p:nvPr>
        </p:nvSpPr>
        <p:spPr/>
        <p:txBody>
          <a:bodyPr/>
          <a:lstStyle/>
          <a:p>
            <a:r>
              <a:rPr lang="en-US" sz="3200" dirty="0"/>
              <a:t>Synchronized Block</a:t>
            </a:r>
          </a:p>
        </p:txBody>
      </p:sp>
      <p:sp>
        <p:nvSpPr>
          <p:cNvPr id="4" name="Text Placeholder 3">
            <a:extLst>
              <a:ext uri="{FF2B5EF4-FFF2-40B4-BE49-F238E27FC236}">
                <a16:creationId xmlns:a16="http://schemas.microsoft.com/office/drawing/2014/main" id="{6B6DBD48-CF38-621C-E320-C5C34168AF24}"/>
              </a:ext>
            </a:extLst>
          </p:cNvPr>
          <p:cNvSpPr>
            <a:spLocks noGrp="1"/>
          </p:cNvSpPr>
          <p:nvPr>
            <p:ph type="body" sz="quarter" idx="10"/>
          </p:nvPr>
        </p:nvSpPr>
        <p:spPr/>
        <p:txBody>
          <a:bodyPr/>
          <a:lstStyle/>
          <a:p>
            <a:endParaRPr lang="en-CA" dirty="0"/>
          </a:p>
        </p:txBody>
      </p:sp>
      <p:pic>
        <p:nvPicPr>
          <p:cNvPr id="5" name="Content Placeholder 4" descr="A white screen with black text&#10;&#10;Description automatically generated">
            <a:extLst>
              <a:ext uri="{FF2B5EF4-FFF2-40B4-BE49-F238E27FC236}">
                <a16:creationId xmlns:a16="http://schemas.microsoft.com/office/drawing/2014/main" id="{D7AEA329-C5BE-7B43-9362-E665676BB746}"/>
              </a:ext>
            </a:extLst>
          </p:cNvPr>
          <p:cNvPicPr>
            <a:picLocks noGrp="1" noChangeAspect="1"/>
          </p:cNvPicPr>
          <p:nvPr>
            <p:ph idx="4294967295"/>
          </p:nvPr>
        </p:nvPicPr>
        <p:blipFill>
          <a:blip r:embed="rId2"/>
          <a:stretch>
            <a:fillRect/>
          </a:stretch>
        </p:blipFill>
        <p:spPr>
          <a:xfrm>
            <a:off x="1743075" y="2526508"/>
            <a:ext cx="11439525" cy="6522498"/>
          </a:xfrm>
        </p:spPr>
      </p:pic>
    </p:spTree>
    <p:extLst>
      <p:ext uri="{BB962C8B-B14F-4D97-AF65-F5344CB8AC3E}">
        <p14:creationId xmlns:p14="http://schemas.microsoft.com/office/powerpoint/2010/main" val="10373362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38144-F172-B770-1368-738286001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75A091-5118-3E6F-484A-58B50F719AA5}"/>
              </a:ext>
            </a:extLst>
          </p:cNvPr>
          <p:cNvSpPr>
            <a:spLocks noGrp="1"/>
          </p:cNvSpPr>
          <p:nvPr>
            <p:ph type="title"/>
          </p:nvPr>
        </p:nvSpPr>
        <p:spPr/>
        <p:txBody>
          <a:bodyPr/>
          <a:lstStyle/>
          <a:p>
            <a:r>
              <a:rPr lang="en-US" sz="3200" dirty="0"/>
              <a:t>Synchronized Block</a:t>
            </a:r>
          </a:p>
        </p:txBody>
      </p:sp>
      <p:sp>
        <p:nvSpPr>
          <p:cNvPr id="6" name="Text Placeholder 5">
            <a:extLst>
              <a:ext uri="{FF2B5EF4-FFF2-40B4-BE49-F238E27FC236}">
                <a16:creationId xmlns:a16="http://schemas.microsoft.com/office/drawing/2014/main" id="{C191F7A5-3BC8-BF9B-A6F8-3F68C11A0CCE}"/>
              </a:ext>
            </a:extLst>
          </p:cNvPr>
          <p:cNvSpPr>
            <a:spLocks noGrp="1"/>
          </p:cNvSpPr>
          <p:nvPr>
            <p:ph type="body" sz="quarter" idx="10"/>
          </p:nvPr>
        </p:nvSpPr>
        <p:spPr/>
        <p:txBody>
          <a:bodyPr/>
          <a:lstStyle/>
          <a:p>
            <a:endParaRPr lang="en-CA" dirty="0"/>
          </a:p>
        </p:txBody>
      </p:sp>
      <p:pic>
        <p:nvPicPr>
          <p:cNvPr id="5" name="Content Placeholder 4" descr="A white screen with black text&#10;&#10;Description automatically generated">
            <a:extLst>
              <a:ext uri="{FF2B5EF4-FFF2-40B4-BE49-F238E27FC236}">
                <a16:creationId xmlns:a16="http://schemas.microsoft.com/office/drawing/2014/main" id="{7316B4B6-BF71-6772-240A-A2F70E74C305}"/>
              </a:ext>
            </a:extLst>
          </p:cNvPr>
          <p:cNvPicPr>
            <a:picLocks noGrp="1" noChangeAspect="1"/>
          </p:cNvPicPr>
          <p:nvPr>
            <p:ph idx="4294967295"/>
          </p:nvPr>
        </p:nvPicPr>
        <p:blipFill>
          <a:blip r:embed="rId2"/>
          <a:stretch>
            <a:fillRect/>
          </a:stretch>
        </p:blipFill>
        <p:spPr>
          <a:xfrm>
            <a:off x="1741903" y="2556401"/>
            <a:ext cx="11367337" cy="6480444"/>
          </a:xfrm>
        </p:spPr>
      </p:pic>
      <p:sp>
        <p:nvSpPr>
          <p:cNvPr id="3" name="Rectangle 2">
            <a:extLst>
              <a:ext uri="{FF2B5EF4-FFF2-40B4-BE49-F238E27FC236}">
                <a16:creationId xmlns:a16="http://schemas.microsoft.com/office/drawing/2014/main" id="{B94C07DB-DE06-756B-4094-2ADCA24E8923}"/>
              </a:ext>
            </a:extLst>
          </p:cNvPr>
          <p:cNvSpPr/>
          <p:nvPr/>
        </p:nvSpPr>
        <p:spPr>
          <a:xfrm>
            <a:off x="3429000" y="8115300"/>
            <a:ext cx="12430125" cy="779219"/>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Careful about String Literal, Integer wrapper and static fields. Why???</a:t>
            </a:r>
          </a:p>
        </p:txBody>
      </p:sp>
    </p:spTree>
    <p:extLst>
      <p:ext uri="{BB962C8B-B14F-4D97-AF65-F5344CB8AC3E}">
        <p14:creationId xmlns:p14="http://schemas.microsoft.com/office/powerpoint/2010/main" val="41287812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D5D04-409D-E1B2-C3A7-E90C66259504}"/>
            </a:ext>
          </a:extLst>
        </p:cNvPr>
        <p:cNvGrpSpPr/>
        <p:nvPr/>
      </p:nvGrpSpPr>
      <p:grpSpPr>
        <a:xfrm>
          <a:off x="0" y="0"/>
          <a:ext cx="0" cy="0"/>
          <a:chOff x="0" y="0"/>
          <a:chExt cx="0" cy="0"/>
        </a:xfrm>
      </p:grpSpPr>
      <p:sp>
        <p:nvSpPr>
          <p:cNvPr id="4" name="Title 7">
            <a:extLst>
              <a:ext uri="{FF2B5EF4-FFF2-40B4-BE49-F238E27FC236}">
                <a16:creationId xmlns:a16="http://schemas.microsoft.com/office/drawing/2014/main" id="{A1E50540-1C31-8CBC-8A5E-C4A54B2A4F0F}"/>
              </a:ext>
            </a:extLst>
          </p:cNvPr>
          <p:cNvSpPr txBox="1">
            <a:spLocks/>
          </p:cNvSpPr>
          <p:nvPr/>
        </p:nvSpPr>
        <p:spPr>
          <a:xfrm>
            <a:off x="1760697" y="4846500"/>
            <a:ext cx="14364000" cy="594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371600">
              <a:defRPr/>
            </a:pPr>
            <a:r>
              <a:rPr lang="en-US" sz="4800" dirty="0">
                <a:solidFill>
                  <a:srgbClr val="0070C0"/>
                </a:solidFill>
                <a:latin typeface="Calibri Light" panose="020F0302020204030204"/>
              </a:rPr>
              <a:t>Deadlocks</a:t>
            </a:r>
            <a:endParaRPr lang="en-US" sz="4800" dirty="0">
              <a:solidFill>
                <a:srgbClr val="000000"/>
              </a:solidFill>
              <a:latin typeface="Calibri Light" panose="020F0302020204030204"/>
            </a:endParaRPr>
          </a:p>
        </p:txBody>
      </p:sp>
    </p:spTree>
    <p:extLst>
      <p:ext uri="{BB962C8B-B14F-4D97-AF65-F5344CB8AC3E}">
        <p14:creationId xmlns:p14="http://schemas.microsoft.com/office/powerpoint/2010/main" val="19009967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94A9-DE7F-2159-D675-291947FC0C2D}"/>
              </a:ext>
            </a:extLst>
          </p:cNvPr>
          <p:cNvSpPr>
            <a:spLocks noGrp="1"/>
          </p:cNvSpPr>
          <p:nvPr>
            <p:ph type="title"/>
          </p:nvPr>
        </p:nvSpPr>
        <p:spPr/>
        <p:txBody>
          <a:bodyPr/>
          <a:lstStyle/>
          <a:p>
            <a:r>
              <a:rPr lang="en-US" sz="3200" dirty="0"/>
              <a:t>Deadlock</a:t>
            </a:r>
          </a:p>
        </p:txBody>
      </p:sp>
      <p:sp>
        <p:nvSpPr>
          <p:cNvPr id="3" name="Content Placeholder 2">
            <a:extLst>
              <a:ext uri="{FF2B5EF4-FFF2-40B4-BE49-F238E27FC236}">
                <a16:creationId xmlns:a16="http://schemas.microsoft.com/office/drawing/2014/main" id="{3C676AAE-495E-FD6D-81DE-1D87D9728A6F}"/>
              </a:ext>
            </a:extLst>
          </p:cNvPr>
          <p:cNvSpPr>
            <a:spLocks noGrp="1"/>
          </p:cNvSpPr>
          <p:nvPr>
            <p:ph type="body" sz="quarter" idx="10"/>
          </p:nvPr>
        </p:nvSpPr>
        <p:spPr/>
        <p:txBody>
          <a:bodyPr>
            <a:normAutofit/>
          </a:bodyPr>
          <a:lstStyle/>
          <a:p>
            <a:pPr marL="0" indent="0">
              <a:buNone/>
            </a:pPr>
            <a:r>
              <a:rPr lang="en-US" sz="2800" dirty="0">
                <a:solidFill>
                  <a:srgbClr val="FF0000"/>
                </a:solidFill>
              </a:rPr>
              <a:t>Account 1: $200</a:t>
            </a:r>
          </a:p>
          <a:p>
            <a:pPr marL="0" indent="0">
              <a:buNone/>
            </a:pPr>
            <a:r>
              <a:rPr lang="en-US" sz="2800" dirty="0">
                <a:solidFill>
                  <a:srgbClr val="FF0000"/>
                </a:solidFill>
              </a:rPr>
              <a:t>Account 2: $300</a:t>
            </a:r>
          </a:p>
          <a:p>
            <a:endParaRPr lang="en-US" sz="2800" dirty="0"/>
          </a:p>
          <a:p>
            <a:r>
              <a:rPr lang="en-US" sz="2800" dirty="0"/>
              <a:t>Thread 1: Transfer $300 from Account 1 to Account 2</a:t>
            </a:r>
          </a:p>
          <a:p>
            <a:endParaRPr lang="en-US" sz="2800" dirty="0"/>
          </a:p>
          <a:p>
            <a:r>
              <a:rPr lang="en-US" sz="2800" dirty="0"/>
              <a:t>Thread 2: Transfer $400 from Account 2 to Account 1</a:t>
            </a:r>
          </a:p>
        </p:txBody>
      </p:sp>
    </p:spTree>
    <p:extLst>
      <p:ext uri="{BB962C8B-B14F-4D97-AF65-F5344CB8AC3E}">
        <p14:creationId xmlns:p14="http://schemas.microsoft.com/office/powerpoint/2010/main" val="33541572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054CE-9466-4B27-8782-3FC56AEA32BB}"/>
              </a:ext>
            </a:extLst>
          </p:cNvPr>
          <p:cNvSpPr>
            <a:spLocks noGrp="1"/>
          </p:cNvSpPr>
          <p:nvPr>
            <p:ph type="title"/>
          </p:nvPr>
        </p:nvSpPr>
        <p:spPr/>
        <p:txBody>
          <a:bodyPr/>
          <a:lstStyle/>
          <a:p>
            <a:r>
              <a:rPr lang="en-US" sz="3200" dirty="0"/>
              <a:t>Deadlock</a:t>
            </a:r>
          </a:p>
        </p:txBody>
      </p:sp>
      <p:sp>
        <p:nvSpPr>
          <p:cNvPr id="4" name="Text Placeholder 3">
            <a:extLst>
              <a:ext uri="{FF2B5EF4-FFF2-40B4-BE49-F238E27FC236}">
                <a16:creationId xmlns:a16="http://schemas.microsoft.com/office/drawing/2014/main" id="{68CB5AF7-C012-1473-740D-F75EAB928B69}"/>
              </a:ext>
            </a:extLst>
          </p:cNvPr>
          <p:cNvSpPr>
            <a:spLocks noGrp="1"/>
          </p:cNvSpPr>
          <p:nvPr>
            <p:ph type="body" sz="quarter" idx="10"/>
          </p:nvPr>
        </p:nvSpPr>
        <p:spPr/>
        <p:txBody>
          <a:bodyPr/>
          <a:lstStyle/>
          <a:p>
            <a:endParaRPr lang="en-CA"/>
          </a:p>
        </p:txBody>
      </p:sp>
      <p:pic>
        <p:nvPicPr>
          <p:cNvPr id="5" name="Picture 4" descr="A graph paper with a graph and a diagram&#10;&#10;Description automatically generated">
            <a:extLst>
              <a:ext uri="{FF2B5EF4-FFF2-40B4-BE49-F238E27FC236}">
                <a16:creationId xmlns:a16="http://schemas.microsoft.com/office/drawing/2014/main" id="{8B4D993D-77DD-4489-BC1D-5073DA57F0F1}"/>
              </a:ext>
            </a:extLst>
          </p:cNvPr>
          <p:cNvPicPr>
            <a:picLocks noChangeAspect="1"/>
          </p:cNvPicPr>
          <p:nvPr/>
        </p:nvPicPr>
        <p:blipFill>
          <a:blip r:embed="rId2"/>
          <a:stretch>
            <a:fillRect/>
          </a:stretch>
        </p:blipFill>
        <p:spPr>
          <a:xfrm>
            <a:off x="5615996" y="1636357"/>
            <a:ext cx="7056007" cy="7212807"/>
          </a:xfrm>
          <a:prstGeom prst="rect">
            <a:avLst/>
          </a:prstGeom>
        </p:spPr>
      </p:pic>
    </p:spTree>
    <p:extLst>
      <p:ext uri="{BB962C8B-B14F-4D97-AF65-F5344CB8AC3E}">
        <p14:creationId xmlns:p14="http://schemas.microsoft.com/office/powerpoint/2010/main" val="42820167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ED52F-A1CD-78F2-EDD2-34D26B6D135A}"/>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002DB03E-7FD2-BA63-6D74-04BCDEE1B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0250" y="5699138"/>
            <a:ext cx="6924675" cy="32861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04DF219-10DA-6DB8-1A24-D7F64F865030}"/>
              </a:ext>
            </a:extLst>
          </p:cNvPr>
          <p:cNvSpPr>
            <a:spLocks noGrp="1"/>
          </p:cNvSpPr>
          <p:nvPr>
            <p:ph type="title"/>
          </p:nvPr>
        </p:nvSpPr>
        <p:spPr>
          <a:xfrm>
            <a:off x="1743112" y="1283566"/>
            <a:ext cx="14364000" cy="594000"/>
          </a:xfrm>
        </p:spPr>
        <p:txBody>
          <a:bodyPr/>
          <a:lstStyle/>
          <a:p>
            <a:r>
              <a:rPr lang="en-US" sz="3200" dirty="0"/>
              <a:t>Deadlocks in Databases</a:t>
            </a:r>
          </a:p>
        </p:txBody>
      </p:sp>
      <p:sp>
        <p:nvSpPr>
          <p:cNvPr id="4" name="Text Placeholder 3">
            <a:extLst>
              <a:ext uri="{FF2B5EF4-FFF2-40B4-BE49-F238E27FC236}">
                <a16:creationId xmlns:a16="http://schemas.microsoft.com/office/drawing/2014/main" id="{81D500B6-CD31-8B90-CAFD-AB11DEC82491}"/>
              </a:ext>
            </a:extLst>
          </p:cNvPr>
          <p:cNvSpPr>
            <a:spLocks noGrp="1"/>
          </p:cNvSpPr>
          <p:nvPr>
            <p:ph type="body" sz="quarter" idx="10"/>
          </p:nvPr>
        </p:nvSpPr>
        <p:spPr/>
        <p:txBody>
          <a:bodyPr>
            <a:normAutofit/>
          </a:bodyPr>
          <a:lstStyle/>
          <a:p>
            <a:r>
              <a:rPr lang="en-US" sz="2800" dirty="0"/>
              <a:t>A deadlock occurs in a multi-user database environment when two or more transactions block each other indefinitely by each holding a resource the other needs.</a:t>
            </a:r>
          </a:p>
          <a:p>
            <a:r>
              <a:rPr lang="en-US" sz="2800" dirty="0"/>
              <a:t>This results in a cycle of dependencies (circular wait) where no transaction can proceed.</a:t>
            </a:r>
          </a:p>
          <a:p>
            <a:pPr fontAlgn="base"/>
            <a:r>
              <a:rPr lang="en-US" sz="2800" dirty="0"/>
              <a:t>In the image, we can see that:</a:t>
            </a:r>
          </a:p>
          <a:p>
            <a:pPr lvl="1" fontAlgn="base"/>
            <a:r>
              <a:rPr lang="en-US" sz="2200" dirty="0"/>
              <a:t>T1 locks Resource "Student" and needs Resource "Grade"</a:t>
            </a:r>
          </a:p>
          <a:p>
            <a:pPr lvl="1" fontAlgn="base"/>
            <a:r>
              <a:rPr lang="en-US" sz="2200" dirty="0"/>
              <a:t>T2 locks Resource "Grade" and needs Resource "Student"</a:t>
            </a:r>
          </a:p>
          <a:p>
            <a:pPr lvl="1" fontAlgn="base"/>
            <a:r>
              <a:rPr lang="en-US" sz="2200" dirty="0"/>
              <a:t>T1 waits for T2, T2 waits for T1, hence resulting in a deadlock</a:t>
            </a:r>
          </a:p>
          <a:p>
            <a:endParaRPr lang="en-CA" sz="2800" dirty="0"/>
          </a:p>
        </p:txBody>
      </p:sp>
      <p:sp>
        <p:nvSpPr>
          <p:cNvPr id="6" name="TextBox 5">
            <a:extLst>
              <a:ext uri="{FF2B5EF4-FFF2-40B4-BE49-F238E27FC236}">
                <a16:creationId xmlns:a16="http://schemas.microsoft.com/office/drawing/2014/main" id="{F29E6315-AD14-BDB6-362F-41D92E8A8B5C}"/>
              </a:ext>
            </a:extLst>
          </p:cNvPr>
          <p:cNvSpPr txBox="1"/>
          <p:nvPr/>
        </p:nvSpPr>
        <p:spPr>
          <a:xfrm>
            <a:off x="1109663" y="8882956"/>
            <a:ext cx="9144000" cy="307777"/>
          </a:xfrm>
          <a:prstGeom prst="rect">
            <a:avLst/>
          </a:prstGeom>
          <a:noFill/>
        </p:spPr>
        <p:txBody>
          <a:bodyPr wrap="square">
            <a:spAutoFit/>
          </a:bodyPr>
          <a:lstStyle/>
          <a:p>
            <a:r>
              <a:rPr lang="en-CA" sz="1400" dirty="0">
                <a:solidFill>
                  <a:srgbClr val="4472C4"/>
                </a:solidFill>
              </a:rPr>
              <a:t>Reference: </a:t>
            </a:r>
            <a:r>
              <a:rPr lang="en-CA" sz="1400" dirty="0">
                <a:solidFill>
                  <a:srgbClr val="0563C1"/>
                </a:solidFill>
                <a:hlinkClick r:id="rId3">
                  <a:extLst>
                    <a:ext uri="{A12FA001-AC4F-418D-AE19-62706E023703}">
                      <ahyp:hlinkClr xmlns:ahyp="http://schemas.microsoft.com/office/drawing/2018/hyperlinkcolor" val="tx"/>
                    </a:ext>
                  </a:extLst>
                </a:hlinkClick>
              </a:rPr>
              <a:t>https://www.geeksforgeeks.org/dbms/deadlock-in-dbms</a:t>
            </a:r>
            <a:r>
              <a:rPr lang="en-CA" sz="1400" dirty="0">
                <a:solidFill>
                  <a:srgbClr val="4472C4"/>
                </a:solidFill>
                <a:hlinkClick r:id="rId3">
                  <a:extLst>
                    <a:ext uri="{A12FA001-AC4F-418D-AE19-62706E023703}">
                      <ahyp:hlinkClr xmlns:ahyp="http://schemas.microsoft.com/office/drawing/2018/hyperlinkcolor" val="tx"/>
                    </a:ext>
                  </a:extLst>
                </a:hlinkClick>
              </a:rPr>
              <a:t>/</a:t>
            </a:r>
            <a:endParaRPr lang="en-CA" sz="1400" dirty="0">
              <a:solidFill>
                <a:srgbClr val="4472C4"/>
              </a:solidFill>
            </a:endParaRPr>
          </a:p>
        </p:txBody>
      </p:sp>
    </p:spTree>
    <p:extLst>
      <p:ext uri="{BB962C8B-B14F-4D97-AF65-F5344CB8AC3E}">
        <p14:creationId xmlns:p14="http://schemas.microsoft.com/office/powerpoint/2010/main" val="546995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DB4C2-D3FB-8873-9AA9-B309C14803F2}"/>
            </a:ext>
          </a:extLst>
        </p:cNvPr>
        <p:cNvGrpSpPr/>
        <p:nvPr/>
      </p:nvGrpSpPr>
      <p:grpSpPr>
        <a:xfrm>
          <a:off x="0" y="0"/>
          <a:ext cx="0" cy="0"/>
          <a:chOff x="0" y="0"/>
          <a:chExt cx="0" cy="0"/>
        </a:xfrm>
      </p:grpSpPr>
      <p:sp>
        <p:nvSpPr>
          <p:cNvPr id="4" name="Title 7">
            <a:extLst>
              <a:ext uri="{FF2B5EF4-FFF2-40B4-BE49-F238E27FC236}">
                <a16:creationId xmlns:a16="http://schemas.microsoft.com/office/drawing/2014/main" id="{A1F6AAC8-B07C-13B5-F23E-FEC48651DDBC}"/>
              </a:ext>
            </a:extLst>
          </p:cNvPr>
          <p:cNvSpPr txBox="1">
            <a:spLocks/>
          </p:cNvSpPr>
          <p:nvPr/>
        </p:nvSpPr>
        <p:spPr>
          <a:xfrm>
            <a:off x="1760697" y="4846500"/>
            <a:ext cx="14364000" cy="594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371600">
              <a:defRPr/>
            </a:pPr>
            <a:r>
              <a:rPr lang="en-US" sz="4800" dirty="0">
                <a:solidFill>
                  <a:srgbClr val="0070C0"/>
                </a:solidFill>
                <a:latin typeface="Calibri Light" panose="020F0302020204030204"/>
              </a:rPr>
              <a:t>Long Running Tasks</a:t>
            </a:r>
            <a:endParaRPr lang="en-US" sz="4800" dirty="0">
              <a:solidFill>
                <a:srgbClr val="000000"/>
              </a:solidFill>
              <a:latin typeface="Calibri Light" panose="020F0302020204030204"/>
            </a:endParaRPr>
          </a:p>
        </p:txBody>
      </p:sp>
    </p:spTree>
    <p:extLst>
      <p:ext uri="{BB962C8B-B14F-4D97-AF65-F5344CB8AC3E}">
        <p14:creationId xmlns:p14="http://schemas.microsoft.com/office/powerpoint/2010/main" val="29311573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33DED-54FC-DF37-F439-EBD9C0BEE4FF}"/>
              </a:ext>
            </a:extLst>
          </p:cNvPr>
          <p:cNvSpPr>
            <a:spLocks noGrp="1"/>
          </p:cNvSpPr>
          <p:nvPr>
            <p:ph type="title"/>
          </p:nvPr>
        </p:nvSpPr>
        <p:spPr>
          <a:xfrm>
            <a:off x="1745420" y="1028700"/>
            <a:ext cx="14364000" cy="594000"/>
          </a:xfrm>
        </p:spPr>
        <p:txBody>
          <a:bodyPr/>
          <a:lstStyle/>
          <a:p>
            <a:r>
              <a:rPr lang="en-US" sz="3200" dirty="0"/>
              <a:t>Long Running Task in User Interfaces</a:t>
            </a:r>
          </a:p>
        </p:txBody>
      </p:sp>
      <p:sp>
        <p:nvSpPr>
          <p:cNvPr id="3" name="Content Placeholder 2">
            <a:extLst>
              <a:ext uri="{FF2B5EF4-FFF2-40B4-BE49-F238E27FC236}">
                <a16:creationId xmlns:a16="http://schemas.microsoft.com/office/drawing/2014/main" id="{F1385D99-003B-51FE-05FB-E1E64BDFA353}"/>
              </a:ext>
            </a:extLst>
          </p:cNvPr>
          <p:cNvSpPr>
            <a:spLocks noGrp="1"/>
          </p:cNvSpPr>
          <p:nvPr>
            <p:ph type="body" sz="quarter" idx="10"/>
          </p:nvPr>
        </p:nvSpPr>
        <p:spPr/>
        <p:txBody>
          <a:bodyPr>
            <a:normAutofit/>
          </a:bodyPr>
          <a:lstStyle/>
          <a:p>
            <a:pPr marL="0" indent="0">
              <a:buNone/>
            </a:pPr>
            <a:r>
              <a:rPr lang="en-US" sz="2800" dirty="0" err="1">
                <a:latin typeface="Consolas" panose="020B0609020204030204" pitchFamily="49" charset="0"/>
              </a:rPr>
              <a:t>JButton</a:t>
            </a:r>
            <a:r>
              <a:rPr lang="en-US" sz="2800" dirty="0">
                <a:latin typeface="Consolas" panose="020B0609020204030204" pitchFamily="49" charset="0"/>
              </a:rPr>
              <a:t> open = new </a:t>
            </a:r>
            <a:r>
              <a:rPr lang="en-US" sz="2800" dirty="0" err="1">
                <a:latin typeface="Consolas" panose="020B0609020204030204" pitchFamily="49" charset="0"/>
              </a:rPr>
              <a:t>JButton</a:t>
            </a:r>
            <a:r>
              <a:rPr lang="en-US" sz="2800" dirty="0">
                <a:latin typeface="Consolas" panose="020B0609020204030204" pitchFamily="49" charset="0"/>
              </a:rPr>
              <a:t>("Open"); </a:t>
            </a:r>
          </a:p>
          <a:p>
            <a:pPr marL="0" indent="0">
              <a:buNone/>
            </a:pPr>
            <a:r>
              <a:rPr lang="en-US" sz="2800" dirty="0" err="1">
                <a:latin typeface="Consolas" panose="020B0609020204030204" pitchFamily="49" charset="0"/>
              </a:rPr>
              <a:t>open.addActionListener</a:t>
            </a:r>
            <a:r>
              <a:rPr lang="en-US" sz="2800" dirty="0">
                <a:latin typeface="Consolas" panose="020B0609020204030204" pitchFamily="49" charset="0"/>
              </a:rPr>
              <a:t>(event -&gt;</a:t>
            </a:r>
          </a:p>
          <a:p>
            <a:pPr marL="0" indent="0">
              <a:buNone/>
            </a:pPr>
            <a:r>
              <a:rPr lang="en-US" sz="2800" dirty="0">
                <a:latin typeface="Consolas" panose="020B0609020204030204" pitchFamily="49" charset="0"/>
              </a:rPr>
              <a:t>{        </a:t>
            </a:r>
            <a:r>
              <a:rPr lang="en-US" sz="2800" dirty="0">
                <a:solidFill>
                  <a:srgbClr val="FF0000"/>
                </a:solidFill>
                <a:latin typeface="Consolas" panose="020B0609020204030204" pitchFamily="49" charset="0"/>
              </a:rPr>
              <a:t>// BAD--long-running action is executed on UI thread </a:t>
            </a:r>
          </a:p>
          <a:p>
            <a:pPr marL="0" indent="0">
              <a:buNone/>
            </a:pPr>
            <a:r>
              <a:rPr lang="en-US" sz="2800" dirty="0">
                <a:latin typeface="Consolas" panose="020B0609020204030204" pitchFamily="49" charset="0"/>
              </a:rPr>
              <a:t>	 Scanner in = new Scanner(file); </a:t>
            </a:r>
          </a:p>
          <a:p>
            <a:pPr marL="0" indent="0">
              <a:buNone/>
            </a:pPr>
            <a:r>
              <a:rPr lang="en-US" sz="2800" dirty="0">
                <a:latin typeface="Consolas" panose="020B0609020204030204" pitchFamily="49" charset="0"/>
              </a:rPr>
              <a:t>	while (</a:t>
            </a:r>
            <a:r>
              <a:rPr lang="en-US" sz="2800" dirty="0" err="1">
                <a:latin typeface="Consolas" panose="020B0609020204030204" pitchFamily="49" charset="0"/>
              </a:rPr>
              <a:t>in.hasNextLine</a:t>
            </a:r>
            <a:r>
              <a:rPr lang="en-US" sz="2800" dirty="0">
                <a:latin typeface="Consolas" panose="020B0609020204030204" pitchFamily="49" charset="0"/>
              </a:rPr>
              <a:t>()) { </a:t>
            </a:r>
            <a:br>
              <a:rPr lang="en-US" sz="2800" dirty="0">
                <a:latin typeface="Consolas" panose="020B0609020204030204" pitchFamily="49" charset="0"/>
              </a:rPr>
            </a:br>
            <a:r>
              <a:rPr lang="en-US" sz="2800" dirty="0">
                <a:latin typeface="Consolas" panose="020B0609020204030204" pitchFamily="49" charset="0"/>
              </a:rPr>
              <a:t>		String line = </a:t>
            </a:r>
            <a:r>
              <a:rPr lang="en-US" sz="2800" dirty="0" err="1">
                <a:latin typeface="Consolas" panose="020B0609020204030204" pitchFamily="49" charset="0"/>
              </a:rPr>
              <a:t>in.nextLine</a:t>
            </a:r>
            <a:r>
              <a:rPr lang="en-US" sz="2800" dirty="0">
                <a:latin typeface="Consolas" panose="020B0609020204030204" pitchFamily="49" charset="0"/>
              </a:rPr>
              <a:t>(); . . .</a:t>
            </a:r>
          </a:p>
          <a:p>
            <a:pPr marL="0" indent="0">
              <a:buNone/>
            </a:pPr>
            <a:r>
              <a:rPr lang="en-US" sz="2800" dirty="0">
                <a:latin typeface="Consolas" panose="020B0609020204030204" pitchFamily="49" charset="0"/>
              </a:rPr>
              <a:t>} });</a:t>
            </a:r>
          </a:p>
        </p:txBody>
      </p:sp>
    </p:spTree>
    <p:extLst>
      <p:ext uri="{BB962C8B-B14F-4D97-AF65-F5344CB8AC3E}">
        <p14:creationId xmlns:p14="http://schemas.microsoft.com/office/powerpoint/2010/main" val="1741351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0E63E-86DF-A77E-40E0-FAC377C34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FEC43A-E62B-C9BD-F4AB-7AC465DFA50E}"/>
              </a:ext>
            </a:extLst>
          </p:cNvPr>
          <p:cNvSpPr>
            <a:spLocks noGrp="1"/>
          </p:cNvSpPr>
          <p:nvPr>
            <p:ph type="title"/>
          </p:nvPr>
        </p:nvSpPr>
        <p:spPr/>
        <p:txBody>
          <a:bodyPr/>
          <a:lstStyle/>
          <a:p>
            <a:r>
              <a:rPr lang="en-US" sz="3200" dirty="0"/>
              <a:t>Long Running Task in User Interfaces</a:t>
            </a:r>
          </a:p>
        </p:txBody>
      </p:sp>
      <p:sp>
        <p:nvSpPr>
          <p:cNvPr id="3" name="Content Placeholder 2">
            <a:extLst>
              <a:ext uri="{FF2B5EF4-FFF2-40B4-BE49-F238E27FC236}">
                <a16:creationId xmlns:a16="http://schemas.microsoft.com/office/drawing/2014/main" id="{2E0309D4-83C2-F694-C82A-6EFDC744AC4E}"/>
              </a:ext>
            </a:extLst>
          </p:cNvPr>
          <p:cNvSpPr>
            <a:spLocks noGrp="1"/>
          </p:cNvSpPr>
          <p:nvPr>
            <p:ph type="body" sz="quarter" idx="10"/>
          </p:nvPr>
        </p:nvSpPr>
        <p:spPr/>
        <p:txBody>
          <a:bodyPr>
            <a:normAutofit/>
          </a:bodyPr>
          <a:lstStyle/>
          <a:p>
            <a:pPr marL="0" indent="0">
              <a:buNone/>
            </a:pPr>
            <a:r>
              <a:rPr lang="en-US" sz="2400" dirty="0" err="1">
                <a:latin typeface="Consolas" panose="020B0609020204030204" pitchFamily="49" charset="0"/>
              </a:rPr>
              <a:t>JButton</a:t>
            </a:r>
            <a:r>
              <a:rPr lang="en-US" sz="2400" dirty="0">
                <a:latin typeface="Consolas" panose="020B0609020204030204" pitchFamily="49" charset="0"/>
              </a:rPr>
              <a:t> open = new </a:t>
            </a:r>
            <a:r>
              <a:rPr lang="en-US" sz="2400" dirty="0" err="1">
                <a:latin typeface="Consolas" panose="020B0609020204030204" pitchFamily="49" charset="0"/>
              </a:rPr>
              <a:t>JButton</a:t>
            </a:r>
            <a:r>
              <a:rPr lang="en-US" sz="2400" dirty="0">
                <a:latin typeface="Consolas" panose="020B0609020204030204" pitchFamily="49" charset="0"/>
              </a:rPr>
              <a:t>("Open"); </a:t>
            </a:r>
          </a:p>
          <a:p>
            <a:pPr marL="0" indent="0">
              <a:buNone/>
            </a:pPr>
            <a:r>
              <a:rPr lang="en-US" sz="2400" dirty="0" err="1">
                <a:latin typeface="Consolas" panose="020B0609020204030204" pitchFamily="49" charset="0"/>
              </a:rPr>
              <a:t>open.addActionListener</a:t>
            </a:r>
            <a:r>
              <a:rPr lang="en-US" sz="2400" dirty="0">
                <a:latin typeface="Consolas" panose="020B0609020204030204" pitchFamily="49" charset="0"/>
              </a:rPr>
              <a:t>(event -&gt;</a:t>
            </a:r>
          </a:p>
          <a:p>
            <a:pPr marL="0" indent="0">
              <a:buNone/>
            </a:pPr>
            <a:r>
              <a:rPr lang="en-US" sz="2400" dirty="0">
                <a:latin typeface="Consolas" panose="020B0609020204030204" pitchFamily="49" charset="0"/>
              </a:rPr>
              <a:t>{        </a:t>
            </a:r>
            <a:r>
              <a:rPr lang="en-US" sz="2400" dirty="0">
                <a:solidFill>
                  <a:srgbClr val="FF0000"/>
                </a:solidFill>
                <a:latin typeface="Consolas" panose="020B0609020204030204" pitchFamily="49" charset="0"/>
              </a:rPr>
              <a:t>// BAD--long-running action is executed on UI thread </a:t>
            </a:r>
          </a:p>
          <a:p>
            <a:pPr marL="0" indent="0">
              <a:buNone/>
            </a:pPr>
            <a:r>
              <a:rPr lang="en-US" sz="2400" dirty="0">
                <a:latin typeface="Consolas" panose="020B0609020204030204" pitchFamily="49" charset="0"/>
              </a:rPr>
              <a:t>	Scanner in = new Scanner(file); </a:t>
            </a:r>
          </a:p>
          <a:p>
            <a:pPr marL="0" indent="0">
              <a:buNone/>
            </a:pPr>
            <a:r>
              <a:rPr lang="en-US" sz="2400" dirty="0">
                <a:latin typeface="Consolas" panose="020B0609020204030204" pitchFamily="49" charset="0"/>
              </a:rPr>
              <a:t>	while (</a:t>
            </a:r>
            <a:r>
              <a:rPr lang="en-US" sz="2400" dirty="0" err="1">
                <a:latin typeface="Consolas" panose="020B0609020204030204" pitchFamily="49" charset="0"/>
              </a:rPr>
              <a:t>in.hasNextLine</a:t>
            </a:r>
            <a:r>
              <a:rPr lang="en-US" sz="2400" dirty="0">
                <a:latin typeface="Consolas" panose="020B0609020204030204" pitchFamily="49" charset="0"/>
              </a:rPr>
              <a:t>()) { </a:t>
            </a:r>
            <a:br>
              <a:rPr lang="en-US" sz="2400" dirty="0">
                <a:latin typeface="Consolas" panose="020B0609020204030204" pitchFamily="49" charset="0"/>
              </a:rPr>
            </a:br>
            <a:r>
              <a:rPr lang="en-US" sz="2400" dirty="0">
                <a:latin typeface="Consolas" panose="020B0609020204030204" pitchFamily="49" charset="0"/>
              </a:rPr>
              <a:t>		String line = </a:t>
            </a:r>
            <a:r>
              <a:rPr lang="en-US" sz="2400" dirty="0" err="1">
                <a:latin typeface="Consolas" panose="020B0609020204030204" pitchFamily="49" charset="0"/>
              </a:rPr>
              <a:t>in.nextLine</a:t>
            </a:r>
            <a:r>
              <a:rPr lang="en-US" sz="2400" dirty="0">
                <a:latin typeface="Consolas" panose="020B0609020204030204" pitchFamily="49" charset="0"/>
              </a:rPr>
              <a:t>(); . . .</a:t>
            </a:r>
          </a:p>
          <a:p>
            <a:pPr marL="0" indent="0">
              <a:buNone/>
            </a:pPr>
            <a:r>
              <a:rPr lang="en-US" sz="2400" dirty="0">
                <a:latin typeface="Consolas" panose="020B0609020204030204" pitchFamily="49" charset="0"/>
              </a:rPr>
              <a:t>} });</a:t>
            </a:r>
          </a:p>
        </p:txBody>
      </p:sp>
      <p:sp>
        <p:nvSpPr>
          <p:cNvPr id="4" name="TextBox 3">
            <a:extLst>
              <a:ext uri="{FF2B5EF4-FFF2-40B4-BE49-F238E27FC236}">
                <a16:creationId xmlns:a16="http://schemas.microsoft.com/office/drawing/2014/main" id="{086CB79F-2A40-402A-34E0-E76BD8790C4F}"/>
              </a:ext>
            </a:extLst>
          </p:cNvPr>
          <p:cNvSpPr txBox="1"/>
          <p:nvPr/>
        </p:nvSpPr>
        <p:spPr>
          <a:xfrm>
            <a:off x="8153400" y="5440820"/>
            <a:ext cx="9448800" cy="3785652"/>
          </a:xfrm>
          <a:prstGeom prst="rect">
            <a:avLst/>
          </a:prstGeom>
          <a:noFill/>
        </p:spPr>
        <p:txBody>
          <a:bodyPr wrap="square" rtlCol="0">
            <a:spAutoFit/>
          </a:bodyPr>
          <a:lstStyle/>
          <a:p>
            <a:r>
              <a:rPr lang="en-US" sz="2400" dirty="0" err="1">
                <a:latin typeface="Consolas" panose="020B0609020204030204" pitchFamily="49" charset="0"/>
              </a:rPr>
              <a:t>open.addActionListener</a:t>
            </a:r>
            <a:r>
              <a:rPr lang="en-US" sz="2400" dirty="0">
                <a:latin typeface="Consolas" panose="020B0609020204030204" pitchFamily="49" charset="0"/>
              </a:rPr>
              <a:t>(event -&gt;</a:t>
            </a:r>
          </a:p>
          <a:p>
            <a:endParaRPr lang="en-US" sz="2400" dirty="0">
              <a:latin typeface="Consolas" panose="020B0609020204030204" pitchFamily="49" charset="0"/>
            </a:endParaRPr>
          </a:p>
          <a:p>
            <a:r>
              <a:rPr lang="en-US" sz="2400" dirty="0">
                <a:latin typeface="Consolas" panose="020B0609020204030204" pitchFamily="49" charset="0"/>
              </a:rPr>
              <a:t>{ </a:t>
            </a:r>
            <a:r>
              <a:rPr lang="en-US" sz="2400" dirty="0">
                <a:solidFill>
                  <a:srgbClr val="FF0000"/>
                </a:solidFill>
                <a:latin typeface="Consolas" panose="020B0609020204030204" pitchFamily="49" charset="0"/>
              </a:rPr>
              <a:t>// GOOD--long-running action in separate thread </a:t>
            </a:r>
          </a:p>
          <a:p>
            <a:r>
              <a:rPr lang="en-US" sz="2400" dirty="0">
                <a:latin typeface="Consolas" panose="020B0609020204030204" pitchFamily="49" charset="0"/>
              </a:rPr>
              <a:t>Runnable task = () -&gt; {</a:t>
            </a:r>
          </a:p>
          <a:p>
            <a:r>
              <a:rPr lang="en-US" sz="2400" dirty="0">
                <a:latin typeface="Consolas" panose="020B0609020204030204" pitchFamily="49" charset="0"/>
              </a:rPr>
              <a:t>	Scanner in = new Scanner(file); </a:t>
            </a:r>
          </a:p>
          <a:p>
            <a:r>
              <a:rPr lang="en-US" sz="2400" dirty="0">
                <a:latin typeface="Consolas" panose="020B0609020204030204" pitchFamily="49" charset="0"/>
              </a:rPr>
              <a:t>	while (</a:t>
            </a:r>
            <a:r>
              <a:rPr lang="en-US" sz="2400" dirty="0" err="1">
                <a:latin typeface="Consolas" panose="020B0609020204030204" pitchFamily="49" charset="0"/>
              </a:rPr>
              <a:t>in.hasNextLine</a:t>
            </a:r>
            <a:r>
              <a:rPr lang="en-US" sz="2400" dirty="0">
                <a:latin typeface="Consolas" panose="020B0609020204030204" pitchFamily="49" charset="0"/>
              </a:rPr>
              <a:t>()) { </a:t>
            </a:r>
          </a:p>
          <a:p>
            <a:r>
              <a:rPr lang="en-US" sz="2400" dirty="0">
                <a:latin typeface="Consolas" panose="020B0609020204030204" pitchFamily="49" charset="0"/>
              </a:rPr>
              <a:t>		String line = </a:t>
            </a:r>
            <a:r>
              <a:rPr lang="en-US" sz="2400" dirty="0" err="1">
                <a:latin typeface="Consolas" panose="020B0609020204030204" pitchFamily="49" charset="0"/>
              </a:rPr>
              <a:t>in.nextLine</a:t>
            </a:r>
            <a:r>
              <a:rPr lang="en-US" sz="2400" dirty="0">
                <a:latin typeface="Consolas" panose="020B0609020204030204" pitchFamily="49" charset="0"/>
              </a:rPr>
              <a:t>(); </a:t>
            </a:r>
          </a:p>
          <a:p>
            <a:r>
              <a:rPr lang="en-US" sz="2400" dirty="0">
                <a:latin typeface="Consolas" panose="020B0609020204030204" pitchFamily="49" charset="0"/>
              </a:rPr>
              <a:t>		. . .</a:t>
            </a:r>
          </a:p>
          <a:p>
            <a:r>
              <a:rPr lang="en-US" sz="2400" dirty="0">
                <a:latin typeface="Consolas" panose="020B0609020204030204" pitchFamily="49" charset="0"/>
              </a:rPr>
              <a:t>} }; </a:t>
            </a:r>
          </a:p>
          <a:p>
            <a:r>
              <a:rPr lang="en-US" sz="2400" dirty="0" err="1">
                <a:latin typeface="Consolas" panose="020B0609020204030204" pitchFamily="49" charset="0"/>
              </a:rPr>
              <a:t>executor.execute</a:t>
            </a:r>
            <a:r>
              <a:rPr lang="en-US" sz="2400" dirty="0">
                <a:latin typeface="Consolas" panose="020B0609020204030204" pitchFamily="49" charset="0"/>
              </a:rPr>
              <a:t>(task); });</a:t>
            </a:r>
          </a:p>
        </p:txBody>
      </p:sp>
      <p:sp>
        <p:nvSpPr>
          <p:cNvPr id="6" name="Arrow: Bent-Up 5">
            <a:extLst>
              <a:ext uri="{FF2B5EF4-FFF2-40B4-BE49-F238E27FC236}">
                <a16:creationId xmlns:a16="http://schemas.microsoft.com/office/drawing/2014/main" id="{F86971EF-11C7-85D7-7262-0548A060D982}"/>
              </a:ext>
            </a:extLst>
          </p:cNvPr>
          <p:cNvSpPr/>
          <p:nvPr/>
        </p:nvSpPr>
        <p:spPr>
          <a:xfrm rot="5400000">
            <a:off x="5671661" y="5825015"/>
            <a:ext cx="1600200" cy="1513522"/>
          </a:xfrm>
          <a:prstGeom prst="bentUp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5811011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70C26-AD96-EB75-205B-344C3579CF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6CA1F3-15F1-E93D-84A7-BBBF1754DB19}"/>
              </a:ext>
            </a:extLst>
          </p:cNvPr>
          <p:cNvSpPr>
            <a:spLocks noGrp="1"/>
          </p:cNvSpPr>
          <p:nvPr>
            <p:ph type="title"/>
          </p:nvPr>
        </p:nvSpPr>
        <p:spPr/>
        <p:txBody>
          <a:bodyPr>
            <a:normAutofit/>
          </a:bodyPr>
          <a:lstStyle/>
          <a:p>
            <a:r>
              <a:rPr lang="en-US" sz="5400" dirty="0">
                <a:solidFill>
                  <a:srgbClr val="0070C0"/>
                </a:solidFill>
              </a:rPr>
              <a:t>Part III</a:t>
            </a:r>
            <a:br>
              <a:rPr lang="en-US" sz="5400" dirty="0">
                <a:solidFill>
                  <a:srgbClr val="0070C0"/>
                </a:solidFill>
              </a:rPr>
            </a:br>
            <a:r>
              <a:rPr lang="en-US" sz="5400" dirty="0">
                <a:solidFill>
                  <a:srgbClr val="0070C0"/>
                </a:solidFill>
              </a:rPr>
              <a:t>What’s Next</a:t>
            </a:r>
          </a:p>
        </p:txBody>
      </p:sp>
      <p:sp>
        <p:nvSpPr>
          <p:cNvPr id="3" name="Text Placeholder 2">
            <a:extLst>
              <a:ext uri="{FF2B5EF4-FFF2-40B4-BE49-F238E27FC236}">
                <a16:creationId xmlns:a16="http://schemas.microsoft.com/office/drawing/2014/main" id="{02C879F1-B72F-2A58-E064-CAE15BE9D04E}"/>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2407030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7D695-B588-A2A9-D587-D5CFCA410BF0}"/>
            </a:ext>
          </a:extLst>
        </p:cNvPr>
        <p:cNvGrpSpPr/>
        <p:nvPr/>
      </p:nvGrpSpPr>
      <p:grpSpPr>
        <a:xfrm>
          <a:off x="0" y="0"/>
          <a:ext cx="0" cy="0"/>
          <a:chOff x="0" y="0"/>
          <a:chExt cx="0" cy="0"/>
        </a:xfrm>
      </p:grpSpPr>
      <p:sp>
        <p:nvSpPr>
          <p:cNvPr id="4" name="Title 7">
            <a:extLst>
              <a:ext uri="{FF2B5EF4-FFF2-40B4-BE49-F238E27FC236}">
                <a16:creationId xmlns:a16="http://schemas.microsoft.com/office/drawing/2014/main" id="{66B615C4-C35F-5AF9-B915-7CC2AC3C71E7}"/>
              </a:ext>
            </a:extLst>
          </p:cNvPr>
          <p:cNvSpPr txBox="1">
            <a:spLocks/>
          </p:cNvSpPr>
          <p:nvPr/>
        </p:nvSpPr>
        <p:spPr>
          <a:xfrm>
            <a:off x="1760697" y="4846500"/>
            <a:ext cx="14364000" cy="594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1371600" rtl="0" eaLnBrk="1" fontAlgn="auto" latinLnBrk="0" hangingPunct="1">
              <a:lnSpc>
                <a:spcPct val="90000"/>
              </a:lnSpc>
              <a:spcBef>
                <a:spcPct val="0"/>
              </a:spcBef>
              <a:spcAft>
                <a:spcPts val="0"/>
              </a:spcAft>
              <a:buClrTx/>
              <a:buSzTx/>
              <a:buFontTx/>
              <a:buNone/>
              <a:tabLst/>
              <a:defRPr/>
            </a:pPr>
            <a:r>
              <a:rPr kumimoji="0" lang="en-US" sz="4800" b="0" i="0" u="none" strike="noStrike" kern="1200" cap="none" spc="0" normalizeH="0" baseline="0" noProof="0" dirty="0">
                <a:ln>
                  <a:noFill/>
                </a:ln>
                <a:solidFill>
                  <a:srgbClr val="0070C0"/>
                </a:solidFill>
                <a:effectLst/>
                <a:uLnTx/>
                <a:uFillTx/>
                <a:latin typeface="Calibri Light" panose="020F0302020204030204"/>
                <a:ea typeface="+mj-ea"/>
                <a:cs typeface="+mj-cs"/>
              </a:rPr>
              <a:t>Next Lecture</a:t>
            </a:r>
            <a:endParaRPr kumimoji="0" lang="en-US" sz="4800" b="0" i="0" u="none" strike="noStrike" kern="1200" cap="none" spc="0" normalizeH="0" baseline="0" noProof="0" dirty="0">
              <a:ln>
                <a:noFill/>
              </a:ln>
              <a:solidFill>
                <a:srgbClr val="000000"/>
              </a:solidFill>
              <a:effectLst/>
              <a:uLnTx/>
              <a:uFillTx/>
              <a:latin typeface="Calibri Light" panose="020F0302020204030204"/>
              <a:ea typeface="+mj-ea"/>
              <a:cs typeface="+mj-cs"/>
            </a:endParaRPr>
          </a:p>
        </p:txBody>
      </p:sp>
    </p:spTree>
    <p:extLst>
      <p:ext uri="{BB962C8B-B14F-4D97-AF65-F5344CB8AC3E}">
        <p14:creationId xmlns:p14="http://schemas.microsoft.com/office/powerpoint/2010/main" val="36371866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BB73E-E0ED-5152-1B51-8BC4FF318FA2}"/>
            </a:ext>
          </a:extLst>
        </p:cNvPr>
        <p:cNvGrpSpPr/>
        <p:nvPr/>
      </p:nvGrpSpPr>
      <p:grpSpPr>
        <a:xfrm>
          <a:off x="0" y="0"/>
          <a:ext cx="0" cy="0"/>
          <a:chOff x="0" y="0"/>
          <a:chExt cx="0" cy="0"/>
        </a:xfrm>
      </p:grpSpPr>
      <p:sp>
        <p:nvSpPr>
          <p:cNvPr id="130050" name="Rectangle 2">
            <a:extLst>
              <a:ext uri="{FF2B5EF4-FFF2-40B4-BE49-F238E27FC236}">
                <a16:creationId xmlns:a16="http://schemas.microsoft.com/office/drawing/2014/main" id="{64466BB8-2E50-8F0C-20C4-EC285A48B062}"/>
              </a:ext>
            </a:extLst>
          </p:cNvPr>
          <p:cNvSpPr>
            <a:spLocks noGrp="1" noChangeArrowheads="1"/>
          </p:cNvSpPr>
          <p:nvPr>
            <p:ph type="title"/>
          </p:nvPr>
        </p:nvSpPr>
        <p:spPr/>
        <p:txBody>
          <a:bodyPr vert="horz" lIns="91425" tIns="91425" rIns="91425" bIns="91425" rtlCol="0" anchor="ctr" anchorCtr="0">
            <a:noAutofit/>
          </a:bodyPr>
          <a:lstStyle/>
          <a:p>
            <a:pPr defTabSz="914400"/>
            <a:r>
              <a:rPr lang="en-US" altLang="en-US" sz="3200" dirty="0"/>
              <a:t>Next lecture</a:t>
            </a:r>
          </a:p>
        </p:txBody>
      </p:sp>
      <p:sp>
        <p:nvSpPr>
          <p:cNvPr id="2" name="Text Placeholder 1">
            <a:extLst>
              <a:ext uri="{FF2B5EF4-FFF2-40B4-BE49-F238E27FC236}">
                <a16:creationId xmlns:a16="http://schemas.microsoft.com/office/drawing/2014/main" id="{FC578125-7470-F461-BEBA-6A0928E9E06A}"/>
              </a:ext>
            </a:extLst>
          </p:cNvPr>
          <p:cNvSpPr>
            <a:spLocks noGrp="1"/>
          </p:cNvSpPr>
          <p:nvPr>
            <p:ph type="body" sz="quarter" idx="10"/>
          </p:nvPr>
        </p:nvSpPr>
        <p:spPr/>
        <p:txBody>
          <a:bodyPr>
            <a:normAutofit/>
          </a:bodyPr>
          <a:lstStyle/>
          <a:p>
            <a:r>
              <a:rPr lang="en-US" sz="2800" dirty="0"/>
              <a:t>Next lecture includes Guided Learning:</a:t>
            </a:r>
          </a:p>
          <a:p>
            <a:pPr lvl="1"/>
            <a:r>
              <a:rPr lang="en-US" sz="2600" dirty="0"/>
              <a:t>Code Completion Tools</a:t>
            </a:r>
          </a:p>
        </p:txBody>
      </p:sp>
    </p:spTree>
    <p:extLst>
      <p:ext uri="{BB962C8B-B14F-4D97-AF65-F5344CB8AC3E}">
        <p14:creationId xmlns:p14="http://schemas.microsoft.com/office/powerpoint/2010/main" val="22142246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pic>
          <p:nvPicPr>
            <p:cNvPr id="3" name="object 3"/>
            <p:cNvPicPr/>
            <p:nvPr/>
          </p:nvPicPr>
          <p:blipFill>
            <a:blip r:embed="rId2" cstate="print"/>
            <a:stretch>
              <a:fillRect/>
            </a:stretch>
          </p:blipFill>
          <p:spPr>
            <a:xfrm>
              <a:off x="0" y="0"/>
              <a:ext cx="18288000" cy="10286997"/>
            </a:xfrm>
            <a:prstGeom prst="rect">
              <a:avLst/>
            </a:prstGeom>
          </p:spPr>
        </p:pic>
        <p:sp>
          <p:nvSpPr>
            <p:cNvPr id="4" name="object 4"/>
            <p:cNvSpPr/>
            <p:nvPr/>
          </p:nvSpPr>
          <p:spPr>
            <a:xfrm>
              <a:off x="4495787" y="8572271"/>
              <a:ext cx="4115435" cy="457834"/>
            </a:xfrm>
            <a:custGeom>
              <a:avLst/>
              <a:gdLst/>
              <a:ahLst/>
              <a:cxnLst/>
              <a:rect l="l" t="t" r="r" b="b"/>
              <a:pathLst>
                <a:path w="4115434" h="457834">
                  <a:moveTo>
                    <a:pt x="457428" y="25133"/>
                  </a:moveTo>
                  <a:lnTo>
                    <a:pt x="455434" y="15354"/>
                  </a:lnTo>
                  <a:lnTo>
                    <a:pt x="450011" y="7366"/>
                  </a:lnTo>
                  <a:lnTo>
                    <a:pt x="441947" y="1981"/>
                  </a:lnTo>
                  <a:lnTo>
                    <a:pt x="432079" y="0"/>
                  </a:lnTo>
                  <a:lnTo>
                    <a:pt x="25196" y="0"/>
                  </a:lnTo>
                  <a:lnTo>
                    <a:pt x="15379" y="1981"/>
                  </a:lnTo>
                  <a:lnTo>
                    <a:pt x="7378" y="7366"/>
                  </a:lnTo>
                  <a:lnTo>
                    <a:pt x="1981" y="15354"/>
                  </a:lnTo>
                  <a:lnTo>
                    <a:pt x="0" y="25133"/>
                  </a:lnTo>
                  <a:lnTo>
                    <a:pt x="0" y="432168"/>
                  </a:lnTo>
                  <a:lnTo>
                    <a:pt x="1981" y="441947"/>
                  </a:lnTo>
                  <a:lnTo>
                    <a:pt x="7378" y="449961"/>
                  </a:lnTo>
                  <a:lnTo>
                    <a:pt x="15379" y="455371"/>
                  </a:lnTo>
                  <a:lnTo>
                    <a:pt x="25196" y="457352"/>
                  </a:lnTo>
                  <a:lnTo>
                    <a:pt x="244068" y="457352"/>
                  </a:lnTo>
                  <a:lnTo>
                    <a:pt x="244068" y="280225"/>
                  </a:lnTo>
                  <a:lnTo>
                    <a:pt x="184492" y="280225"/>
                  </a:lnTo>
                  <a:lnTo>
                    <a:pt x="184492" y="211226"/>
                  </a:lnTo>
                  <a:lnTo>
                    <a:pt x="244068" y="211226"/>
                  </a:lnTo>
                  <a:lnTo>
                    <a:pt x="244068" y="160223"/>
                  </a:lnTo>
                  <a:lnTo>
                    <a:pt x="250545" y="121018"/>
                  </a:lnTo>
                  <a:lnTo>
                    <a:pt x="268732" y="92405"/>
                  </a:lnTo>
                  <a:lnTo>
                    <a:pt x="296799" y="74879"/>
                  </a:lnTo>
                  <a:lnTo>
                    <a:pt x="332905" y="68935"/>
                  </a:lnTo>
                  <a:lnTo>
                    <a:pt x="351053" y="69253"/>
                  </a:lnTo>
                  <a:lnTo>
                    <a:pt x="366712" y="70027"/>
                  </a:lnTo>
                  <a:lnTo>
                    <a:pt x="378790" y="70942"/>
                  </a:lnTo>
                  <a:lnTo>
                    <a:pt x="386207" y="71691"/>
                  </a:lnTo>
                  <a:lnTo>
                    <a:pt x="386207" y="133502"/>
                  </a:lnTo>
                  <a:lnTo>
                    <a:pt x="349681" y="133502"/>
                  </a:lnTo>
                  <a:lnTo>
                    <a:pt x="332219" y="135928"/>
                  </a:lnTo>
                  <a:lnTo>
                    <a:pt x="321792" y="142773"/>
                  </a:lnTo>
                  <a:lnTo>
                    <a:pt x="316763" y="153390"/>
                  </a:lnTo>
                  <a:lnTo>
                    <a:pt x="315455" y="167119"/>
                  </a:lnTo>
                  <a:lnTo>
                    <a:pt x="315455" y="211226"/>
                  </a:lnTo>
                  <a:lnTo>
                    <a:pt x="383908" y="211226"/>
                  </a:lnTo>
                  <a:lnTo>
                    <a:pt x="375031" y="280225"/>
                  </a:lnTo>
                  <a:lnTo>
                    <a:pt x="315607" y="280225"/>
                  </a:lnTo>
                  <a:lnTo>
                    <a:pt x="315607" y="457276"/>
                  </a:lnTo>
                  <a:lnTo>
                    <a:pt x="432155" y="457276"/>
                  </a:lnTo>
                  <a:lnTo>
                    <a:pt x="441985" y="455307"/>
                  </a:lnTo>
                  <a:lnTo>
                    <a:pt x="450024" y="449910"/>
                  </a:lnTo>
                  <a:lnTo>
                    <a:pt x="455434" y="441909"/>
                  </a:lnTo>
                  <a:lnTo>
                    <a:pt x="457428" y="432092"/>
                  </a:lnTo>
                  <a:lnTo>
                    <a:pt x="457428" y="25133"/>
                  </a:lnTo>
                  <a:close/>
                </a:path>
                <a:path w="4115434" h="457834">
                  <a:moveTo>
                    <a:pt x="1371828" y="48945"/>
                  </a:moveTo>
                  <a:lnTo>
                    <a:pt x="1367967" y="29895"/>
                  </a:lnTo>
                  <a:lnTo>
                    <a:pt x="1357464" y="14338"/>
                  </a:lnTo>
                  <a:lnTo>
                    <a:pt x="1341882" y="3848"/>
                  </a:lnTo>
                  <a:lnTo>
                    <a:pt x="1322819" y="0"/>
                  </a:lnTo>
                  <a:lnTo>
                    <a:pt x="1306423" y="0"/>
                  </a:lnTo>
                  <a:lnTo>
                    <a:pt x="1306423" y="127368"/>
                  </a:lnTo>
                  <a:lnTo>
                    <a:pt x="1299222" y="137109"/>
                  </a:lnTo>
                  <a:lnTo>
                    <a:pt x="1291158" y="146189"/>
                  </a:lnTo>
                  <a:lnTo>
                    <a:pt x="1282382" y="154508"/>
                  </a:lnTo>
                  <a:lnTo>
                    <a:pt x="1272895" y="162064"/>
                  </a:lnTo>
                  <a:lnTo>
                    <a:pt x="1272933" y="171792"/>
                  </a:lnTo>
                  <a:lnTo>
                    <a:pt x="1256817" y="247281"/>
                  </a:lnTo>
                  <a:lnTo>
                    <a:pt x="1236827" y="282943"/>
                  </a:lnTo>
                  <a:lnTo>
                    <a:pt x="1209205" y="314210"/>
                  </a:lnTo>
                  <a:lnTo>
                    <a:pt x="1174153" y="339039"/>
                  </a:lnTo>
                  <a:lnTo>
                    <a:pt x="1131874" y="355422"/>
                  </a:lnTo>
                  <a:lnTo>
                    <a:pt x="1082573" y="361327"/>
                  </a:lnTo>
                  <a:lnTo>
                    <a:pt x="1054608" y="359308"/>
                  </a:lnTo>
                  <a:lnTo>
                    <a:pt x="1027963" y="353441"/>
                  </a:lnTo>
                  <a:lnTo>
                    <a:pt x="1002919" y="344004"/>
                  </a:lnTo>
                  <a:lnTo>
                    <a:pt x="979728" y="331304"/>
                  </a:lnTo>
                  <a:lnTo>
                    <a:pt x="985088" y="331914"/>
                  </a:lnTo>
                  <a:lnTo>
                    <a:pt x="990295" y="332066"/>
                  </a:lnTo>
                  <a:lnTo>
                    <a:pt x="995807" y="332066"/>
                  </a:lnTo>
                  <a:lnTo>
                    <a:pt x="1004925" y="331304"/>
                  </a:lnTo>
                  <a:lnTo>
                    <a:pt x="1018819" y="330136"/>
                  </a:lnTo>
                  <a:lnTo>
                    <a:pt x="1040561" y="324535"/>
                  </a:lnTo>
                  <a:lnTo>
                    <a:pt x="1060704" y="315556"/>
                  </a:lnTo>
                  <a:lnTo>
                    <a:pt x="1078979" y="303504"/>
                  </a:lnTo>
                  <a:lnTo>
                    <a:pt x="1057986" y="299720"/>
                  </a:lnTo>
                  <a:lnTo>
                    <a:pt x="1039812" y="290004"/>
                  </a:lnTo>
                  <a:lnTo>
                    <a:pt x="1025575" y="275412"/>
                  </a:lnTo>
                  <a:lnTo>
                    <a:pt x="1016342" y="257022"/>
                  </a:lnTo>
                  <a:lnTo>
                    <a:pt x="1023924" y="257860"/>
                  </a:lnTo>
                  <a:lnTo>
                    <a:pt x="1031341" y="258013"/>
                  </a:lnTo>
                  <a:lnTo>
                    <a:pt x="1038821" y="257365"/>
                  </a:lnTo>
                  <a:lnTo>
                    <a:pt x="1040523" y="257022"/>
                  </a:lnTo>
                  <a:lnTo>
                    <a:pt x="1046594" y="255803"/>
                  </a:lnTo>
                  <a:lnTo>
                    <a:pt x="1025283" y="247484"/>
                  </a:lnTo>
                  <a:lnTo>
                    <a:pt x="1008291" y="232816"/>
                  </a:lnTo>
                  <a:lnTo>
                    <a:pt x="997051" y="213207"/>
                  </a:lnTo>
                  <a:lnTo>
                    <a:pt x="992974" y="190080"/>
                  </a:lnTo>
                  <a:lnTo>
                    <a:pt x="992974" y="189242"/>
                  </a:lnTo>
                  <a:lnTo>
                    <a:pt x="999909" y="192608"/>
                  </a:lnTo>
                  <a:lnTo>
                    <a:pt x="1007325" y="195186"/>
                  </a:lnTo>
                  <a:lnTo>
                    <a:pt x="1015136" y="196913"/>
                  </a:lnTo>
                  <a:lnTo>
                    <a:pt x="1023239" y="197739"/>
                  </a:lnTo>
                  <a:lnTo>
                    <a:pt x="1013358" y="189242"/>
                  </a:lnTo>
                  <a:lnTo>
                    <a:pt x="1010678" y="186944"/>
                  </a:lnTo>
                  <a:lnTo>
                    <a:pt x="1001293" y="173596"/>
                  </a:lnTo>
                  <a:lnTo>
                    <a:pt x="995400" y="158394"/>
                  </a:lnTo>
                  <a:lnTo>
                    <a:pt x="993368" y="141986"/>
                  </a:lnTo>
                  <a:lnTo>
                    <a:pt x="993635" y="137782"/>
                  </a:lnTo>
                  <a:lnTo>
                    <a:pt x="993736" y="136271"/>
                  </a:lnTo>
                  <a:lnTo>
                    <a:pt x="993775" y="135851"/>
                  </a:lnTo>
                  <a:lnTo>
                    <a:pt x="993889" y="133985"/>
                  </a:lnTo>
                  <a:lnTo>
                    <a:pt x="993965" y="132842"/>
                  </a:lnTo>
                  <a:lnTo>
                    <a:pt x="995730" y="124117"/>
                  </a:lnTo>
                  <a:lnTo>
                    <a:pt x="998601" y="115874"/>
                  </a:lnTo>
                  <a:lnTo>
                    <a:pt x="1002436" y="108229"/>
                  </a:lnTo>
                  <a:lnTo>
                    <a:pt x="1002563" y="108229"/>
                  </a:lnTo>
                  <a:lnTo>
                    <a:pt x="1030160" y="135851"/>
                  </a:lnTo>
                  <a:lnTo>
                    <a:pt x="1063040" y="157365"/>
                  </a:lnTo>
                  <a:lnTo>
                    <a:pt x="1100162" y="171792"/>
                  </a:lnTo>
                  <a:lnTo>
                    <a:pt x="1140548" y="178219"/>
                  </a:lnTo>
                  <a:lnTo>
                    <a:pt x="1140663" y="170789"/>
                  </a:lnTo>
                  <a:lnTo>
                    <a:pt x="1140790" y="162064"/>
                  </a:lnTo>
                  <a:lnTo>
                    <a:pt x="1140891" y="154508"/>
                  </a:lnTo>
                  <a:lnTo>
                    <a:pt x="1141018" y="146189"/>
                  </a:lnTo>
                  <a:lnTo>
                    <a:pt x="1154341" y="120027"/>
                  </a:lnTo>
                  <a:lnTo>
                    <a:pt x="1169543" y="108229"/>
                  </a:lnTo>
                  <a:lnTo>
                    <a:pt x="1177112" y="102362"/>
                  </a:lnTo>
                  <a:lnTo>
                    <a:pt x="1205877" y="95885"/>
                  </a:lnTo>
                  <a:lnTo>
                    <a:pt x="1219949" y="97358"/>
                  </a:lnTo>
                  <a:lnTo>
                    <a:pt x="1232992" y="101574"/>
                  </a:lnTo>
                  <a:lnTo>
                    <a:pt x="1244714" y="108229"/>
                  </a:lnTo>
                  <a:lnTo>
                    <a:pt x="1254810" y="117030"/>
                  </a:lnTo>
                  <a:lnTo>
                    <a:pt x="1266012" y="114401"/>
                  </a:lnTo>
                  <a:lnTo>
                    <a:pt x="1276883" y="110794"/>
                  </a:lnTo>
                  <a:lnTo>
                    <a:pt x="1287335" y="106286"/>
                  </a:lnTo>
                  <a:lnTo>
                    <a:pt x="1297241" y="100939"/>
                  </a:lnTo>
                  <a:lnTo>
                    <a:pt x="1292504" y="112064"/>
                  </a:lnTo>
                  <a:lnTo>
                    <a:pt x="1285900" y="122059"/>
                  </a:lnTo>
                  <a:lnTo>
                    <a:pt x="1277645" y="130721"/>
                  </a:lnTo>
                  <a:lnTo>
                    <a:pt x="1267904" y="137782"/>
                  </a:lnTo>
                  <a:lnTo>
                    <a:pt x="1277924" y="136271"/>
                  </a:lnTo>
                  <a:lnTo>
                    <a:pt x="1287716" y="133985"/>
                  </a:lnTo>
                  <a:lnTo>
                    <a:pt x="1297228" y="130987"/>
                  </a:lnTo>
                  <a:lnTo>
                    <a:pt x="1306423" y="127368"/>
                  </a:lnTo>
                  <a:lnTo>
                    <a:pt x="1306423" y="0"/>
                  </a:lnTo>
                  <a:lnTo>
                    <a:pt x="963345" y="0"/>
                  </a:lnTo>
                  <a:lnTo>
                    <a:pt x="944295" y="3848"/>
                  </a:lnTo>
                  <a:lnTo>
                    <a:pt x="928738" y="14338"/>
                  </a:lnTo>
                  <a:lnTo>
                    <a:pt x="918248" y="29895"/>
                  </a:lnTo>
                  <a:lnTo>
                    <a:pt x="914400" y="48945"/>
                  </a:lnTo>
                  <a:lnTo>
                    <a:pt x="914400" y="408343"/>
                  </a:lnTo>
                  <a:lnTo>
                    <a:pt x="918248" y="427443"/>
                  </a:lnTo>
                  <a:lnTo>
                    <a:pt x="928738" y="443014"/>
                  </a:lnTo>
                  <a:lnTo>
                    <a:pt x="944295" y="453517"/>
                  </a:lnTo>
                  <a:lnTo>
                    <a:pt x="963345" y="457352"/>
                  </a:lnTo>
                  <a:lnTo>
                    <a:pt x="1322819" y="457352"/>
                  </a:lnTo>
                  <a:lnTo>
                    <a:pt x="1341882" y="453517"/>
                  </a:lnTo>
                  <a:lnTo>
                    <a:pt x="1357464" y="443014"/>
                  </a:lnTo>
                  <a:lnTo>
                    <a:pt x="1367967" y="427443"/>
                  </a:lnTo>
                  <a:lnTo>
                    <a:pt x="1371828" y="408343"/>
                  </a:lnTo>
                  <a:lnTo>
                    <a:pt x="1371828" y="361327"/>
                  </a:lnTo>
                  <a:lnTo>
                    <a:pt x="1371828" y="127368"/>
                  </a:lnTo>
                  <a:lnTo>
                    <a:pt x="1371828" y="100939"/>
                  </a:lnTo>
                  <a:lnTo>
                    <a:pt x="1371828" y="95885"/>
                  </a:lnTo>
                  <a:lnTo>
                    <a:pt x="1371828" y="48945"/>
                  </a:lnTo>
                  <a:close/>
                </a:path>
                <a:path w="4115434" h="457834">
                  <a:moveTo>
                    <a:pt x="2286228" y="32943"/>
                  </a:moveTo>
                  <a:lnTo>
                    <a:pt x="2283650" y="20129"/>
                  </a:lnTo>
                  <a:lnTo>
                    <a:pt x="2276627" y="9664"/>
                  </a:lnTo>
                  <a:lnTo>
                    <a:pt x="2266226" y="2603"/>
                  </a:lnTo>
                  <a:lnTo>
                    <a:pt x="2253526" y="0"/>
                  </a:lnTo>
                  <a:lnTo>
                    <a:pt x="2221128" y="0"/>
                  </a:lnTo>
                  <a:lnTo>
                    <a:pt x="2221128" y="272415"/>
                  </a:lnTo>
                  <a:lnTo>
                    <a:pt x="2221128" y="392036"/>
                  </a:lnTo>
                  <a:lnTo>
                    <a:pt x="2153361" y="392036"/>
                  </a:lnTo>
                  <a:lnTo>
                    <a:pt x="2153297" y="284060"/>
                  </a:lnTo>
                  <a:lnTo>
                    <a:pt x="2152739" y="266153"/>
                  </a:lnTo>
                  <a:lnTo>
                    <a:pt x="2148776" y="247434"/>
                  </a:lnTo>
                  <a:lnTo>
                    <a:pt x="2138299" y="233476"/>
                  </a:lnTo>
                  <a:lnTo>
                    <a:pt x="2118131" y="227990"/>
                  </a:lnTo>
                  <a:lnTo>
                    <a:pt x="2096871" y="232740"/>
                  </a:lnTo>
                  <a:lnTo>
                    <a:pt x="2084527" y="245338"/>
                  </a:lnTo>
                  <a:lnTo>
                    <a:pt x="2078786" y="263271"/>
                  </a:lnTo>
                  <a:lnTo>
                    <a:pt x="2077389" y="284060"/>
                  </a:lnTo>
                  <a:lnTo>
                    <a:pt x="2077389" y="392036"/>
                  </a:lnTo>
                  <a:lnTo>
                    <a:pt x="2009609" y="392036"/>
                  </a:lnTo>
                  <a:lnTo>
                    <a:pt x="2009609" y="173774"/>
                  </a:lnTo>
                  <a:lnTo>
                    <a:pt x="2074633" y="173774"/>
                  </a:lnTo>
                  <a:lnTo>
                    <a:pt x="2074633" y="203568"/>
                  </a:lnTo>
                  <a:lnTo>
                    <a:pt x="2075561" y="203568"/>
                  </a:lnTo>
                  <a:lnTo>
                    <a:pt x="2111794" y="173774"/>
                  </a:lnTo>
                  <a:lnTo>
                    <a:pt x="2139810" y="168338"/>
                  </a:lnTo>
                  <a:lnTo>
                    <a:pt x="2181466" y="176326"/>
                  </a:lnTo>
                  <a:lnTo>
                    <a:pt x="2206206" y="198323"/>
                  </a:lnTo>
                  <a:lnTo>
                    <a:pt x="2218080" y="231330"/>
                  </a:lnTo>
                  <a:lnTo>
                    <a:pt x="2221128" y="272415"/>
                  </a:lnTo>
                  <a:lnTo>
                    <a:pt x="2221128" y="0"/>
                  </a:lnTo>
                  <a:lnTo>
                    <a:pt x="1972398" y="0"/>
                  </a:lnTo>
                  <a:lnTo>
                    <a:pt x="1972398" y="104622"/>
                  </a:lnTo>
                  <a:lnTo>
                    <a:pt x="1969312" y="119938"/>
                  </a:lnTo>
                  <a:lnTo>
                    <a:pt x="1967115" y="123202"/>
                  </a:lnTo>
                  <a:lnTo>
                    <a:pt x="1967115" y="173774"/>
                  </a:lnTo>
                  <a:lnTo>
                    <a:pt x="1967115" y="392036"/>
                  </a:lnTo>
                  <a:lnTo>
                    <a:pt x="1899183" y="392036"/>
                  </a:lnTo>
                  <a:lnTo>
                    <a:pt x="1899183" y="173774"/>
                  </a:lnTo>
                  <a:lnTo>
                    <a:pt x="1967115" y="173774"/>
                  </a:lnTo>
                  <a:lnTo>
                    <a:pt x="1967115" y="123202"/>
                  </a:lnTo>
                  <a:lnTo>
                    <a:pt x="1960905" y="132422"/>
                  </a:lnTo>
                  <a:lnTo>
                    <a:pt x="1948421" y="140830"/>
                  </a:lnTo>
                  <a:lnTo>
                    <a:pt x="1933105" y="143903"/>
                  </a:lnTo>
                  <a:lnTo>
                    <a:pt x="1917852" y="140830"/>
                  </a:lnTo>
                  <a:lnTo>
                    <a:pt x="1905355" y="132422"/>
                  </a:lnTo>
                  <a:lnTo>
                    <a:pt x="1896922" y="119938"/>
                  </a:lnTo>
                  <a:lnTo>
                    <a:pt x="1893824" y="104622"/>
                  </a:lnTo>
                  <a:lnTo>
                    <a:pt x="1896910" y="89344"/>
                  </a:lnTo>
                  <a:lnTo>
                    <a:pt x="1905317" y="76847"/>
                  </a:lnTo>
                  <a:lnTo>
                    <a:pt x="1917801" y="68427"/>
                  </a:lnTo>
                  <a:lnTo>
                    <a:pt x="1933105" y="65328"/>
                  </a:lnTo>
                  <a:lnTo>
                    <a:pt x="1948395" y="68427"/>
                  </a:lnTo>
                  <a:lnTo>
                    <a:pt x="1960880" y="76847"/>
                  </a:lnTo>
                  <a:lnTo>
                    <a:pt x="1969300" y="89344"/>
                  </a:lnTo>
                  <a:lnTo>
                    <a:pt x="1972398" y="104622"/>
                  </a:lnTo>
                  <a:lnTo>
                    <a:pt x="1972398" y="0"/>
                  </a:lnTo>
                  <a:lnTo>
                    <a:pt x="1861350" y="0"/>
                  </a:lnTo>
                  <a:lnTo>
                    <a:pt x="1848675" y="2603"/>
                  </a:lnTo>
                  <a:lnTo>
                    <a:pt x="1838325" y="9664"/>
                  </a:lnTo>
                  <a:lnTo>
                    <a:pt x="1831365" y="20129"/>
                  </a:lnTo>
                  <a:lnTo>
                    <a:pt x="1828800" y="32943"/>
                  </a:lnTo>
                  <a:lnTo>
                    <a:pt x="1828800" y="424421"/>
                  </a:lnTo>
                  <a:lnTo>
                    <a:pt x="1831365" y="437248"/>
                  </a:lnTo>
                  <a:lnTo>
                    <a:pt x="1838325" y="447738"/>
                  </a:lnTo>
                  <a:lnTo>
                    <a:pt x="1848675" y="454825"/>
                  </a:lnTo>
                  <a:lnTo>
                    <a:pt x="1861350" y="457428"/>
                  </a:lnTo>
                  <a:lnTo>
                    <a:pt x="2253526" y="457428"/>
                  </a:lnTo>
                  <a:lnTo>
                    <a:pt x="2266226" y="454825"/>
                  </a:lnTo>
                  <a:lnTo>
                    <a:pt x="2276627" y="447738"/>
                  </a:lnTo>
                  <a:lnTo>
                    <a:pt x="2283650" y="437248"/>
                  </a:lnTo>
                  <a:lnTo>
                    <a:pt x="2286228" y="424421"/>
                  </a:lnTo>
                  <a:lnTo>
                    <a:pt x="2286228" y="392036"/>
                  </a:lnTo>
                  <a:lnTo>
                    <a:pt x="2286228" y="168338"/>
                  </a:lnTo>
                  <a:lnTo>
                    <a:pt x="2286228" y="143903"/>
                  </a:lnTo>
                  <a:lnTo>
                    <a:pt x="2286228" y="65328"/>
                  </a:lnTo>
                  <a:lnTo>
                    <a:pt x="2286228" y="32943"/>
                  </a:lnTo>
                  <a:close/>
                </a:path>
                <a:path w="4115434" h="457834">
                  <a:moveTo>
                    <a:pt x="3031071" y="228841"/>
                  </a:moveTo>
                  <a:lnTo>
                    <a:pt x="2933903" y="173621"/>
                  </a:lnTo>
                  <a:lnTo>
                    <a:pt x="2933903" y="284124"/>
                  </a:lnTo>
                  <a:lnTo>
                    <a:pt x="3031071" y="228841"/>
                  </a:lnTo>
                  <a:close/>
                </a:path>
                <a:path w="4115434" h="457834">
                  <a:moveTo>
                    <a:pt x="3200628" y="48945"/>
                  </a:moveTo>
                  <a:lnTo>
                    <a:pt x="3196767" y="29895"/>
                  </a:lnTo>
                  <a:lnTo>
                    <a:pt x="3186265" y="14338"/>
                  </a:lnTo>
                  <a:lnTo>
                    <a:pt x="3170682" y="3848"/>
                  </a:lnTo>
                  <a:lnTo>
                    <a:pt x="3157626" y="1219"/>
                  </a:lnTo>
                  <a:lnTo>
                    <a:pt x="3157626" y="219024"/>
                  </a:lnTo>
                  <a:lnTo>
                    <a:pt x="3157626" y="238950"/>
                  </a:lnTo>
                  <a:lnTo>
                    <a:pt x="3154438" y="292633"/>
                  </a:lnTo>
                  <a:lnTo>
                    <a:pt x="3145155" y="330314"/>
                  </a:lnTo>
                  <a:lnTo>
                    <a:pt x="3116872" y="351599"/>
                  </a:lnTo>
                  <a:lnTo>
                    <a:pt x="3116440" y="351599"/>
                  </a:lnTo>
                  <a:lnTo>
                    <a:pt x="3081947" y="356069"/>
                  </a:lnTo>
                  <a:lnTo>
                    <a:pt x="3081490" y="356069"/>
                  </a:lnTo>
                  <a:lnTo>
                    <a:pt x="3033433" y="358368"/>
                  </a:lnTo>
                  <a:lnTo>
                    <a:pt x="2990443" y="359206"/>
                  </a:lnTo>
                  <a:lnTo>
                    <a:pt x="2953245" y="359206"/>
                  </a:lnTo>
                  <a:lnTo>
                    <a:pt x="2910103" y="358368"/>
                  </a:lnTo>
                  <a:lnTo>
                    <a:pt x="2861551" y="356069"/>
                  </a:lnTo>
                  <a:lnTo>
                    <a:pt x="2815399" y="346964"/>
                  </a:lnTo>
                  <a:lnTo>
                    <a:pt x="2789313" y="292633"/>
                  </a:lnTo>
                  <a:lnTo>
                    <a:pt x="2786138" y="238950"/>
                  </a:lnTo>
                  <a:lnTo>
                    <a:pt x="2786138" y="219024"/>
                  </a:lnTo>
                  <a:lnTo>
                    <a:pt x="2789313" y="165303"/>
                  </a:lnTo>
                  <a:lnTo>
                    <a:pt x="2798521" y="127546"/>
                  </a:lnTo>
                  <a:lnTo>
                    <a:pt x="2861551" y="101282"/>
                  </a:lnTo>
                  <a:lnTo>
                    <a:pt x="2910103" y="98945"/>
                  </a:lnTo>
                  <a:lnTo>
                    <a:pt x="2953245" y="98082"/>
                  </a:lnTo>
                  <a:lnTo>
                    <a:pt x="2990507" y="98082"/>
                  </a:lnTo>
                  <a:lnTo>
                    <a:pt x="3033649" y="98945"/>
                  </a:lnTo>
                  <a:lnTo>
                    <a:pt x="3082213" y="101282"/>
                  </a:lnTo>
                  <a:lnTo>
                    <a:pt x="3128365" y="110553"/>
                  </a:lnTo>
                  <a:lnTo>
                    <a:pt x="3154451" y="165303"/>
                  </a:lnTo>
                  <a:lnTo>
                    <a:pt x="3157626" y="219024"/>
                  </a:lnTo>
                  <a:lnTo>
                    <a:pt x="3157626" y="1219"/>
                  </a:lnTo>
                  <a:lnTo>
                    <a:pt x="3151619" y="0"/>
                  </a:lnTo>
                  <a:lnTo>
                    <a:pt x="2792145" y="0"/>
                  </a:lnTo>
                  <a:lnTo>
                    <a:pt x="2773095" y="3848"/>
                  </a:lnTo>
                  <a:lnTo>
                    <a:pt x="2757538" y="14338"/>
                  </a:lnTo>
                  <a:lnTo>
                    <a:pt x="2747048" y="29895"/>
                  </a:lnTo>
                  <a:lnTo>
                    <a:pt x="2743200" y="48945"/>
                  </a:lnTo>
                  <a:lnTo>
                    <a:pt x="2743200" y="408343"/>
                  </a:lnTo>
                  <a:lnTo>
                    <a:pt x="2747048" y="427443"/>
                  </a:lnTo>
                  <a:lnTo>
                    <a:pt x="2757538" y="443014"/>
                  </a:lnTo>
                  <a:lnTo>
                    <a:pt x="2773095" y="453517"/>
                  </a:lnTo>
                  <a:lnTo>
                    <a:pt x="2792145" y="457352"/>
                  </a:lnTo>
                  <a:lnTo>
                    <a:pt x="3151619" y="457352"/>
                  </a:lnTo>
                  <a:lnTo>
                    <a:pt x="3170682" y="453517"/>
                  </a:lnTo>
                  <a:lnTo>
                    <a:pt x="3186265" y="443014"/>
                  </a:lnTo>
                  <a:lnTo>
                    <a:pt x="3196767" y="427443"/>
                  </a:lnTo>
                  <a:lnTo>
                    <a:pt x="3200628" y="408343"/>
                  </a:lnTo>
                  <a:lnTo>
                    <a:pt x="3200628" y="359206"/>
                  </a:lnTo>
                  <a:lnTo>
                    <a:pt x="3200628" y="98082"/>
                  </a:lnTo>
                  <a:lnTo>
                    <a:pt x="3200628" y="48945"/>
                  </a:lnTo>
                  <a:close/>
                </a:path>
                <a:path w="4115434" h="457834">
                  <a:moveTo>
                    <a:pt x="4115028" y="45643"/>
                  </a:moveTo>
                  <a:lnTo>
                    <a:pt x="4111421" y="27889"/>
                  </a:lnTo>
                  <a:lnTo>
                    <a:pt x="4101604" y="13373"/>
                  </a:lnTo>
                  <a:lnTo>
                    <a:pt x="4087050" y="3594"/>
                  </a:lnTo>
                  <a:lnTo>
                    <a:pt x="4069232" y="0"/>
                  </a:lnTo>
                  <a:lnTo>
                    <a:pt x="4042511" y="0"/>
                  </a:lnTo>
                  <a:lnTo>
                    <a:pt x="4042511" y="151866"/>
                  </a:lnTo>
                  <a:lnTo>
                    <a:pt x="4037482" y="178231"/>
                  </a:lnTo>
                  <a:lnTo>
                    <a:pt x="4003789" y="244309"/>
                  </a:lnTo>
                  <a:lnTo>
                    <a:pt x="3975112" y="283972"/>
                  </a:lnTo>
                  <a:lnTo>
                    <a:pt x="3942689" y="322313"/>
                  </a:lnTo>
                  <a:lnTo>
                    <a:pt x="3912870" y="349694"/>
                  </a:lnTo>
                  <a:lnTo>
                    <a:pt x="3861092" y="371589"/>
                  </a:lnTo>
                  <a:lnTo>
                    <a:pt x="3847185" y="368249"/>
                  </a:lnTo>
                  <a:lnTo>
                    <a:pt x="3834409" y="358254"/>
                  </a:lnTo>
                  <a:lnTo>
                    <a:pt x="3822738" y="341566"/>
                  </a:lnTo>
                  <a:lnTo>
                    <a:pt x="3812146" y="318211"/>
                  </a:lnTo>
                  <a:lnTo>
                    <a:pt x="3795026" y="254406"/>
                  </a:lnTo>
                  <a:lnTo>
                    <a:pt x="3781260" y="207340"/>
                  </a:lnTo>
                  <a:lnTo>
                    <a:pt x="3781133" y="206933"/>
                  </a:lnTo>
                  <a:lnTo>
                    <a:pt x="3770414" y="182575"/>
                  </a:lnTo>
                  <a:lnTo>
                    <a:pt x="3768102" y="177330"/>
                  </a:lnTo>
                  <a:lnTo>
                    <a:pt x="3753662" y="167182"/>
                  </a:lnTo>
                  <a:lnTo>
                    <a:pt x="3753358" y="167182"/>
                  </a:lnTo>
                  <a:lnTo>
                    <a:pt x="3750551" y="168084"/>
                  </a:lnTo>
                  <a:lnTo>
                    <a:pt x="3745204" y="171005"/>
                  </a:lnTo>
                  <a:lnTo>
                    <a:pt x="3737546" y="175831"/>
                  </a:lnTo>
                  <a:lnTo>
                    <a:pt x="3727602" y="182575"/>
                  </a:lnTo>
                  <a:lnTo>
                    <a:pt x="3712057" y="162598"/>
                  </a:lnTo>
                  <a:lnTo>
                    <a:pt x="3740137" y="137401"/>
                  </a:lnTo>
                  <a:lnTo>
                    <a:pt x="3766426" y="114452"/>
                  </a:lnTo>
                  <a:lnTo>
                    <a:pt x="3789845" y="97409"/>
                  </a:lnTo>
                  <a:lnTo>
                    <a:pt x="3809314" y="89916"/>
                  </a:lnTo>
                  <a:lnTo>
                    <a:pt x="3826751" y="91833"/>
                  </a:lnTo>
                  <a:lnTo>
                    <a:pt x="3840467" y="101244"/>
                  </a:lnTo>
                  <a:lnTo>
                    <a:pt x="3850475" y="118198"/>
                  </a:lnTo>
                  <a:lnTo>
                    <a:pt x="3856786" y="142684"/>
                  </a:lnTo>
                  <a:lnTo>
                    <a:pt x="3868280" y="209054"/>
                  </a:lnTo>
                  <a:lnTo>
                    <a:pt x="3868394" y="209664"/>
                  </a:lnTo>
                  <a:lnTo>
                    <a:pt x="3879126" y="250926"/>
                  </a:lnTo>
                  <a:lnTo>
                    <a:pt x="3890949" y="268046"/>
                  </a:lnTo>
                  <a:lnTo>
                    <a:pt x="3905859" y="262610"/>
                  </a:lnTo>
                  <a:lnTo>
                    <a:pt x="3934942" y="220789"/>
                  </a:lnTo>
                  <a:lnTo>
                    <a:pt x="3948074" y="186258"/>
                  </a:lnTo>
                  <a:lnTo>
                    <a:pt x="3945115" y="167182"/>
                  </a:lnTo>
                  <a:lnTo>
                    <a:pt x="3939933" y="163436"/>
                  </a:lnTo>
                  <a:lnTo>
                    <a:pt x="3933621" y="158877"/>
                  </a:lnTo>
                  <a:lnTo>
                    <a:pt x="3917658" y="158559"/>
                  </a:lnTo>
                  <a:lnTo>
                    <a:pt x="3901287" y="163436"/>
                  </a:lnTo>
                  <a:lnTo>
                    <a:pt x="3916235" y="128651"/>
                  </a:lnTo>
                  <a:lnTo>
                    <a:pt x="3936733" y="104127"/>
                  </a:lnTo>
                  <a:lnTo>
                    <a:pt x="3962666" y="89916"/>
                  </a:lnTo>
                  <a:lnTo>
                    <a:pt x="3962273" y="89916"/>
                  </a:lnTo>
                  <a:lnTo>
                    <a:pt x="4016540" y="90436"/>
                  </a:lnTo>
                  <a:lnTo>
                    <a:pt x="4040581" y="123482"/>
                  </a:lnTo>
                  <a:lnTo>
                    <a:pt x="4042511" y="151866"/>
                  </a:lnTo>
                  <a:lnTo>
                    <a:pt x="4042511" y="0"/>
                  </a:lnTo>
                  <a:lnTo>
                    <a:pt x="3703320" y="0"/>
                  </a:lnTo>
                  <a:lnTo>
                    <a:pt x="3685514" y="3594"/>
                  </a:lnTo>
                  <a:lnTo>
                    <a:pt x="3670985" y="13373"/>
                  </a:lnTo>
                  <a:lnTo>
                    <a:pt x="3661194" y="27889"/>
                  </a:lnTo>
                  <a:lnTo>
                    <a:pt x="3657600" y="45643"/>
                  </a:lnTo>
                  <a:lnTo>
                    <a:pt x="3657600" y="411645"/>
                  </a:lnTo>
                  <a:lnTo>
                    <a:pt x="3661194" y="429412"/>
                  </a:lnTo>
                  <a:lnTo>
                    <a:pt x="3670985" y="443941"/>
                  </a:lnTo>
                  <a:lnTo>
                    <a:pt x="3685514" y="453758"/>
                  </a:lnTo>
                  <a:lnTo>
                    <a:pt x="3703320" y="457352"/>
                  </a:lnTo>
                  <a:lnTo>
                    <a:pt x="4069245" y="457352"/>
                  </a:lnTo>
                  <a:lnTo>
                    <a:pt x="4087050" y="453758"/>
                  </a:lnTo>
                  <a:lnTo>
                    <a:pt x="4101604" y="443941"/>
                  </a:lnTo>
                  <a:lnTo>
                    <a:pt x="4111421" y="429412"/>
                  </a:lnTo>
                  <a:lnTo>
                    <a:pt x="4115028" y="411645"/>
                  </a:lnTo>
                  <a:lnTo>
                    <a:pt x="4115028" y="371589"/>
                  </a:lnTo>
                  <a:lnTo>
                    <a:pt x="4115028" y="85775"/>
                  </a:lnTo>
                  <a:lnTo>
                    <a:pt x="4115028" y="45643"/>
                  </a:lnTo>
                  <a:close/>
                </a:path>
              </a:pathLst>
            </a:custGeom>
            <a:solidFill>
              <a:srgbClr val="FFFFFF"/>
            </a:solidFill>
          </p:spPr>
          <p:txBody>
            <a:bodyPr wrap="square" lIns="0" tIns="0" rIns="0" bIns="0" rtlCol="0"/>
            <a:lstStyle/>
            <a:p>
              <a:endParaRPr/>
            </a:p>
          </p:txBody>
        </p:sp>
      </p:grpSp>
      <p:sp>
        <p:nvSpPr>
          <p:cNvPr id="10" name="object 10" descr="$PPTXTitle"/>
          <p:cNvSpPr txBox="1"/>
          <p:nvPr/>
        </p:nvSpPr>
        <p:spPr>
          <a:xfrm>
            <a:off x="6659880" y="4615688"/>
            <a:ext cx="3627120" cy="939800"/>
          </a:xfrm>
          <a:prstGeom prst="rect">
            <a:avLst/>
          </a:prstGeom>
        </p:spPr>
        <p:txBody>
          <a:bodyPr vert="horz" wrap="square" lIns="0" tIns="12700" rIns="0" bIns="0" rtlCol="0">
            <a:spAutoFit/>
          </a:bodyPr>
          <a:lstStyle/>
          <a:p>
            <a:pPr marL="12700">
              <a:lnSpc>
                <a:spcPct val="100000"/>
              </a:lnSpc>
              <a:spcBef>
                <a:spcPts val="100"/>
              </a:spcBef>
            </a:pPr>
            <a:r>
              <a:rPr sz="6000" spc="-105" dirty="0">
                <a:solidFill>
                  <a:srgbClr val="FFFFFF"/>
                </a:solidFill>
                <a:latin typeface="Tahoma"/>
                <a:cs typeface="Tahoma"/>
              </a:rPr>
              <a:t>Thank</a:t>
            </a:r>
            <a:r>
              <a:rPr sz="6000" spc="-675" dirty="0">
                <a:solidFill>
                  <a:srgbClr val="FFFFFF"/>
                </a:solidFill>
                <a:latin typeface="Tahoma"/>
                <a:cs typeface="Tahoma"/>
              </a:rPr>
              <a:t> </a:t>
            </a:r>
            <a:r>
              <a:rPr sz="6000" spc="-55" dirty="0">
                <a:solidFill>
                  <a:srgbClr val="FFFFFF"/>
                </a:solidFill>
                <a:latin typeface="Tahoma"/>
                <a:cs typeface="Tahoma"/>
              </a:rPr>
              <a:t>you!</a:t>
            </a:r>
            <a:endParaRPr sz="6000" dirty="0">
              <a:latin typeface="Tahoma"/>
              <a:cs typeface="Tahoma"/>
            </a:endParaRPr>
          </a:p>
        </p:txBody>
      </p:sp>
      <p:pic>
        <p:nvPicPr>
          <p:cNvPr id="11" name="Picture 10">
            <a:extLst>
              <a:ext uri="{FF2B5EF4-FFF2-40B4-BE49-F238E27FC236}">
                <a16:creationId xmlns:a16="http://schemas.microsoft.com/office/drawing/2014/main" id="{CAD5AC76-0F8B-F376-060F-2C086007144E}"/>
              </a:ext>
            </a:extLst>
          </p:cNvPr>
          <p:cNvPicPr>
            <a:picLocks noChangeAspect="1"/>
          </p:cNvPicPr>
          <p:nvPr/>
        </p:nvPicPr>
        <p:blipFill rotWithShape="1">
          <a:blip r:embed="rId3">
            <a:extLst>
              <a:ext uri="{28A0092B-C50C-407E-A947-70E740481C1C}">
                <a14:useLocalDpi xmlns:a14="http://schemas.microsoft.com/office/drawing/2010/main" val="0"/>
              </a:ext>
            </a:extLst>
          </a:blip>
          <a:srcRect l="5555" t="14966" r="7895" b="18367"/>
          <a:stretch>
            <a:fillRect/>
          </a:stretch>
        </p:blipFill>
        <p:spPr bwMode="auto">
          <a:xfrm>
            <a:off x="1143000" y="4305300"/>
            <a:ext cx="4837458" cy="1600200"/>
          </a:xfrm>
          <a:prstGeom prst="rect">
            <a:avLst/>
          </a:prstGeom>
          <a:noFill/>
          <a:ln>
            <a:noFill/>
          </a:ln>
          <a:extLst>
            <a:ext uri="{53640926-AAD7-44D8-BBD7-CCE9431645EC}">
              <a14:shadowObscured xmlns:a14="http://schemas.microsoft.com/office/drawing/2010/main"/>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0"/>
            <a:duotone>
              <a:schemeClr val="accent3">
                <a:shade val="45000"/>
                <a:satMod val="135000"/>
              </a:schemeClr>
              <a:prstClr val="white"/>
            </a:duotone>
          </a:blip>
          <a:srcRect/>
          <a:stretch>
            <a:fillRect l="-4000" r="-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DD6ED-EE4A-059C-7997-BBE5168AB890}"/>
              </a:ext>
            </a:extLst>
          </p:cNvPr>
          <p:cNvSpPr>
            <a:spLocks noGrp="1"/>
          </p:cNvSpPr>
          <p:nvPr>
            <p:ph type="title"/>
          </p:nvPr>
        </p:nvSpPr>
        <p:spPr/>
        <p:txBody>
          <a:bodyPr/>
          <a:lstStyle/>
          <a:p>
            <a:endParaRPr lang="en-US" dirty="0"/>
          </a:p>
        </p:txBody>
      </p:sp>
      <p:sp>
        <p:nvSpPr>
          <p:cNvPr id="3" name="Subtitle 2">
            <a:extLst>
              <a:ext uri="{FF2B5EF4-FFF2-40B4-BE49-F238E27FC236}">
                <a16:creationId xmlns:a16="http://schemas.microsoft.com/office/drawing/2014/main" id="{C9D7BD75-A0AA-ABE5-C5C7-F721F2BD37FD}"/>
              </a:ext>
            </a:extLst>
          </p:cNvPr>
          <p:cNvSpPr txBox="1">
            <a:spLocks/>
          </p:cNvSpPr>
          <p:nvPr/>
        </p:nvSpPr>
        <p:spPr>
          <a:xfrm>
            <a:off x="1257300" y="6861093"/>
            <a:ext cx="6810936" cy="1714197"/>
          </a:xfrm>
          <a:prstGeom prst="rect">
            <a:avLst/>
          </a:prstGeom>
        </p:spPr>
        <p:txBody>
          <a:bodyPr/>
          <a:lstStyle/>
          <a:p>
            <a:pPr marL="385763" indent="-385763" algn="l" defTabSz="1371600" rtl="0">
              <a:spcBef>
                <a:spcPct val="20000"/>
              </a:spcBef>
              <a:defRPr/>
            </a:pPr>
            <a:r>
              <a:rPr lang="en-US" sz="2700" kern="1200" dirty="0">
                <a:solidFill>
                  <a:srgbClr val="0070C0"/>
                </a:solidFill>
                <a:latin typeface="Calibri" panose="020F0502020204030204"/>
                <a:ea typeface="+mn-ea"/>
                <a:cs typeface="Tahoma" pitchFamily="34" charset="0"/>
              </a:rPr>
              <a:t>Dr</a:t>
            </a:r>
            <a:r>
              <a:rPr lang="el-GR" sz="2700" kern="1200" dirty="0">
                <a:solidFill>
                  <a:srgbClr val="0070C0"/>
                </a:solidFill>
                <a:latin typeface="Calibri" panose="020F0502020204030204"/>
                <a:ea typeface="+mn-ea"/>
                <a:cs typeface="Tahoma" pitchFamily="34" charset="0"/>
              </a:rPr>
              <a:t>. </a:t>
            </a:r>
            <a:r>
              <a:rPr lang="en-US" sz="2700" kern="1200" dirty="0">
                <a:solidFill>
                  <a:srgbClr val="0070C0"/>
                </a:solidFill>
                <a:latin typeface="Calibri" panose="020F0502020204030204"/>
                <a:ea typeface="+mn-ea"/>
                <a:cs typeface="Tahoma" pitchFamily="34" charset="0"/>
              </a:rPr>
              <a:t>Andreas S</a:t>
            </a:r>
            <a:r>
              <a:rPr lang="el-GR" sz="2700" kern="1200" dirty="0">
                <a:solidFill>
                  <a:srgbClr val="0070C0"/>
                </a:solidFill>
                <a:latin typeface="Calibri" panose="020F0502020204030204"/>
                <a:ea typeface="+mn-ea"/>
                <a:cs typeface="Tahoma" pitchFamily="34" charset="0"/>
              </a:rPr>
              <a:t>. </a:t>
            </a:r>
            <a:r>
              <a:rPr lang="en-US" sz="2700" kern="1200" dirty="0">
                <a:solidFill>
                  <a:srgbClr val="0070C0"/>
                </a:solidFill>
                <a:latin typeface="Calibri" panose="020F0502020204030204"/>
                <a:ea typeface="+mn-ea"/>
                <a:cs typeface="Tahoma" pitchFamily="34" charset="0"/>
              </a:rPr>
              <a:t>Maniatis</a:t>
            </a:r>
          </a:p>
          <a:p>
            <a:pPr marL="385763" indent="-385763" algn="l" defTabSz="1371600" rtl="0">
              <a:spcBef>
                <a:spcPct val="20000"/>
              </a:spcBef>
              <a:defRPr/>
            </a:pPr>
            <a:r>
              <a:rPr lang="en-US" sz="2700" kern="1200" dirty="0">
                <a:solidFill>
                  <a:srgbClr val="0070C0"/>
                </a:solidFill>
                <a:latin typeface="Calibri" panose="020F0502020204030204"/>
                <a:ea typeface="+mn-ea"/>
                <a:cs typeface="Tahoma" pitchFamily="34" charset="0"/>
              </a:rPr>
              <a:t>Assistant Professor</a:t>
            </a:r>
            <a:endParaRPr lang="el-GR" sz="2700" kern="1200" dirty="0">
              <a:solidFill>
                <a:srgbClr val="0070C0"/>
              </a:solidFill>
              <a:latin typeface="Calibri" panose="020F0502020204030204"/>
              <a:ea typeface="+mn-ea"/>
              <a:cs typeface="Tahoma" pitchFamily="34" charset="0"/>
            </a:endParaRPr>
          </a:p>
          <a:p>
            <a:pPr marL="385763" indent="-385763" algn="l" defTabSz="1371600" rtl="0">
              <a:spcBef>
                <a:spcPct val="20000"/>
              </a:spcBef>
              <a:defRPr/>
            </a:pPr>
            <a:r>
              <a:rPr lang="en-US" sz="2700" kern="1200" dirty="0">
                <a:solidFill>
                  <a:srgbClr val="0070C0"/>
                </a:solidFill>
                <a:latin typeface="Calibri" panose="020F0502020204030204"/>
                <a:ea typeface="+mn-ea"/>
                <a:cs typeface="Tahoma" pitchFamily="34" charset="0"/>
                <a:hlinkClick r:id="rId3"/>
              </a:rPr>
              <a:t>Andreas.Maniatis@UWindsor.ca</a:t>
            </a:r>
            <a:endParaRPr lang="en-US" sz="2700" kern="1200" dirty="0">
              <a:solidFill>
                <a:srgbClr val="0070C0"/>
              </a:solidFill>
              <a:latin typeface="Calibri" panose="020F0502020204030204"/>
              <a:ea typeface="+mn-ea"/>
              <a:cs typeface="Tahoma" pitchFamily="34" charset="0"/>
            </a:endParaRPr>
          </a:p>
          <a:p>
            <a:pPr marL="385763" indent="-385763" algn="l" defTabSz="1371600" rtl="0">
              <a:spcBef>
                <a:spcPct val="20000"/>
              </a:spcBef>
              <a:defRPr/>
            </a:pPr>
            <a:r>
              <a:rPr lang="en-US" sz="2700" kern="1200" dirty="0">
                <a:solidFill>
                  <a:srgbClr val="0070C0"/>
                </a:solidFill>
                <a:latin typeface="Calibri" panose="020F0502020204030204"/>
                <a:ea typeface="+mn-ea"/>
                <a:cs typeface="Tahoma" pitchFamily="34" charset="0"/>
                <a:hlinkClick r:id="rId4">
                  <a:extLst>
                    <a:ext uri="{A12FA001-AC4F-418D-AE19-62706E023703}">
                      <ahyp:hlinkClr xmlns:ahyp="http://schemas.microsoft.com/office/drawing/2018/hyperlinkcolor" val="tx"/>
                    </a:ext>
                  </a:extLst>
                </a:hlinkClick>
              </a:rPr>
              <a:t>http://www.linkedin.com/in/andreasmaniatis</a:t>
            </a:r>
            <a:r>
              <a:rPr lang="en-US" sz="2700" kern="1200" dirty="0">
                <a:solidFill>
                  <a:srgbClr val="0070C0"/>
                </a:solidFill>
                <a:latin typeface="Calibri" panose="020F0502020204030204"/>
                <a:ea typeface="+mn-ea"/>
                <a:cs typeface="Tahoma" pitchFamily="34" charset="0"/>
              </a:rPr>
              <a:t> </a:t>
            </a:r>
          </a:p>
          <a:p>
            <a:pPr marL="385763" indent="-385763" algn="l" defTabSz="1371600" rtl="0">
              <a:spcBef>
                <a:spcPct val="20000"/>
              </a:spcBef>
              <a:defRPr/>
            </a:pPr>
            <a:endParaRPr lang="el-GR" sz="2250" kern="1200" dirty="0">
              <a:solidFill>
                <a:srgbClr val="E7E6E6"/>
              </a:solidFill>
              <a:latin typeface="Tahoma" pitchFamily="34" charset="0"/>
              <a:ea typeface="+mn-ea"/>
              <a:cs typeface="Tahoma" pitchFamily="34" charset="0"/>
            </a:endParaRPr>
          </a:p>
        </p:txBody>
      </p:sp>
      <p:sp>
        <p:nvSpPr>
          <p:cNvPr id="5" name="Title 2">
            <a:extLst>
              <a:ext uri="{FF2B5EF4-FFF2-40B4-BE49-F238E27FC236}">
                <a16:creationId xmlns:a16="http://schemas.microsoft.com/office/drawing/2014/main" id="{975096F5-F5E0-5127-56C2-10F1442B69D7}"/>
              </a:ext>
            </a:extLst>
          </p:cNvPr>
          <p:cNvSpPr txBox="1">
            <a:spLocks/>
          </p:cNvSpPr>
          <p:nvPr/>
        </p:nvSpPr>
        <p:spPr>
          <a:xfrm>
            <a:off x="5172599" y="3486336"/>
            <a:ext cx="8743950" cy="1532334"/>
          </a:xfrm>
          <a:prstGeom prst="rect">
            <a:avLst/>
          </a:prstGeom>
        </p:spPr>
        <p:txBody>
          <a:bodyPr vert="horz" lIns="102870" tIns="51435" rIns="102870" bIns="51435" rtlCol="0" anchor="ctr">
            <a:normAutofit lnSpcReduction="10000"/>
          </a:bodyPr>
          <a:lstStyle/>
          <a:p>
            <a:pPr algn="ctr" defTabSz="1371600" rtl="0">
              <a:spcBef>
                <a:spcPct val="0"/>
              </a:spcBef>
              <a:defRPr/>
            </a:pPr>
            <a:r>
              <a:rPr lang="en-US" sz="5400" kern="1200" dirty="0">
                <a:solidFill>
                  <a:srgbClr val="4472C4"/>
                </a:solidFill>
                <a:effectLst>
                  <a:outerShdw blurRad="38100" dist="38100" dir="2700000" algn="tl">
                    <a:srgbClr val="000000">
                      <a:alpha val="43137"/>
                    </a:srgbClr>
                  </a:outerShdw>
                </a:effectLst>
                <a:latin typeface="Tahoma" pitchFamily="34" charset="0"/>
                <a:ea typeface="+mn-ea"/>
                <a:cs typeface="Tahoma" pitchFamily="34" charset="0"/>
              </a:rPr>
              <a:t>Thank you!</a:t>
            </a:r>
          </a:p>
          <a:p>
            <a:pPr algn="ctr" defTabSz="1371600" rtl="0">
              <a:spcBef>
                <a:spcPct val="0"/>
              </a:spcBef>
              <a:defRPr/>
            </a:pPr>
            <a:r>
              <a:rPr lang="en-US" sz="4500" kern="1200" dirty="0">
                <a:solidFill>
                  <a:srgbClr val="4472C4"/>
                </a:solidFill>
                <a:latin typeface="Tahoma" pitchFamily="34" charset="0"/>
                <a:ea typeface="+mn-ea"/>
                <a:cs typeface="Tahoma" pitchFamily="34" charset="0"/>
              </a:rPr>
              <a:t>Questions?</a:t>
            </a:r>
          </a:p>
        </p:txBody>
      </p:sp>
    </p:spTree>
    <p:extLst>
      <p:ext uri="{BB962C8B-B14F-4D97-AF65-F5344CB8AC3E}">
        <p14:creationId xmlns:p14="http://schemas.microsoft.com/office/powerpoint/2010/main" val="28620571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UWindsor Yellow">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UWindsor Yellow">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577</TotalTime>
  <Words>2124</Words>
  <Application>Microsoft Office PowerPoint</Application>
  <PresentationFormat>Custom</PresentationFormat>
  <Paragraphs>295</Paragraphs>
  <Slides>55</Slides>
  <Notes>13</Notes>
  <HiddenSlides>3</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55</vt:i4>
      </vt:variant>
    </vt:vector>
  </HeadingPairs>
  <TitlesOfParts>
    <vt:vector size="70" baseType="lpstr">
      <vt:lpstr>Aptos</vt:lpstr>
      <vt:lpstr>Arial</vt:lpstr>
      <vt:lpstr>Calibri</vt:lpstr>
      <vt:lpstr>Calibri Light</vt:lpstr>
      <vt:lpstr>Consolas</vt:lpstr>
      <vt:lpstr>Courier New</vt:lpstr>
      <vt:lpstr>Quicksand</vt:lpstr>
      <vt:lpstr>Tahoma</vt:lpstr>
      <vt:lpstr>Times</vt:lpstr>
      <vt:lpstr>Times New Roman</vt:lpstr>
      <vt:lpstr>Wingdings</vt:lpstr>
      <vt:lpstr>Office Theme</vt:lpstr>
      <vt:lpstr>1_Office Theme</vt:lpstr>
      <vt:lpstr>2_Office Theme</vt:lpstr>
      <vt:lpstr>3_Office Theme</vt:lpstr>
      <vt:lpstr>Week 6 1. Concurrency in Java (cont.)</vt:lpstr>
      <vt:lpstr>Concurrency in Java (cont.)</vt:lpstr>
      <vt:lpstr>Agenda</vt:lpstr>
      <vt:lpstr>Agenda</vt:lpstr>
      <vt:lpstr>Part I Processes and Threads</vt:lpstr>
      <vt:lpstr>PowerPoint Presentation</vt:lpstr>
      <vt:lpstr>PowerPoint Presentation</vt:lpstr>
      <vt:lpstr>PowerPoint Presentation</vt:lpstr>
      <vt:lpstr>PowerPoint Presentation</vt:lpstr>
      <vt:lpstr>Process vs. Threads</vt:lpstr>
      <vt:lpstr>Process vs. Threads</vt:lpstr>
      <vt:lpstr>PowerPoint Presentation</vt:lpstr>
      <vt:lpstr>Why is Multithreading useful?</vt:lpstr>
      <vt:lpstr>Why is Multithreading useful?</vt:lpstr>
      <vt:lpstr>PowerPoint Presentation</vt:lpstr>
      <vt:lpstr>What is a thread?</vt:lpstr>
      <vt:lpstr>Creating a Thread in Java</vt:lpstr>
      <vt:lpstr>Banking: Concurrency needed</vt:lpstr>
      <vt:lpstr>Part II The Lifecycle of a Thread</vt:lpstr>
      <vt:lpstr>PowerPoint Presentation</vt:lpstr>
      <vt:lpstr>Life Cycle of a Thread</vt:lpstr>
      <vt:lpstr>Life Cycle of a Thread</vt:lpstr>
      <vt:lpstr>Life Cycle of a Thread</vt:lpstr>
      <vt:lpstr>Life Cycle of a Thread</vt:lpstr>
      <vt:lpstr>Life Cycle of a Thread</vt:lpstr>
      <vt:lpstr>Life Cycle of a Thread</vt:lpstr>
      <vt:lpstr>Life Cycle of a Thread</vt:lpstr>
      <vt:lpstr>PowerPoint Presentation</vt:lpstr>
      <vt:lpstr>Thread Priorities</vt:lpstr>
      <vt:lpstr>Thread Priorities</vt:lpstr>
      <vt:lpstr>PowerPoint Presentation</vt:lpstr>
      <vt:lpstr>Race Condition</vt:lpstr>
      <vt:lpstr>Race Condition</vt:lpstr>
      <vt:lpstr>Race Condition</vt:lpstr>
      <vt:lpstr>PowerPoint Presentation</vt:lpstr>
      <vt:lpstr>Synchronized vs. Unsynchronized Threads</vt:lpstr>
      <vt:lpstr>Creating Conditions</vt:lpstr>
      <vt:lpstr>Locks and Conditions</vt:lpstr>
      <vt:lpstr>Synchronized Keyword</vt:lpstr>
      <vt:lpstr>Limitations of Intrinsic Lock and Conditions</vt:lpstr>
      <vt:lpstr>Synchronized Block</vt:lpstr>
      <vt:lpstr>Synchronized Block</vt:lpstr>
      <vt:lpstr>Synchronized Block</vt:lpstr>
      <vt:lpstr>PowerPoint Presentation</vt:lpstr>
      <vt:lpstr>Deadlock</vt:lpstr>
      <vt:lpstr>Deadlock</vt:lpstr>
      <vt:lpstr>Deadlocks in Databases</vt:lpstr>
      <vt:lpstr>PowerPoint Presentation</vt:lpstr>
      <vt:lpstr>Long Running Task in User Interfaces</vt:lpstr>
      <vt:lpstr>Long Running Task in User Interfaces</vt:lpstr>
      <vt:lpstr>Part III What’s Next</vt:lpstr>
      <vt:lpstr>PowerPoint Presentation</vt:lpstr>
      <vt:lpstr>Next lecture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6.1. COMP.2800 - SD - Concurrency in Java (cont.)</dc:title>
  <dc:creator>Paolo Vercesi</dc:creator>
  <cp:keywords>COMP.2800, 2026W, 6.1., Concurrency, Java, cont.</cp:keywords>
  <cp:lastModifiedBy>Andreas Maniatis</cp:lastModifiedBy>
  <cp:revision>32</cp:revision>
  <dcterms:created xsi:type="dcterms:W3CDTF">2026-01-19T17:43:45Z</dcterms:created>
  <dcterms:modified xsi:type="dcterms:W3CDTF">2026-02-09T19:11:36Z</dcterms:modified>
  <cp:category>Lecture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2022-12-14T00:00:00Z</vt:filetime>
  </property>
  <property fmtid="{D5CDD505-2E9C-101B-9397-08002B2CF9AE}" pid="3" name="Creator">
    <vt:lpwstr>Microsoft® PowerPoint® for Microsoft 365</vt:lpwstr>
  </property>
  <property fmtid="{D5CDD505-2E9C-101B-9397-08002B2CF9AE}" pid="4" name="LastSaved">
    <vt:filetime>2026-01-19T00:00:00Z</vt:filetime>
  </property>
  <property fmtid="{D5CDD505-2E9C-101B-9397-08002B2CF9AE}" pid="5" name="Producer">
    <vt:lpwstr>Microsoft® PowerPoint® for Microsoft 365</vt:lpwstr>
  </property>
</Properties>
</file>